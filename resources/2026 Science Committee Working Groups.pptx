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801" r:id="rId5"/>
    <p:sldMasterId id="2147483802" r:id="rId6"/>
    <p:sldMasterId id="2147483803" r:id="rId7"/>
    <p:sldMasterId id="214748380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48">
          <p15:clr>
            <a:srgbClr val="747775"/>
          </p15:clr>
        </p15:guide>
        <p15:guide id="2" pos="89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F497244-C1BD-40FE-8F3B-1B767AEC0E36}">
  <a:tblStyle styleId="{3F497244-C1BD-40FE-8F3B-1B767AEC0E3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orient="horz"/>
        <p:guide pos="899"/>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20" Type="http://schemas.openxmlformats.org/officeDocument/2006/relationships/slide" Target="slides/slide11.xml"/><Relationship Id="rId21" Type="http://schemas.openxmlformats.org/officeDocument/2006/relationships/slide" Target="slides/slide12.xml"/><Relationship Id="rId11" Type="http://schemas.openxmlformats.org/officeDocument/2006/relationships/slide" Target="slides/slide2.xml"/><Relationship Id="rId10" Type="http://schemas.openxmlformats.org/officeDocument/2006/relationships/slide" Target="slides/slide1.xml"/><Relationship Id="rId13" Type="http://schemas.openxmlformats.org/officeDocument/2006/relationships/slide" Target="slides/slide4.xml"/><Relationship Id="rId12" Type="http://schemas.openxmlformats.org/officeDocument/2006/relationships/slide" Target="slides/slide3.xml"/><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d2f4aa4fa1_0_32:notes"/>
          <p:cNvSpPr/>
          <p:nvPr>
            <p:ph idx="2" type="sldImg"/>
          </p:nvPr>
        </p:nvSpPr>
        <p:spPr>
          <a:xfrm>
            <a:off x="686157"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9" name="Google Shape;1169;g3d2f4aa4fa1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
              <a:t>Accessibility Tips for Section 508 Compliance </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
              <a:t>This template includes various </a:t>
            </a:r>
            <a:r>
              <a:rPr b="1" lang="en"/>
              <a:t>Accessibility</a:t>
            </a:r>
            <a:r>
              <a:rPr lang="en"/>
              <a:t> </a:t>
            </a:r>
            <a:r>
              <a:rPr b="1" lang="en"/>
              <a:t>Dos</a:t>
            </a:r>
            <a:r>
              <a:rPr lang="en"/>
              <a:t> and </a:t>
            </a:r>
            <a:r>
              <a:rPr b="1" lang="en"/>
              <a:t>Don’ts</a:t>
            </a:r>
            <a:r>
              <a:rPr lang="en"/>
              <a:t> for meeting the Rehabilitation Act of 1973 Section 508 and other information accessibility requirements for presentations. </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
              <a:t>This guidance is not exhaustive and does not ensure complete compliance. If you have questions regarding content and formatting, please consult your Section 508 Compliance Officer.</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
              <a:t>You are welcome to save this template to preserve the compliance notes or remove them as you design your presentation.</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
              <a:t>For further color contrast examples, see slide 12.</a:t>
            </a:r>
            <a:endParaRPr/>
          </a:p>
          <a:p>
            <a:pPr indent="-228600" lvl="0" marL="457200" marR="0" rtl="0" algn="l">
              <a:lnSpc>
                <a:spcPct val="100000"/>
              </a:lnSpc>
              <a:spcBef>
                <a:spcPts val="0"/>
              </a:spcBef>
              <a:spcAft>
                <a:spcPts val="0"/>
              </a:spcAft>
              <a:buClr>
                <a:srgbClr val="000000"/>
              </a:buClr>
              <a:buSzPts val="1400"/>
              <a:buFont typeface="Arial"/>
              <a:buNone/>
            </a:pPr>
            <a:r>
              <a:t/>
            </a:r>
            <a:endParaRPr/>
          </a:p>
          <a:p>
            <a:pPr indent="-228600" lvl="0" marL="457200" marR="0" rtl="0" algn="l">
              <a:lnSpc>
                <a:spcPct val="100000"/>
              </a:lnSpc>
              <a:spcBef>
                <a:spcPts val="0"/>
              </a:spcBef>
              <a:spcAft>
                <a:spcPts val="0"/>
              </a:spcAft>
              <a:buClr>
                <a:srgbClr val="000000"/>
              </a:buClr>
              <a:buSzPts val="1400"/>
              <a:buFont typeface="Arial"/>
              <a:buNone/>
            </a:pPr>
            <a:r>
              <a:rPr lang="en"/>
              <a:t>**********</a:t>
            </a:r>
            <a:endParaRPr/>
          </a:p>
          <a:p>
            <a:pPr indent="-228600" lvl="0" marL="457200" marR="0" rtl="0" algn="l">
              <a:lnSpc>
                <a:spcPct val="100000"/>
              </a:lnSpc>
              <a:spcBef>
                <a:spcPts val="0"/>
              </a:spcBef>
              <a:spcAft>
                <a:spcPts val="0"/>
              </a:spcAft>
              <a:buClr>
                <a:srgbClr val="000000"/>
              </a:buClr>
              <a:buSzPts val="1400"/>
              <a:buFont typeface="Arial"/>
              <a:buNone/>
            </a:pPr>
            <a:r>
              <a:rPr b="1" lang="en"/>
              <a:t>Dos:</a:t>
            </a:r>
            <a:endParaRPr/>
          </a:p>
          <a:p>
            <a:pPr indent="-174708" lvl="0" marL="174708"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libri"/>
                <a:ea typeface="Calibri"/>
                <a:cs typeface="Calibri"/>
                <a:sym typeface="Calibri"/>
              </a:rPr>
              <a:t>Name your presentation. The Title box can accommodate 100-106 characters (including spaces).</a:t>
            </a:r>
            <a:endParaRPr/>
          </a:p>
          <a:p>
            <a:pPr indent="-174708" lvl="0" marL="174708"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libri"/>
                <a:ea typeface="Calibri"/>
                <a:cs typeface="Calibri"/>
                <a:sym typeface="Calibri"/>
              </a:rPr>
              <a:t>Use standard fonts, such as Arial, Calibri, or Times New Roman. (This template uses Arial.)</a:t>
            </a:r>
            <a:endParaRPr/>
          </a:p>
          <a:p>
            <a:pPr indent="-174708" lvl="0" marL="174708"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libri"/>
                <a:ea typeface="Calibri"/>
                <a:cs typeface="Calibri"/>
                <a:sym typeface="Calibri"/>
              </a:rPr>
              <a:t>Black is the ideal font color. You can also use a very dark color for the proper contrast against a white or light background, see on this current title slide.</a:t>
            </a:r>
            <a:endParaRPr/>
          </a:p>
          <a:p>
            <a:pPr indent="-174708" lvl="0" marL="174708" marR="0" rtl="0" algn="l">
              <a:lnSpc>
                <a:spcPct val="100000"/>
              </a:lnSpc>
              <a:spcBef>
                <a:spcPts val="0"/>
              </a:spcBef>
              <a:spcAft>
                <a:spcPts val="0"/>
              </a:spcAft>
              <a:buClr>
                <a:schemeClr val="dk1"/>
              </a:buClr>
              <a:buSzPts val="1200"/>
              <a:buFont typeface="Arial"/>
              <a:buChar char="•"/>
            </a:pPr>
            <a:r>
              <a:rPr b="0" i="0" lang="en" sz="1200" u="none" cap="none" strike="noStrike">
                <a:solidFill>
                  <a:schemeClr val="dk1"/>
                </a:solidFill>
                <a:latin typeface="Calibri"/>
                <a:ea typeface="Calibri"/>
                <a:cs typeface="Calibri"/>
                <a:sym typeface="Calibri"/>
              </a:rPr>
              <a:t>The presentation must use the </a:t>
            </a:r>
            <a:r>
              <a:rPr b="0" i="1" lang="en" sz="1200" u="none" cap="none" strike="noStrike">
                <a:solidFill>
                  <a:schemeClr val="dk1"/>
                </a:solidFill>
                <a:latin typeface="Calibri"/>
                <a:ea typeface="Calibri"/>
                <a:cs typeface="Calibri"/>
                <a:sym typeface="Calibri"/>
              </a:rPr>
              <a:t>All of Us </a:t>
            </a:r>
            <a:r>
              <a:rPr b="0" i="0" lang="en" sz="1200" u="none" cap="none" strike="noStrike">
                <a:solidFill>
                  <a:schemeClr val="dk1"/>
                </a:solidFill>
                <a:latin typeface="Calibri"/>
                <a:ea typeface="Calibri"/>
                <a:cs typeface="Calibri"/>
                <a:sym typeface="Calibri"/>
              </a:rPr>
              <a:t>logo found on this page.</a:t>
            </a:r>
            <a:endParaRPr/>
          </a:p>
        </p:txBody>
      </p:sp>
      <p:sp>
        <p:nvSpPr>
          <p:cNvPr id="1170" name="Google Shape;1170;g3d2f4aa4fa1_0_32:notes"/>
          <p:cNvSpPr txBox="1"/>
          <p:nvPr>
            <p:ph idx="3" type="hdr"/>
          </p:nvPr>
        </p:nvSpPr>
        <p:spPr>
          <a:xfrm>
            <a:off x="0" y="0"/>
            <a:ext cx="2971800" cy="45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1171" name="Google Shape;1171;g3d2f4aa4fa1_0_32:notes"/>
          <p:cNvSpPr txBox="1"/>
          <p:nvPr>
            <p:ph idx="11" type="ftr"/>
          </p:nvPr>
        </p:nvSpPr>
        <p:spPr>
          <a:xfrm>
            <a:off x="0"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chemeClr val="lt1"/>
              </a:buClr>
              <a:buSzPts val="1200"/>
              <a:buFont typeface="Calibri"/>
              <a:buNone/>
            </a:pPr>
            <a:r>
              <a:t/>
            </a:r>
            <a:endParaRPr b="0" i="0" sz="1200" u="none" cap="none" strike="noStrike">
              <a:solidFill>
                <a:srgbClr val="000000"/>
              </a:solidFill>
              <a:latin typeface="Calibri"/>
              <a:ea typeface="Calibri"/>
              <a:cs typeface="Calibri"/>
              <a:sym typeface="Calibri"/>
            </a:endParaRPr>
          </a:p>
        </p:txBody>
      </p:sp>
      <p:sp>
        <p:nvSpPr>
          <p:cNvPr id="1172" name="Google Shape;1172;g3d2f4aa4fa1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7" name="Shape 1177"/>
        <p:cNvGrpSpPr/>
        <p:nvPr/>
      </p:nvGrpSpPr>
      <p:grpSpPr>
        <a:xfrm>
          <a:off x="0" y="0"/>
          <a:ext cx="0" cy="0"/>
          <a:chOff x="0" y="0"/>
          <a:chExt cx="0" cy="0"/>
        </a:xfrm>
      </p:grpSpPr>
      <p:sp>
        <p:nvSpPr>
          <p:cNvPr id="1178" name="Google Shape;1178;g3cc975970f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9" name="Google Shape;1179;g3cc975970f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g3ce21e192f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5" name="Google Shape;1185;g3ce21e192f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cf06388ec0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1" name="Google Shape;1191;g3cf06388ec0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5" name="Shape 1195"/>
        <p:cNvGrpSpPr/>
        <p:nvPr/>
      </p:nvGrpSpPr>
      <p:grpSpPr>
        <a:xfrm>
          <a:off x="0" y="0"/>
          <a:ext cx="0" cy="0"/>
          <a:chOff x="0" y="0"/>
          <a:chExt cx="0" cy="0"/>
        </a:xfrm>
      </p:grpSpPr>
      <p:sp>
        <p:nvSpPr>
          <p:cNvPr id="1196" name="Google Shape;1196;g3cc55d6ef8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7" name="Google Shape;1197;g3cc55d6ef8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g3d2f4aa4fa1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8" name="Google Shape;1218;g3d2f4aa4fa1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1" name="Shape 1221"/>
        <p:cNvGrpSpPr/>
        <p:nvPr/>
      </p:nvGrpSpPr>
      <p:grpSpPr>
        <a:xfrm>
          <a:off x="0" y="0"/>
          <a:ext cx="0" cy="0"/>
          <a:chOff x="0" y="0"/>
          <a:chExt cx="0" cy="0"/>
        </a:xfrm>
      </p:grpSpPr>
      <p:sp>
        <p:nvSpPr>
          <p:cNvPr id="1222" name="Google Shape;1222;g3d2f4aa4fa1_3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3" name="Google Shape;1223;g3d2f4aa4fa1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d2f4aa4fa1_3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d2f4aa4fa1_3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d2f4aa4fa1_3_6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5" name="Google Shape;1235;g3d2f4aa4fa1_3_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2f4aa4fa1_3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1" name="Google Shape;1241;g3d2f4aa4fa1_3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d2f4aa4fa1_3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d2f4aa4fa1_3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1" name="Shape 1251"/>
        <p:cNvGrpSpPr/>
        <p:nvPr/>
      </p:nvGrpSpPr>
      <p:grpSpPr>
        <a:xfrm>
          <a:off x="0" y="0"/>
          <a:ext cx="0" cy="0"/>
          <a:chOff x="0" y="0"/>
          <a:chExt cx="0" cy="0"/>
        </a:xfrm>
      </p:grpSpPr>
      <p:sp>
        <p:nvSpPr>
          <p:cNvPr id="1252" name="Google Shape;1252;g3d2f4aa4fa1_3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3" name="Google Shape;1253;g3d2f4aa4fa1_3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g"/></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1">
  <p:cSld name="6_Section 05 (blue)_layout 01">
    <p:spTree>
      <p:nvGrpSpPr>
        <p:cNvPr id="8" name="Shape 8"/>
        <p:cNvGrpSpPr/>
        <p:nvPr/>
      </p:nvGrpSpPr>
      <p:grpSpPr>
        <a:xfrm>
          <a:off x="0" y="0"/>
          <a:ext cx="0" cy="0"/>
          <a:chOff x="0" y="0"/>
          <a:chExt cx="0" cy="0"/>
        </a:xfrm>
      </p:grpSpPr>
      <p:sp>
        <p:nvSpPr>
          <p:cNvPr id="9" name="Google Shape;9;p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 name="Google Shape;10;p2"/>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1" name="Google Shape;11;p2"/>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12" name="Google Shape;12;p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3" name="Google Shape;13;p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r>
              <a:t/>
            </a:r>
            <a:endParaRPr b="1" i="0" sz="700" u="none" cap="none" strike="noStrike">
              <a:solidFill>
                <a:srgbClr val="201F4B"/>
              </a:solidFill>
              <a:latin typeface="Arial"/>
              <a:ea typeface="Arial"/>
              <a:cs typeface="Arial"/>
              <a:sym typeface="Arial"/>
            </a:endParaRPr>
          </a:p>
        </p:txBody>
      </p:sp>
      <p:sp>
        <p:nvSpPr>
          <p:cNvPr id="14" name="Google Shape;14;p2"/>
          <p:cNvSpPr txBox="1"/>
          <p:nvPr>
            <p:ph idx="1" type="body"/>
          </p:nvPr>
        </p:nvSpPr>
        <p:spPr>
          <a:xfrm>
            <a:off x="353196"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5" name="Google Shape;15;p2"/>
          <p:cNvSpPr txBox="1"/>
          <p:nvPr>
            <p:ph idx="2" type="body"/>
          </p:nvPr>
        </p:nvSpPr>
        <p:spPr>
          <a:xfrm>
            <a:off x="4790745"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divder page">
  <p:cSld name="5_Section 05 (blue)_divder page">
    <p:bg>
      <p:bgPr>
        <a:solidFill>
          <a:srgbClr val="5EAEE0"/>
        </a:solid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18" name="Google Shape;18;p3"/>
          <p:cNvPicPr preferRelativeResize="0"/>
          <p:nvPr/>
        </p:nvPicPr>
        <p:blipFill rotWithShape="1">
          <a:blip r:embed="rId2">
            <a:alphaModFix/>
          </a:blip>
          <a:srcRect b="0" l="0" r="0" t="0"/>
          <a:stretch/>
        </p:blipFill>
        <p:spPr>
          <a:xfrm>
            <a:off x="7452564" y="0"/>
            <a:ext cx="1177684" cy="114919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1">
  <p:cSld name="5_Section 05 (blue)_layout 01">
    <p:spTree>
      <p:nvGrpSpPr>
        <p:cNvPr id="19" name="Shape 19"/>
        <p:cNvGrpSpPr/>
        <p:nvPr/>
      </p:nvGrpSpPr>
      <p:grpSpPr>
        <a:xfrm>
          <a:off x="0" y="0"/>
          <a:ext cx="0" cy="0"/>
          <a:chOff x="0" y="0"/>
          <a:chExt cx="0" cy="0"/>
        </a:xfrm>
      </p:grpSpPr>
      <p:sp>
        <p:nvSpPr>
          <p:cNvPr id="20" name="Google Shape;20;p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1" name="Google Shape;21;p4"/>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22" name="Google Shape;22;p4"/>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23" name="Google Shape;23;p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24" name="Google Shape;24;p4"/>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5" name="Google Shape;25;p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26" name="Google Shape;26;p4"/>
          <p:cNvSpPr txBox="1"/>
          <p:nvPr>
            <p:ph idx="1" type="body"/>
          </p:nvPr>
        </p:nvSpPr>
        <p:spPr>
          <a:xfrm>
            <a:off x="353196"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27" name="Google Shape;27;p4"/>
          <p:cNvSpPr txBox="1"/>
          <p:nvPr>
            <p:ph idx="2" type="body"/>
          </p:nvPr>
        </p:nvSpPr>
        <p:spPr>
          <a:xfrm>
            <a:off x="4790745"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2">
  <p:cSld name="5_Section 05 (blue)_layout 02">
    <p:bg>
      <p:bgPr>
        <a:solidFill>
          <a:srgbClr val="5EAEE0"/>
        </a:solidFill>
      </p:bgPr>
    </p:bg>
    <p:spTree>
      <p:nvGrpSpPr>
        <p:cNvPr id="28" name="Shape 28"/>
        <p:cNvGrpSpPr/>
        <p:nvPr/>
      </p:nvGrpSpPr>
      <p:grpSpPr>
        <a:xfrm>
          <a:off x="0" y="0"/>
          <a:ext cx="0" cy="0"/>
          <a:chOff x="0" y="0"/>
          <a:chExt cx="0" cy="0"/>
        </a:xfrm>
      </p:grpSpPr>
      <p:sp>
        <p:nvSpPr>
          <p:cNvPr id="29" name="Google Shape;29;p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0" name="Google Shape;30;p5"/>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31" name="Google Shape;31;p5"/>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32" name="Google Shape;32;p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3" name="Google Shape;33;p5"/>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4" name="Google Shape;34;p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5" name="Google Shape;35;p5"/>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3">
  <p:cSld name="5_Section 05 (blue)_layout 03">
    <p:bg>
      <p:bgPr>
        <a:solidFill>
          <a:srgbClr val="FFDD7F"/>
        </a:solidFill>
      </p:bgPr>
    </p:bg>
    <p:spTree>
      <p:nvGrpSpPr>
        <p:cNvPr id="36" name="Shape 36"/>
        <p:cNvGrpSpPr/>
        <p:nvPr/>
      </p:nvGrpSpPr>
      <p:grpSpPr>
        <a:xfrm>
          <a:off x="0" y="0"/>
          <a:ext cx="0" cy="0"/>
          <a:chOff x="0" y="0"/>
          <a:chExt cx="0" cy="0"/>
        </a:xfrm>
      </p:grpSpPr>
      <p:sp>
        <p:nvSpPr>
          <p:cNvPr id="37" name="Google Shape;37;p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8" name="Google Shape;38;p6"/>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39" name="Google Shape;39;p6"/>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40" name="Google Shape;40;p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1" name="Google Shape;41;p6"/>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2" name="Google Shape;42;p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3" name="Google Shape;43;p6"/>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44" name="Google Shape;44;p6"/>
          <p:cNvSpPr txBox="1"/>
          <p:nvPr>
            <p:ph idx="2" type="body"/>
          </p:nvPr>
        </p:nvSpPr>
        <p:spPr>
          <a:xfrm>
            <a:off x="4790745"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4">
  <p:cSld name="5_Section 05 (blue)_layout 04">
    <p:bg>
      <p:bgPr>
        <a:solidFill>
          <a:srgbClr val="FFDD7F"/>
        </a:solidFill>
      </p:bgPr>
    </p:bg>
    <p:spTree>
      <p:nvGrpSpPr>
        <p:cNvPr id="45" name="Shape 45"/>
        <p:cNvGrpSpPr/>
        <p:nvPr/>
      </p:nvGrpSpPr>
      <p:grpSpPr>
        <a:xfrm>
          <a:off x="0" y="0"/>
          <a:ext cx="0" cy="0"/>
          <a:chOff x="0" y="0"/>
          <a:chExt cx="0" cy="0"/>
        </a:xfrm>
      </p:grpSpPr>
      <p:sp>
        <p:nvSpPr>
          <p:cNvPr id="46" name="Google Shape;46;p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7" name="Google Shape;47;p7"/>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8" name="Google Shape;48;p7"/>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49" name="Google Shape;49;p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0" name="Google Shape;50;p7"/>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1" name="Google Shape;51;p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2" name="Google Shape;52;p7"/>
          <p:cNvSpPr txBox="1"/>
          <p:nvPr>
            <p:ph idx="1" type="body"/>
          </p:nvPr>
        </p:nvSpPr>
        <p:spPr>
          <a:xfrm>
            <a:off x="605392" y="1323527"/>
            <a:ext cx="3969600" cy="452700"/>
          </a:xfrm>
          <a:prstGeom prst="rect">
            <a:avLst/>
          </a:prstGeom>
          <a:noFill/>
          <a:ln>
            <a:noFill/>
          </a:ln>
        </p:spPr>
        <p:txBody>
          <a:bodyPr anchorCtr="0" anchor="t" bIns="17125" lIns="34275" spcFirstLastPara="1" rIns="34275" wrap="square" tIns="17125">
            <a:normAutofit/>
          </a:bodyPr>
          <a:lstStyle>
            <a:lvl1pPr indent="-228600" lvl="0" marL="457200" algn="ctr">
              <a:lnSpc>
                <a:spcPct val="90000"/>
              </a:lnSpc>
              <a:spcBef>
                <a:spcPts val="400"/>
              </a:spcBef>
              <a:spcAft>
                <a:spcPts val="0"/>
              </a:spcAft>
              <a:buClr>
                <a:srgbClr val="262261"/>
              </a:buClr>
              <a:buSzPts val="1300"/>
              <a:buFont typeface="Arial"/>
              <a:buNone/>
              <a:defRPr b="1" sz="13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3" name="Google Shape;53;p7"/>
          <p:cNvSpPr txBox="1"/>
          <p:nvPr>
            <p:ph idx="2" type="body"/>
          </p:nvPr>
        </p:nvSpPr>
        <p:spPr>
          <a:xfrm>
            <a:off x="4790746" y="1323527"/>
            <a:ext cx="1311900" cy="1515300"/>
          </a:xfrm>
          <a:prstGeom prst="rect">
            <a:avLst/>
          </a:prstGeom>
          <a:noFill/>
          <a:ln>
            <a:noFill/>
          </a:ln>
        </p:spPr>
        <p:txBody>
          <a:bodyPr anchorCtr="0" anchor="ctr"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4" name="Google Shape;54;p7"/>
          <p:cNvSpPr txBox="1"/>
          <p:nvPr>
            <p:ph idx="3" type="body"/>
          </p:nvPr>
        </p:nvSpPr>
        <p:spPr>
          <a:xfrm>
            <a:off x="4790451" y="2990255"/>
            <a:ext cx="1312500" cy="1515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5">
  <p:cSld name="5_Section 05 (blue)_layout 05">
    <p:spTree>
      <p:nvGrpSpPr>
        <p:cNvPr id="55" name="Shape 55"/>
        <p:cNvGrpSpPr/>
        <p:nvPr/>
      </p:nvGrpSpPr>
      <p:grpSpPr>
        <a:xfrm>
          <a:off x="0" y="0"/>
          <a:ext cx="0" cy="0"/>
          <a:chOff x="0" y="0"/>
          <a:chExt cx="0" cy="0"/>
        </a:xfrm>
      </p:grpSpPr>
      <p:sp>
        <p:nvSpPr>
          <p:cNvPr id="56" name="Google Shape;56;p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7" name="Google Shape;57;p8"/>
          <p:cNvSpPr/>
          <p:nvPr/>
        </p:nvSpPr>
        <p:spPr>
          <a:xfrm>
            <a:off x="0" y="-335"/>
            <a:ext cx="9144000" cy="870000"/>
          </a:xfrm>
          <a:prstGeom prst="rect">
            <a:avLst/>
          </a:prstGeom>
          <a:solidFill>
            <a:schemeClr val="accent1"/>
          </a:solidFill>
          <a:ln cap="flat" cmpd="sng" w="9525">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8" name="Google Shape;58;p8"/>
          <p:cNvCxnSpPr/>
          <p:nvPr/>
        </p:nvCxnSpPr>
        <p:spPr>
          <a:xfrm>
            <a:off x="339879" y="571500"/>
            <a:ext cx="8457900" cy="0"/>
          </a:xfrm>
          <a:prstGeom prst="straightConnector1">
            <a:avLst/>
          </a:prstGeom>
          <a:noFill/>
          <a:ln cap="flat" cmpd="sng" w="3575">
            <a:solidFill>
              <a:schemeClr val="accent1"/>
            </a:solidFill>
            <a:prstDash val="solid"/>
            <a:miter lim="800000"/>
            <a:headEnd len="sm" w="sm" type="none"/>
            <a:tailEnd len="sm" w="sm" type="none"/>
          </a:ln>
        </p:spPr>
      </p:cxnSp>
      <p:sp>
        <p:nvSpPr>
          <p:cNvPr id="59" name="Google Shape;59;p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0" name="Google Shape;60;p8"/>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1" name="Google Shape;61;p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2" name="Google Shape;62;p8"/>
          <p:cNvSpPr txBox="1"/>
          <p:nvPr>
            <p:ph idx="1" type="body"/>
          </p:nvPr>
        </p:nvSpPr>
        <p:spPr>
          <a:xfrm>
            <a:off x="1212863" y="1194158"/>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1">
  <p:cSld name="1_Section_01 (yellow) layout 02_6">
    <p:spTree>
      <p:nvGrpSpPr>
        <p:cNvPr id="67" name="Shape 67"/>
        <p:cNvGrpSpPr/>
        <p:nvPr/>
      </p:nvGrpSpPr>
      <p:grpSpPr>
        <a:xfrm>
          <a:off x="0" y="0"/>
          <a:ext cx="0" cy="0"/>
          <a:chOff x="0" y="0"/>
          <a:chExt cx="0" cy="0"/>
        </a:xfrm>
      </p:grpSpPr>
      <p:sp>
        <p:nvSpPr>
          <p:cNvPr id="68" name="Google Shape;68;p1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9" name="Google Shape;69;p1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0" name="Google Shape;70;p1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1" name="Google Shape;71;p1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2" name="Google Shape;72;p10"/>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3" name="Google Shape;73;p1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4" name="Google Shape;74;p10"/>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p:cSld name="1_Section_01 (yellow) layout 02_2">
    <p:spTree>
      <p:nvGrpSpPr>
        <p:cNvPr id="75" name="Shape 75"/>
        <p:cNvGrpSpPr/>
        <p:nvPr/>
      </p:nvGrpSpPr>
      <p:grpSpPr>
        <a:xfrm>
          <a:off x="0" y="0"/>
          <a:ext cx="0" cy="0"/>
          <a:chOff x="0" y="0"/>
          <a:chExt cx="0" cy="0"/>
        </a:xfrm>
      </p:grpSpPr>
      <p:sp>
        <p:nvSpPr>
          <p:cNvPr id="76" name="Google Shape;76;p1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7" name="Google Shape;77;p11"/>
          <p:cNvSpPr/>
          <p:nvPr/>
        </p:nvSpPr>
        <p:spPr>
          <a:xfrm>
            <a:off x="0" y="-335"/>
            <a:ext cx="9144000" cy="870000"/>
          </a:xfrm>
          <a:prstGeom prst="rect">
            <a:avLst/>
          </a:prstGeom>
          <a:solidFill>
            <a:schemeClr val="dk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8" name="Google Shape;78;p1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9" name="Google Shape;79;p1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0" name="Google Shape;80;p11"/>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1" name="Google Shape;81;p1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2" name="Google Shape;82;p11"/>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304800" lvl="0" marL="457200" algn="l">
              <a:lnSpc>
                <a:spcPct val="90000"/>
              </a:lnSpc>
              <a:spcBef>
                <a:spcPts val="400"/>
              </a:spcBef>
              <a:spcAft>
                <a:spcPts val="0"/>
              </a:spcAft>
              <a:buClr>
                <a:srgbClr val="000000"/>
              </a:buClr>
              <a:buSzPts val="1200"/>
              <a:buFont typeface="Arial"/>
              <a:buChar char="⦿"/>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2">
  <p:cSld name="1_Section_01 (yellow)_layout 02">
    <p:spTree>
      <p:nvGrpSpPr>
        <p:cNvPr id="83" name="Shape 83"/>
        <p:cNvGrpSpPr/>
        <p:nvPr/>
      </p:nvGrpSpPr>
      <p:grpSpPr>
        <a:xfrm>
          <a:off x="0" y="0"/>
          <a:ext cx="0" cy="0"/>
          <a:chOff x="0" y="0"/>
          <a:chExt cx="0" cy="0"/>
        </a:xfrm>
      </p:grpSpPr>
      <p:sp>
        <p:nvSpPr>
          <p:cNvPr id="84" name="Google Shape;84;p1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5" name="Google Shape;85;p1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6" name="Google Shape;86;p1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7" name="Google Shape;87;p1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8" name="Google Shape;88;p12"/>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9" name="Google Shape;89;p1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0" name="Google Shape;90;p12"/>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o"/>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1 2">
  <p:cSld name="1_Section_01 (yellow) layout 02_4">
    <p:spTree>
      <p:nvGrpSpPr>
        <p:cNvPr id="91" name="Shape 91"/>
        <p:cNvGrpSpPr/>
        <p:nvPr/>
      </p:nvGrpSpPr>
      <p:grpSpPr>
        <a:xfrm>
          <a:off x="0" y="0"/>
          <a:ext cx="0" cy="0"/>
          <a:chOff x="0" y="0"/>
          <a:chExt cx="0" cy="0"/>
        </a:xfrm>
      </p:grpSpPr>
      <p:sp>
        <p:nvSpPr>
          <p:cNvPr id="92" name="Google Shape;92;p1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3" name="Google Shape;93;p1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4" name="Google Shape;94;p1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5" name="Google Shape;95;p1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6" name="Google Shape;96;p13"/>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7" name="Google Shape;97;p1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8" name="Google Shape;98;p13"/>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rgbClr val="262261"/>
        </a:solidFill>
      </p:bgPr>
    </p:bg>
    <p:spTree>
      <p:nvGrpSpPr>
        <p:cNvPr id="99" name="Shape 99"/>
        <p:cNvGrpSpPr/>
        <p:nvPr/>
      </p:nvGrpSpPr>
      <p:grpSpPr>
        <a:xfrm>
          <a:off x="0" y="0"/>
          <a:ext cx="0" cy="0"/>
          <a:chOff x="0" y="0"/>
          <a:chExt cx="0" cy="0"/>
        </a:xfrm>
      </p:grpSpPr>
      <p:sp>
        <p:nvSpPr>
          <p:cNvPr id="100" name="Google Shape;100;p14"/>
          <p:cNvSpPr txBox="1"/>
          <p:nvPr>
            <p:ph idx="1" type="body"/>
          </p:nvPr>
        </p:nvSpPr>
        <p:spPr>
          <a:xfrm>
            <a:off x="6339470" y="3692171"/>
            <a:ext cx="2571600" cy="685800"/>
          </a:xfrm>
          <a:prstGeom prst="rect">
            <a:avLst/>
          </a:prstGeom>
          <a:noFill/>
          <a:ln>
            <a:noFill/>
          </a:ln>
        </p:spPr>
        <p:txBody>
          <a:bodyPr anchorCtr="0" anchor="b"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200">
                <a:solidFill>
                  <a:schemeClr val="lt1"/>
                </a:solidFill>
              </a:defRPr>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7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sp>
        <p:nvSpPr>
          <p:cNvPr id="101" name="Google Shape;101;p14"/>
          <p:cNvSpPr txBox="1"/>
          <p:nvPr>
            <p:ph idx="2" type="subTitle"/>
          </p:nvPr>
        </p:nvSpPr>
        <p:spPr>
          <a:xfrm>
            <a:off x="585579" y="0"/>
            <a:ext cx="6488100" cy="16893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pic>
        <p:nvPicPr>
          <p:cNvPr descr="A group of people posing for a photo&#10;&#10;Description automatically generated" id="102" name="Google Shape;102;p14"/>
          <p:cNvPicPr preferRelativeResize="0"/>
          <p:nvPr/>
        </p:nvPicPr>
        <p:blipFill rotWithShape="1">
          <a:blip r:embed="rId2">
            <a:alphaModFix/>
          </a:blip>
          <a:srcRect b="0" l="0" r="0" t="0"/>
          <a:stretch/>
        </p:blipFill>
        <p:spPr>
          <a:xfrm>
            <a:off x="0" y="1622502"/>
            <a:ext cx="6342609" cy="3520539"/>
          </a:xfrm>
          <a:prstGeom prst="rect">
            <a:avLst/>
          </a:prstGeom>
          <a:noFill/>
          <a:ln>
            <a:noFill/>
          </a:ln>
        </p:spPr>
      </p:pic>
      <p:pic>
        <p:nvPicPr>
          <p:cNvPr id="103" name="Google Shape;103;p14"/>
          <p:cNvPicPr preferRelativeResize="0"/>
          <p:nvPr/>
        </p:nvPicPr>
        <p:blipFill rotWithShape="1">
          <a:blip r:embed="rId3">
            <a:alphaModFix/>
          </a:blip>
          <a:srcRect b="0" l="0" r="0" t="0"/>
          <a:stretch/>
        </p:blipFill>
        <p:spPr>
          <a:xfrm>
            <a:off x="6214205" y="4451399"/>
            <a:ext cx="2287627" cy="444359"/>
          </a:xfrm>
          <a:prstGeom prst="rect">
            <a:avLst/>
          </a:prstGeom>
          <a:noFill/>
          <a:ln>
            <a:noFill/>
          </a:ln>
        </p:spPr>
      </p:pic>
      <p:pic>
        <p:nvPicPr>
          <p:cNvPr id="104" name="Google Shape;104;p14"/>
          <p:cNvPicPr preferRelativeResize="0"/>
          <p:nvPr/>
        </p:nvPicPr>
        <p:blipFill rotWithShape="1">
          <a:blip r:embed="rId4">
            <a:alphaModFix/>
          </a:blip>
          <a:srcRect b="0" l="0" r="0" t="0"/>
          <a:stretch/>
        </p:blipFill>
        <p:spPr>
          <a:xfrm>
            <a:off x="7472367" y="0"/>
            <a:ext cx="1290462" cy="125924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2">
  <p:cSld name="Section 05 (blue) layout 02">
    <p:spTree>
      <p:nvGrpSpPr>
        <p:cNvPr id="105" name="Shape 105"/>
        <p:cNvGrpSpPr/>
        <p:nvPr/>
      </p:nvGrpSpPr>
      <p:grpSpPr>
        <a:xfrm>
          <a:off x="0" y="0"/>
          <a:ext cx="0" cy="0"/>
          <a:chOff x="0" y="0"/>
          <a:chExt cx="0" cy="0"/>
        </a:xfrm>
      </p:grpSpPr>
      <p:sp>
        <p:nvSpPr>
          <p:cNvPr id="106" name="Google Shape;106;p1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7" name="Google Shape;107;p1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8" name="Google Shape;108;p1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9" name="Google Shape;109;p1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0" name="Google Shape;110;p15"/>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1" name="Google Shape;111;p1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12" name="Google Shape;112;p15"/>
          <p:cNvSpPr txBox="1"/>
          <p:nvPr>
            <p:ph idx="1" type="body"/>
          </p:nvPr>
        </p:nvSpPr>
        <p:spPr>
          <a:xfrm>
            <a:off x="353196" y="1194157"/>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2 (green) layout 02">
  <p:cSld name="Section 02 (green) layout 02">
    <p:spTree>
      <p:nvGrpSpPr>
        <p:cNvPr id="113" name="Shape 113"/>
        <p:cNvGrpSpPr/>
        <p:nvPr/>
      </p:nvGrpSpPr>
      <p:grpSpPr>
        <a:xfrm>
          <a:off x="0" y="0"/>
          <a:ext cx="0" cy="0"/>
          <a:chOff x="0" y="0"/>
          <a:chExt cx="0" cy="0"/>
        </a:xfrm>
      </p:grpSpPr>
      <p:sp>
        <p:nvSpPr>
          <p:cNvPr id="114" name="Google Shape;114;p1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5" name="Google Shape;115;p1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16" name="Google Shape;116;p1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7" name="Google Shape;117;p1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8" name="Google Shape;118;p16"/>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9" name="Google Shape;119;p1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20" name="Google Shape;120;p16"/>
          <p:cNvSpPr txBox="1"/>
          <p:nvPr>
            <p:ph idx="1" type="body"/>
          </p:nvPr>
        </p:nvSpPr>
        <p:spPr>
          <a:xfrm>
            <a:off x="353196" y="1194157"/>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121" name="Google Shape;121;p1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2">
  <p:cSld name="Section 07 (light green) layout 02">
    <p:spTree>
      <p:nvGrpSpPr>
        <p:cNvPr id="122" name="Shape 122"/>
        <p:cNvGrpSpPr/>
        <p:nvPr/>
      </p:nvGrpSpPr>
      <p:grpSpPr>
        <a:xfrm>
          <a:off x="0" y="0"/>
          <a:ext cx="0" cy="0"/>
          <a:chOff x="0" y="0"/>
          <a:chExt cx="0" cy="0"/>
        </a:xfrm>
      </p:grpSpPr>
      <p:sp>
        <p:nvSpPr>
          <p:cNvPr id="123" name="Google Shape;123;p1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24" name="Google Shape;124;p1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25" name="Google Shape;125;p1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26" name="Google Shape;126;p1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27" name="Google Shape;127;p17"/>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28" name="Google Shape;128;p1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29" name="Google Shape;129;p17"/>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2">
  <p:cSld name="Section 03 (salmon) layout 02">
    <p:spTree>
      <p:nvGrpSpPr>
        <p:cNvPr id="130" name="Shape 130"/>
        <p:cNvGrpSpPr/>
        <p:nvPr/>
      </p:nvGrpSpPr>
      <p:grpSpPr>
        <a:xfrm>
          <a:off x="0" y="0"/>
          <a:ext cx="0" cy="0"/>
          <a:chOff x="0" y="0"/>
          <a:chExt cx="0" cy="0"/>
        </a:xfrm>
      </p:grpSpPr>
      <p:sp>
        <p:nvSpPr>
          <p:cNvPr id="131" name="Google Shape;131;p1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32" name="Google Shape;132;p1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33" name="Google Shape;133;p1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34" name="Google Shape;134;p1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35" name="Google Shape;135;p18"/>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36" name="Google Shape;136;p1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37" name="Google Shape;137;p18"/>
          <p:cNvSpPr txBox="1"/>
          <p:nvPr>
            <p:ph idx="1" type="body"/>
          </p:nvPr>
        </p:nvSpPr>
        <p:spPr>
          <a:xfrm>
            <a:off x="353196" y="1194157"/>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138" name="Google Shape;138;p1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03 (orange)_layout 02">
  <p:cSld name="3_Section 03 (orange)_layout 02">
    <p:spTree>
      <p:nvGrpSpPr>
        <p:cNvPr id="139" name="Shape 139"/>
        <p:cNvGrpSpPr/>
        <p:nvPr/>
      </p:nvGrpSpPr>
      <p:grpSpPr>
        <a:xfrm>
          <a:off x="0" y="0"/>
          <a:ext cx="0" cy="0"/>
          <a:chOff x="0" y="0"/>
          <a:chExt cx="0" cy="0"/>
        </a:xfrm>
      </p:grpSpPr>
      <p:sp>
        <p:nvSpPr>
          <p:cNvPr id="140" name="Google Shape;140;p19"/>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141" name="Google Shape;141;p1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cxnSp>
        <p:nvCxnSpPr>
          <p:cNvPr id="142" name="Google Shape;142;p19"/>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43" name="Google Shape;143;p19"/>
          <p:cNvSpPr txBox="1"/>
          <p:nvPr>
            <p:ph type="title"/>
          </p:nvPr>
        </p:nvSpPr>
        <p:spPr>
          <a:xfrm>
            <a:off x="349404" y="151515"/>
            <a:ext cx="84468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144" name="Google Shape;144;p19"/>
          <p:cNvSpPr/>
          <p:nvPr/>
        </p:nvSpPr>
        <p:spPr>
          <a:xfrm>
            <a:off x="8660526" y="4704908"/>
            <a:ext cx="491700" cy="191400"/>
          </a:xfrm>
          <a:prstGeom prst="rect">
            <a:avLst/>
          </a:prstGeom>
          <a:solidFill>
            <a:srgbClr val="F58D7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145" name="Google Shape;145;p19"/>
          <p:cNvSpPr txBox="1"/>
          <p:nvPr/>
        </p:nvSpPr>
        <p:spPr>
          <a:xfrm>
            <a:off x="8729098" y="4704908"/>
            <a:ext cx="2172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 sz="800" u="none" cap="none" strike="noStrike">
                <a:solidFill>
                  <a:srgbClr val="201F4B"/>
                </a:solidFill>
                <a:latin typeface="Arial"/>
                <a:ea typeface="Arial"/>
                <a:cs typeface="Arial"/>
                <a:sym typeface="Arial"/>
              </a:rPr>
              <a:t>‹#›</a:t>
            </a:fld>
            <a:endParaRPr b="1" i="0" sz="800" u="none" cap="none" strike="noStrike">
              <a:solidFill>
                <a:srgbClr val="201F4B"/>
              </a:solidFill>
              <a:latin typeface="Arial"/>
              <a:ea typeface="Arial"/>
              <a:cs typeface="Arial"/>
              <a:sym typeface="Arial"/>
            </a:endParaRPr>
          </a:p>
        </p:txBody>
      </p:sp>
      <p:sp>
        <p:nvSpPr>
          <p:cNvPr id="146" name="Google Shape;146;p19"/>
          <p:cNvSpPr txBox="1"/>
          <p:nvPr>
            <p:ph idx="1" type="body"/>
          </p:nvPr>
        </p:nvSpPr>
        <p:spPr>
          <a:xfrm>
            <a:off x="353196" y="1194158"/>
            <a:ext cx="8406900" cy="3378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SzPts val="2400"/>
              <a:buNone/>
              <a:defRPr sz="1200"/>
            </a:lvl1pPr>
            <a:lvl2pPr indent="-381000" lvl="1" marL="914400" algn="l">
              <a:lnSpc>
                <a:spcPct val="90000"/>
              </a:lnSpc>
              <a:spcBef>
                <a:spcPts val="400"/>
              </a:spcBef>
              <a:spcAft>
                <a:spcPts val="0"/>
              </a:spcAft>
              <a:buSzPts val="2400"/>
              <a:buChar char="•"/>
              <a:defRPr sz="1200"/>
            </a:lvl2pPr>
            <a:lvl3pPr indent="-381000" lvl="2" marL="1371600" algn="l">
              <a:lnSpc>
                <a:spcPct val="90000"/>
              </a:lnSpc>
              <a:spcBef>
                <a:spcPts val="400"/>
              </a:spcBef>
              <a:spcAft>
                <a:spcPts val="0"/>
              </a:spcAft>
              <a:buSzPts val="2400"/>
              <a:buChar char="o"/>
              <a:defRPr sz="1200"/>
            </a:lvl3pPr>
            <a:lvl4pPr indent="-381000" lvl="3" marL="1828800" algn="l">
              <a:lnSpc>
                <a:spcPct val="90000"/>
              </a:lnSpc>
              <a:spcBef>
                <a:spcPts val="400"/>
              </a:spcBef>
              <a:spcAft>
                <a:spcPts val="0"/>
              </a:spcAft>
              <a:buSzPts val="2400"/>
              <a:buChar char="⦿"/>
              <a:defRPr sz="1200"/>
            </a:lvl4pPr>
            <a:lvl5pPr indent="-381000" lvl="4" marL="2286000" algn="l">
              <a:lnSpc>
                <a:spcPct val="90000"/>
              </a:lnSpc>
              <a:spcBef>
                <a:spcPts val="400"/>
              </a:spcBef>
              <a:spcAft>
                <a:spcPts val="0"/>
              </a:spcAft>
              <a:buSzPts val="2400"/>
              <a:buChar char="•"/>
              <a:defRPr sz="1200"/>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05 (magenta)_layout 02">
  <p:cSld name="4_Section 05 (magenta)_layout 02">
    <p:bg>
      <p:bgPr>
        <a:solidFill>
          <a:srgbClr val="F2728C"/>
        </a:solidFill>
      </p:bgPr>
    </p:bg>
    <p:spTree>
      <p:nvGrpSpPr>
        <p:cNvPr id="147" name="Shape 147"/>
        <p:cNvGrpSpPr/>
        <p:nvPr/>
      </p:nvGrpSpPr>
      <p:grpSpPr>
        <a:xfrm>
          <a:off x="0" y="0"/>
          <a:ext cx="0" cy="0"/>
          <a:chOff x="0" y="0"/>
          <a:chExt cx="0" cy="0"/>
        </a:xfrm>
      </p:grpSpPr>
      <p:sp>
        <p:nvSpPr>
          <p:cNvPr id="148" name="Google Shape;148;p2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49" name="Google Shape;149;p2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50" name="Google Shape;150;p2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51" name="Google Shape;151;p2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52" name="Google Shape;152;p20"/>
          <p:cNvSpPr/>
          <p:nvPr/>
        </p:nvSpPr>
        <p:spPr>
          <a:xfrm>
            <a:off x="8660526" y="4704907"/>
            <a:ext cx="491700" cy="191400"/>
          </a:xfrm>
          <a:prstGeom prst="rect">
            <a:avLst/>
          </a:prstGeom>
          <a:solidFill>
            <a:srgbClr val="F2728C"/>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53" name="Google Shape;153;p2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54" name="Google Shape;154;p20"/>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Full Span">
  <p:cSld name="One Column Full Span">
    <p:spTree>
      <p:nvGrpSpPr>
        <p:cNvPr id="155" name="Shape 155"/>
        <p:cNvGrpSpPr/>
        <p:nvPr/>
      </p:nvGrpSpPr>
      <p:grpSpPr>
        <a:xfrm>
          <a:off x="0" y="0"/>
          <a:ext cx="0" cy="0"/>
          <a:chOff x="0" y="0"/>
          <a:chExt cx="0" cy="0"/>
        </a:xfrm>
      </p:grpSpPr>
      <p:sp>
        <p:nvSpPr>
          <p:cNvPr id="156" name="Google Shape;156;p2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21"/>
          <p:cNvSpPr txBox="1"/>
          <p:nvPr>
            <p:ph type="title"/>
          </p:nvPr>
        </p:nvSpPr>
        <p:spPr>
          <a:xfrm>
            <a:off x="339880" y="286645"/>
            <a:ext cx="84576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158" name="Google Shape;158;p21"/>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59" name="Google Shape;159;p21"/>
          <p:cNvSpPr txBox="1"/>
          <p:nvPr>
            <p:ph idx="1" type="body"/>
          </p:nvPr>
        </p:nvSpPr>
        <p:spPr>
          <a:xfrm>
            <a:off x="347897" y="947213"/>
            <a:ext cx="8448300" cy="37350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160" name="Google Shape;160;p21"/>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solidFill>
          <a:schemeClr val="dk1"/>
        </a:solidFill>
      </p:bgPr>
    </p:bg>
    <p:spTree>
      <p:nvGrpSpPr>
        <p:cNvPr id="161" name="Shape 161"/>
        <p:cNvGrpSpPr/>
        <p:nvPr/>
      </p:nvGrpSpPr>
      <p:grpSpPr>
        <a:xfrm>
          <a:off x="0" y="0"/>
          <a:ext cx="0" cy="0"/>
          <a:chOff x="0" y="0"/>
          <a:chExt cx="0" cy="0"/>
        </a:xfrm>
      </p:grpSpPr>
      <p:sp>
        <p:nvSpPr>
          <p:cNvPr id="162" name="Google Shape;162;p22"/>
          <p:cNvSpPr txBox="1"/>
          <p:nvPr>
            <p:ph type="ctrTitle"/>
          </p:nvPr>
        </p:nvSpPr>
        <p:spPr>
          <a:xfrm>
            <a:off x="339881" y="1960734"/>
            <a:ext cx="5561700" cy="17145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500"/>
              <a:buFont typeface="Arial"/>
              <a:buNone/>
              <a:defRPr b="1" sz="45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163" name="Google Shape;163;p22"/>
          <p:cNvSpPr txBox="1"/>
          <p:nvPr>
            <p:ph idx="1" type="subTitle"/>
          </p:nvPr>
        </p:nvSpPr>
        <p:spPr>
          <a:xfrm>
            <a:off x="339880" y="755921"/>
            <a:ext cx="5561700" cy="573900"/>
          </a:xfrm>
          <a:prstGeom prst="rect">
            <a:avLst/>
          </a:prstGeom>
          <a:noFill/>
          <a:ln>
            <a:noFill/>
          </a:ln>
        </p:spPr>
        <p:txBody>
          <a:bodyPr anchorCtr="0" anchor="b" bIns="0" lIns="0" spcFirstLastPara="1" rIns="0" wrap="square" tIns="0">
            <a:noAutofit/>
          </a:bodyPr>
          <a:lstStyle>
            <a:lvl1pPr lvl="0" algn="l">
              <a:lnSpc>
                <a:spcPct val="116666"/>
              </a:lnSpc>
              <a:spcBef>
                <a:spcPts val="900"/>
              </a:spcBef>
              <a:spcAft>
                <a:spcPts val="0"/>
              </a:spcAft>
              <a:buClr>
                <a:schemeClr val="lt1"/>
              </a:buClr>
              <a:buSzPts val="2700"/>
              <a:buNone/>
              <a:defRPr sz="2700"/>
            </a:lvl1pPr>
            <a:lvl2pPr lvl="1" algn="ctr">
              <a:lnSpc>
                <a:spcPct val="181573"/>
              </a:lnSpc>
              <a:spcBef>
                <a:spcPts val="900"/>
              </a:spcBef>
              <a:spcAft>
                <a:spcPts val="0"/>
              </a:spcAft>
              <a:buClr>
                <a:schemeClr val="lt1"/>
              </a:buClr>
              <a:buSzPts val="1300"/>
              <a:buNone/>
              <a:defRPr sz="1100"/>
            </a:lvl2pPr>
            <a:lvl3pPr lvl="2" algn="ctr">
              <a:lnSpc>
                <a:spcPct val="201718"/>
              </a:lnSpc>
              <a:spcBef>
                <a:spcPts val="900"/>
              </a:spcBef>
              <a:spcAft>
                <a:spcPts val="0"/>
              </a:spcAft>
              <a:buClr>
                <a:schemeClr val="lt1"/>
              </a:buClr>
              <a:buSzPts val="1000"/>
              <a:buNone/>
              <a:defRPr sz="1000"/>
            </a:lvl3pPr>
            <a:lvl4pPr lvl="3" algn="ctr">
              <a:lnSpc>
                <a:spcPct val="226795"/>
              </a:lnSpc>
              <a:spcBef>
                <a:spcPts val="900"/>
              </a:spcBef>
              <a:spcAft>
                <a:spcPts val="0"/>
              </a:spcAft>
              <a:buClr>
                <a:schemeClr val="lt1"/>
              </a:buClr>
              <a:buSzPts val="900"/>
              <a:buNone/>
              <a:defRPr sz="900"/>
            </a:lvl4pPr>
            <a:lvl5pPr lvl="4" algn="ctr">
              <a:lnSpc>
                <a:spcPct val="226795"/>
              </a:lnSpc>
              <a:spcBef>
                <a:spcPts val="90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cxnSp>
        <p:nvCxnSpPr>
          <p:cNvPr id="164" name="Google Shape;164;p22"/>
          <p:cNvCxnSpPr/>
          <p:nvPr/>
        </p:nvCxnSpPr>
        <p:spPr>
          <a:xfrm>
            <a:off x="339879" y="3766542"/>
            <a:ext cx="8457600" cy="0"/>
          </a:xfrm>
          <a:prstGeom prst="straightConnector1">
            <a:avLst/>
          </a:prstGeom>
          <a:noFill/>
          <a:ln cap="flat" cmpd="sng" w="50800">
            <a:solidFill>
              <a:schemeClr val="lt1"/>
            </a:solidFill>
            <a:prstDash val="solid"/>
            <a:miter lim="800000"/>
            <a:headEnd len="sm" w="sm" type="none"/>
            <a:tailEnd len="sm" w="sm" type="none"/>
          </a:ln>
        </p:spPr>
      </p:cxnSp>
      <p:sp>
        <p:nvSpPr>
          <p:cNvPr id="165" name="Google Shape;165;p22"/>
          <p:cNvSpPr txBox="1"/>
          <p:nvPr>
            <p:ph idx="2" type="body"/>
          </p:nvPr>
        </p:nvSpPr>
        <p:spPr>
          <a:xfrm>
            <a:off x="1295136" y="4124325"/>
            <a:ext cx="4110900" cy="661800"/>
          </a:xfrm>
          <a:prstGeom prst="rect">
            <a:avLst/>
          </a:prstGeom>
          <a:noFill/>
          <a:ln>
            <a:noFill/>
          </a:ln>
        </p:spPr>
        <p:txBody>
          <a:bodyPr anchorCtr="0" anchor="t" bIns="0" lIns="0" spcFirstLastPara="1" rIns="0" wrap="square" tIns="0">
            <a:noAutofit/>
          </a:bodyPr>
          <a:lstStyle>
            <a:lvl1pPr indent="-228600" lvl="0" marL="457200" algn="l">
              <a:lnSpc>
                <a:spcPct val="135000"/>
              </a:lnSpc>
              <a:spcBef>
                <a:spcPts val="900"/>
              </a:spcBef>
              <a:spcAft>
                <a:spcPts val="0"/>
              </a:spcAft>
              <a:buClr>
                <a:schemeClr val="lt1"/>
              </a:buClr>
              <a:buSzPts val="1500"/>
              <a:buFont typeface="Arial"/>
              <a:buNone/>
              <a:defRPr sz="1500"/>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11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pic>
        <p:nvPicPr>
          <p:cNvPr id="166" name="Google Shape;166;p22"/>
          <p:cNvPicPr preferRelativeResize="0"/>
          <p:nvPr/>
        </p:nvPicPr>
        <p:blipFill rotWithShape="1">
          <a:blip r:embed="rId2">
            <a:alphaModFix/>
          </a:blip>
          <a:srcRect b="0" l="0" r="0" t="0"/>
          <a:stretch/>
        </p:blipFill>
        <p:spPr>
          <a:xfrm>
            <a:off x="6128814" y="2274508"/>
            <a:ext cx="2668761" cy="2255163"/>
          </a:xfrm>
          <a:prstGeom prst="rect">
            <a:avLst/>
          </a:prstGeom>
          <a:noFill/>
          <a:ln>
            <a:noFill/>
          </a:ln>
        </p:spPr>
      </p:pic>
      <p:pic>
        <p:nvPicPr>
          <p:cNvPr id="167" name="Google Shape;167;p22"/>
          <p:cNvPicPr preferRelativeResize="0"/>
          <p:nvPr/>
        </p:nvPicPr>
        <p:blipFill rotWithShape="1">
          <a:blip r:embed="rId3">
            <a:alphaModFix/>
          </a:blip>
          <a:srcRect b="0" l="0" r="0" t="0"/>
          <a:stretch/>
        </p:blipFill>
        <p:spPr>
          <a:xfrm>
            <a:off x="355100" y="4165717"/>
            <a:ext cx="627133" cy="551676"/>
          </a:xfrm>
          <a:prstGeom prst="rect">
            <a:avLst/>
          </a:prstGeom>
          <a:noFill/>
          <a:ln>
            <a:noFill/>
          </a:ln>
        </p:spPr>
      </p:pic>
      <p:pic>
        <p:nvPicPr>
          <p:cNvPr id="168" name="Google Shape;168;p22"/>
          <p:cNvPicPr preferRelativeResize="0"/>
          <p:nvPr/>
        </p:nvPicPr>
        <p:blipFill rotWithShape="1">
          <a:blip r:embed="rId2">
            <a:alphaModFix/>
          </a:blip>
          <a:srcRect b="0" l="0" r="0" t="0"/>
          <a:stretch/>
        </p:blipFill>
        <p:spPr>
          <a:xfrm>
            <a:off x="6128814" y="2274508"/>
            <a:ext cx="2668761" cy="2255163"/>
          </a:xfrm>
          <a:prstGeom prst="rect">
            <a:avLst/>
          </a:prstGeom>
          <a:noFill/>
          <a:ln>
            <a:noFill/>
          </a:ln>
        </p:spPr>
      </p:pic>
      <p:pic>
        <p:nvPicPr>
          <p:cNvPr id="169" name="Google Shape;169;p22"/>
          <p:cNvPicPr preferRelativeResize="0"/>
          <p:nvPr/>
        </p:nvPicPr>
        <p:blipFill rotWithShape="1">
          <a:blip r:embed="rId3">
            <a:alphaModFix/>
          </a:blip>
          <a:srcRect b="0" l="0" r="0" t="0"/>
          <a:stretch/>
        </p:blipFill>
        <p:spPr>
          <a:xfrm>
            <a:off x="355100" y="4165717"/>
            <a:ext cx="627133" cy="551676"/>
          </a:xfrm>
          <a:prstGeom prst="rect">
            <a:avLst/>
          </a:prstGeom>
          <a:noFill/>
          <a:ln>
            <a:noFill/>
          </a:ln>
        </p:spPr>
      </p:pic>
      <p:pic>
        <p:nvPicPr>
          <p:cNvPr id="170" name="Google Shape;170;p22"/>
          <p:cNvPicPr preferRelativeResize="0"/>
          <p:nvPr/>
        </p:nvPicPr>
        <p:blipFill rotWithShape="1">
          <a:blip r:embed="rId2">
            <a:alphaModFix/>
          </a:blip>
          <a:srcRect b="0" l="0" r="0" t="0"/>
          <a:stretch/>
        </p:blipFill>
        <p:spPr>
          <a:xfrm>
            <a:off x="6128814" y="2274508"/>
            <a:ext cx="2668761" cy="2255163"/>
          </a:xfrm>
          <a:prstGeom prst="rect">
            <a:avLst/>
          </a:prstGeom>
          <a:noFill/>
          <a:ln>
            <a:noFill/>
          </a:ln>
        </p:spPr>
      </p:pic>
      <p:pic>
        <p:nvPicPr>
          <p:cNvPr id="171" name="Google Shape;171;p22"/>
          <p:cNvPicPr preferRelativeResize="0"/>
          <p:nvPr/>
        </p:nvPicPr>
        <p:blipFill rotWithShape="1">
          <a:blip r:embed="rId3">
            <a:alphaModFix/>
          </a:blip>
          <a:srcRect b="0" l="0" r="0" t="0"/>
          <a:stretch/>
        </p:blipFill>
        <p:spPr>
          <a:xfrm>
            <a:off x="355100" y="4165717"/>
            <a:ext cx="627133" cy="5516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1"/>
        </a:solidFill>
      </p:bgPr>
    </p:bg>
    <p:spTree>
      <p:nvGrpSpPr>
        <p:cNvPr id="172" name="Shape 172"/>
        <p:cNvGrpSpPr/>
        <p:nvPr/>
      </p:nvGrpSpPr>
      <p:grpSpPr>
        <a:xfrm>
          <a:off x="0" y="0"/>
          <a:ext cx="0" cy="0"/>
          <a:chOff x="0" y="0"/>
          <a:chExt cx="0" cy="0"/>
        </a:xfrm>
      </p:grpSpPr>
      <p:sp>
        <p:nvSpPr>
          <p:cNvPr id="173" name="Google Shape;173;p23"/>
          <p:cNvSpPr txBox="1"/>
          <p:nvPr>
            <p:ph type="title"/>
          </p:nvPr>
        </p:nvSpPr>
        <p:spPr>
          <a:xfrm>
            <a:off x="339879" y="1525171"/>
            <a:ext cx="8457600" cy="2092200"/>
          </a:xfrm>
          <a:prstGeom prst="rect">
            <a:avLst/>
          </a:prstGeom>
          <a:noFill/>
          <a:ln>
            <a:noFill/>
          </a:ln>
        </p:spPr>
        <p:txBody>
          <a:bodyPr anchorCtr="0" anchor="b" bIns="0" lIns="0" spcFirstLastPara="1" rIns="0" wrap="square" tIns="0">
            <a:noAutofit/>
          </a:bodyPr>
          <a:lstStyle>
            <a:lvl1pPr lvl="0" algn="l">
              <a:lnSpc>
                <a:spcPct val="116666"/>
              </a:lnSpc>
              <a:spcBef>
                <a:spcPts val="0"/>
              </a:spcBef>
              <a:spcAft>
                <a:spcPts val="0"/>
              </a:spcAft>
              <a:buClr>
                <a:schemeClr val="lt1"/>
              </a:buClr>
              <a:buSzPts val="2700"/>
              <a:buFont typeface="Arial"/>
              <a:buNone/>
              <a:defRPr b="0" sz="27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174" name="Google Shape;174;p23"/>
          <p:cNvCxnSpPr/>
          <p:nvPr/>
        </p:nvCxnSpPr>
        <p:spPr>
          <a:xfrm>
            <a:off x="339879" y="3766542"/>
            <a:ext cx="8457600" cy="0"/>
          </a:xfrm>
          <a:prstGeom prst="straightConnector1">
            <a:avLst/>
          </a:prstGeom>
          <a:noFill/>
          <a:ln cap="flat" cmpd="sng" w="9525">
            <a:solidFill>
              <a:schemeClr val="lt1"/>
            </a:solidFill>
            <a:prstDash val="solid"/>
            <a:miter lim="800000"/>
            <a:headEnd len="sm" w="sm" type="none"/>
            <a:tailEnd len="sm" w="sm" type="none"/>
          </a:ln>
        </p:spPr>
      </p:cxnSp>
      <p:sp>
        <p:nvSpPr>
          <p:cNvPr id="175" name="Google Shape;175;p23"/>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Half Span">
  <p:cSld name="One Column Half Span">
    <p:spTree>
      <p:nvGrpSpPr>
        <p:cNvPr id="176" name="Shape 176"/>
        <p:cNvGrpSpPr/>
        <p:nvPr/>
      </p:nvGrpSpPr>
      <p:grpSpPr>
        <a:xfrm>
          <a:off x="0" y="0"/>
          <a:ext cx="0" cy="0"/>
          <a:chOff x="0" y="0"/>
          <a:chExt cx="0" cy="0"/>
        </a:xfrm>
      </p:grpSpPr>
      <p:sp>
        <p:nvSpPr>
          <p:cNvPr id="177" name="Google Shape;177;p24"/>
          <p:cNvSpPr txBox="1"/>
          <p:nvPr>
            <p:ph type="title"/>
          </p:nvPr>
        </p:nvSpPr>
        <p:spPr>
          <a:xfrm>
            <a:off x="339880" y="286645"/>
            <a:ext cx="84576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178" name="Google Shape;178;p24"/>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79" name="Google Shape;179;p24"/>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80" name="Google Shape;180;p24"/>
          <p:cNvSpPr txBox="1"/>
          <p:nvPr>
            <p:ph idx="1" type="body"/>
          </p:nvPr>
        </p:nvSpPr>
        <p:spPr>
          <a:xfrm>
            <a:off x="347898" y="947213"/>
            <a:ext cx="4104000" cy="37350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1" name="Shape 181"/>
        <p:cNvGrpSpPr/>
        <p:nvPr/>
      </p:nvGrpSpPr>
      <p:grpSpPr>
        <a:xfrm>
          <a:off x="0" y="0"/>
          <a:ext cx="0" cy="0"/>
          <a:chOff x="0" y="0"/>
          <a:chExt cx="0" cy="0"/>
        </a:xfrm>
      </p:grpSpPr>
      <p:sp>
        <p:nvSpPr>
          <p:cNvPr id="182" name="Google Shape;182;p25"/>
          <p:cNvSpPr txBox="1"/>
          <p:nvPr>
            <p:ph type="title"/>
          </p:nvPr>
        </p:nvSpPr>
        <p:spPr>
          <a:xfrm>
            <a:off x="339880" y="286645"/>
            <a:ext cx="84576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183" name="Google Shape;183;p25"/>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84" name="Google Shape;184;p25"/>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bg>
      <p:bgPr>
        <a:solidFill>
          <a:schemeClr val="dk2"/>
        </a:solidFill>
      </p:bgPr>
    </p:bg>
    <p:spTree>
      <p:nvGrpSpPr>
        <p:cNvPr id="185" name="Shape 185"/>
        <p:cNvGrpSpPr/>
        <p:nvPr/>
      </p:nvGrpSpPr>
      <p:grpSpPr>
        <a:xfrm>
          <a:off x="0" y="0"/>
          <a:ext cx="0" cy="0"/>
          <a:chOff x="0" y="0"/>
          <a:chExt cx="0" cy="0"/>
        </a:xfrm>
      </p:grpSpPr>
      <p:sp>
        <p:nvSpPr>
          <p:cNvPr id="186" name="Google Shape;186;p26"/>
          <p:cNvSpPr txBox="1"/>
          <p:nvPr>
            <p:ph type="title"/>
          </p:nvPr>
        </p:nvSpPr>
        <p:spPr>
          <a:xfrm>
            <a:off x="339880" y="1358578"/>
            <a:ext cx="8457600" cy="1381200"/>
          </a:xfrm>
          <a:prstGeom prst="rect">
            <a:avLst/>
          </a:prstGeom>
          <a:noFill/>
          <a:ln>
            <a:noFill/>
          </a:ln>
        </p:spPr>
        <p:txBody>
          <a:bodyPr anchorCtr="0" anchor="t" bIns="0" lIns="0" spcFirstLastPara="1" rIns="0" wrap="square" tIns="0">
            <a:noAutofit/>
          </a:bodyPr>
          <a:lstStyle>
            <a:lvl1pPr lvl="0" algn="l">
              <a:lnSpc>
                <a:spcPct val="120000"/>
              </a:lnSpc>
              <a:spcBef>
                <a:spcPts val="0"/>
              </a:spcBef>
              <a:spcAft>
                <a:spcPts val="0"/>
              </a:spcAft>
              <a:buClr>
                <a:schemeClr val="lt1"/>
              </a:buClr>
              <a:buSzPts val="2200"/>
              <a:buFont typeface="Arial"/>
              <a:buNone/>
              <a:defRPr b="0" sz="2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187" name="Google Shape;187;p26"/>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88" name="Shape 188"/>
        <p:cNvGrpSpPr/>
        <p:nvPr/>
      </p:nvGrpSpPr>
      <p:grpSpPr>
        <a:xfrm>
          <a:off x="0" y="0"/>
          <a:ext cx="0" cy="0"/>
          <a:chOff x="0" y="0"/>
          <a:chExt cx="0" cy="0"/>
        </a:xfrm>
      </p:grpSpPr>
      <p:sp>
        <p:nvSpPr>
          <p:cNvPr id="189" name="Google Shape;189;p27"/>
          <p:cNvSpPr txBox="1"/>
          <p:nvPr>
            <p:ph idx="1" type="body"/>
          </p:nvPr>
        </p:nvSpPr>
        <p:spPr>
          <a:xfrm>
            <a:off x="347333" y="4134480"/>
            <a:ext cx="8450100" cy="547800"/>
          </a:xfrm>
          <a:prstGeom prst="rect">
            <a:avLst/>
          </a:prstGeom>
          <a:noFill/>
          <a:ln>
            <a:noFill/>
          </a:ln>
        </p:spPr>
        <p:txBody>
          <a:bodyPr anchorCtr="0" anchor="t" bIns="0" lIns="0" spcFirstLastPara="1" rIns="0" wrap="square" tIns="0">
            <a:normAutofit/>
          </a:bodyPr>
          <a:lstStyle>
            <a:lvl1pPr indent="-228600" lvl="0" marL="457200" algn="l">
              <a:lnSpc>
                <a:spcPct val="140000"/>
              </a:lnSpc>
              <a:spcBef>
                <a:spcPts val="900"/>
              </a:spcBef>
              <a:spcAft>
                <a:spcPts val="0"/>
              </a:spcAft>
              <a:buClr>
                <a:srgbClr val="8B8A9C"/>
              </a:buClr>
              <a:buSzPts val="1100"/>
              <a:buNone/>
              <a:defRPr sz="1100">
                <a:solidFill>
                  <a:srgbClr val="8B8A9C"/>
                </a:solidFill>
              </a:defRPr>
            </a:lvl1pPr>
            <a:lvl2pPr indent="-228600" lvl="1" marL="914400" algn="l">
              <a:lnSpc>
                <a:spcPct val="181573"/>
              </a:lnSpc>
              <a:spcBef>
                <a:spcPts val="900"/>
              </a:spcBef>
              <a:spcAft>
                <a:spcPts val="0"/>
              </a:spcAft>
              <a:buClr>
                <a:srgbClr val="8B8A9C"/>
              </a:buClr>
              <a:buSzPts val="1300"/>
              <a:buNone/>
              <a:defRPr sz="1100">
                <a:solidFill>
                  <a:srgbClr val="8B8A9C"/>
                </a:solidFill>
              </a:defRPr>
            </a:lvl2pPr>
            <a:lvl3pPr indent="-228600" lvl="2" marL="1371600" algn="l">
              <a:lnSpc>
                <a:spcPct val="201718"/>
              </a:lnSpc>
              <a:spcBef>
                <a:spcPts val="900"/>
              </a:spcBef>
              <a:spcAft>
                <a:spcPts val="0"/>
              </a:spcAft>
              <a:buClr>
                <a:srgbClr val="8B8A9C"/>
              </a:buClr>
              <a:buSzPts val="1000"/>
              <a:buNone/>
              <a:defRPr sz="1000">
                <a:solidFill>
                  <a:srgbClr val="8B8A9C"/>
                </a:solidFill>
              </a:defRPr>
            </a:lvl3pPr>
            <a:lvl4pPr indent="-228600" lvl="3" marL="1828800" algn="l">
              <a:lnSpc>
                <a:spcPct val="226795"/>
              </a:lnSpc>
              <a:spcBef>
                <a:spcPts val="900"/>
              </a:spcBef>
              <a:spcAft>
                <a:spcPts val="0"/>
              </a:spcAft>
              <a:buClr>
                <a:srgbClr val="8B8A9C"/>
              </a:buClr>
              <a:buSzPts val="900"/>
              <a:buNone/>
              <a:defRPr sz="900">
                <a:solidFill>
                  <a:srgbClr val="8B8A9C"/>
                </a:solidFill>
              </a:defRPr>
            </a:lvl4pPr>
            <a:lvl5pPr indent="-228600" lvl="4" marL="2286000" algn="l">
              <a:lnSpc>
                <a:spcPct val="226795"/>
              </a:lnSpc>
              <a:spcBef>
                <a:spcPts val="900"/>
              </a:spcBef>
              <a:spcAft>
                <a:spcPts val="0"/>
              </a:spcAft>
              <a:buClr>
                <a:srgbClr val="8B8A9C"/>
              </a:buClr>
              <a:buSzPts val="1000"/>
              <a:buNone/>
              <a:defRPr sz="900">
                <a:solidFill>
                  <a:srgbClr val="8B8A9C"/>
                </a:solidFill>
              </a:defRPr>
            </a:lvl5pPr>
            <a:lvl6pPr indent="-228600" lvl="5" marL="2743200" algn="l">
              <a:lnSpc>
                <a:spcPct val="90000"/>
              </a:lnSpc>
              <a:spcBef>
                <a:spcPts val="300"/>
              </a:spcBef>
              <a:spcAft>
                <a:spcPts val="0"/>
              </a:spcAft>
              <a:buClr>
                <a:srgbClr val="8B8A9C"/>
              </a:buClr>
              <a:buSzPts val="900"/>
              <a:buNone/>
              <a:defRPr sz="900">
                <a:solidFill>
                  <a:srgbClr val="8B8A9C"/>
                </a:solidFill>
              </a:defRPr>
            </a:lvl6pPr>
            <a:lvl7pPr indent="-228600" lvl="6" marL="3200400" algn="l">
              <a:lnSpc>
                <a:spcPct val="90000"/>
              </a:lnSpc>
              <a:spcBef>
                <a:spcPts val="300"/>
              </a:spcBef>
              <a:spcAft>
                <a:spcPts val="0"/>
              </a:spcAft>
              <a:buClr>
                <a:srgbClr val="8B8A9C"/>
              </a:buClr>
              <a:buSzPts val="900"/>
              <a:buNone/>
              <a:defRPr sz="900">
                <a:solidFill>
                  <a:srgbClr val="8B8A9C"/>
                </a:solidFill>
              </a:defRPr>
            </a:lvl7pPr>
            <a:lvl8pPr indent="-228600" lvl="7" marL="3657600" algn="l">
              <a:lnSpc>
                <a:spcPct val="90000"/>
              </a:lnSpc>
              <a:spcBef>
                <a:spcPts val="300"/>
              </a:spcBef>
              <a:spcAft>
                <a:spcPts val="0"/>
              </a:spcAft>
              <a:buClr>
                <a:srgbClr val="8B8A9C"/>
              </a:buClr>
              <a:buSzPts val="900"/>
              <a:buNone/>
              <a:defRPr sz="900">
                <a:solidFill>
                  <a:srgbClr val="8B8A9C"/>
                </a:solidFill>
              </a:defRPr>
            </a:lvl8pPr>
            <a:lvl9pPr indent="-228600" lvl="8" marL="4114800" algn="l">
              <a:lnSpc>
                <a:spcPct val="90000"/>
              </a:lnSpc>
              <a:spcBef>
                <a:spcPts val="300"/>
              </a:spcBef>
              <a:spcAft>
                <a:spcPts val="0"/>
              </a:spcAft>
              <a:buClr>
                <a:srgbClr val="8B8A9C"/>
              </a:buClr>
              <a:buSzPts val="900"/>
              <a:buNone/>
              <a:defRPr sz="900">
                <a:solidFill>
                  <a:srgbClr val="8B8A9C"/>
                </a:solidFill>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0" name="Shape 190"/>
        <p:cNvGrpSpPr/>
        <p:nvPr/>
      </p:nvGrpSpPr>
      <p:grpSpPr>
        <a:xfrm>
          <a:off x="0" y="0"/>
          <a:ext cx="0" cy="0"/>
          <a:chOff x="0" y="0"/>
          <a:chExt cx="0" cy="0"/>
        </a:xfrm>
      </p:grpSpPr>
      <p:sp>
        <p:nvSpPr>
          <p:cNvPr id="191" name="Google Shape;191;p28"/>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bg>
      <p:bgPr>
        <a:solidFill>
          <a:schemeClr val="dk2"/>
        </a:solidFill>
      </p:bgPr>
    </p:bg>
    <p:spTree>
      <p:nvGrpSpPr>
        <p:cNvPr id="192" name="Shape 192"/>
        <p:cNvGrpSpPr/>
        <p:nvPr/>
      </p:nvGrpSpPr>
      <p:grpSpPr>
        <a:xfrm>
          <a:off x="0" y="0"/>
          <a:ext cx="0" cy="0"/>
          <a:chOff x="0" y="0"/>
          <a:chExt cx="0" cy="0"/>
        </a:xfrm>
      </p:grpSpPr>
      <p:sp>
        <p:nvSpPr>
          <p:cNvPr id="193" name="Google Shape;193;p29"/>
          <p:cNvSpPr txBox="1"/>
          <p:nvPr>
            <p:ph idx="1" type="subTitle"/>
          </p:nvPr>
        </p:nvSpPr>
        <p:spPr>
          <a:xfrm>
            <a:off x="339880" y="3356896"/>
            <a:ext cx="8457600" cy="573900"/>
          </a:xfrm>
          <a:prstGeom prst="rect">
            <a:avLst/>
          </a:prstGeom>
          <a:noFill/>
          <a:ln>
            <a:noFill/>
          </a:ln>
        </p:spPr>
        <p:txBody>
          <a:bodyPr anchorCtr="0" anchor="t" bIns="0" lIns="0" spcFirstLastPara="1" rIns="0" wrap="square" tIns="0">
            <a:noAutofit/>
          </a:bodyPr>
          <a:lstStyle>
            <a:lvl1pPr lvl="0" algn="ctr">
              <a:lnSpc>
                <a:spcPct val="133333"/>
              </a:lnSpc>
              <a:spcBef>
                <a:spcPts val="900"/>
              </a:spcBef>
              <a:spcAft>
                <a:spcPts val="0"/>
              </a:spcAft>
              <a:buClr>
                <a:schemeClr val="lt1"/>
              </a:buClr>
              <a:buSzPts val="1300"/>
              <a:buNone/>
              <a:defRPr sz="1300"/>
            </a:lvl1pPr>
            <a:lvl2pPr lvl="1" algn="ctr">
              <a:lnSpc>
                <a:spcPct val="181573"/>
              </a:lnSpc>
              <a:spcBef>
                <a:spcPts val="900"/>
              </a:spcBef>
              <a:spcAft>
                <a:spcPts val="0"/>
              </a:spcAft>
              <a:buClr>
                <a:schemeClr val="lt1"/>
              </a:buClr>
              <a:buSzPts val="1300"/>
              <a:buNone/>
              <a:defRPr sz="1100"/>
            </a:lvl2pPr>
            <a:lvl3pPr lvl="2" algn="ctr">
              <a:lnSpc>
                <a:spcPct val="201718"/>
              </a:lnSpc>
              <a:spcBef>
                <a:spcPts val="900"/>
              </a:spcBef>
              <a:spcAft>
                <a:spcPts val="0"/>
              </a:spcAft>
              <a:buClr>
                <a:schemeClr val="lt1"/>
              </a:buClr>
              <a:buSzPts val="1000"/>
              <a:buNone/>
              <a:defRPr sz="1000"/>
            </a:lvl3pPr>
            <a:lvl4pPr lvl="3" algn="ctr">
              <a:lnSpc>
                <a:spcPct val="226795"/>
              </a:lnSpc>
              <a:spcBef>
                <a:spcPts val="900"/>
              </a:spcBef>
              <a:spcAft>
                <a:spcPts val="0"/>
              </a:spcAft>
              <a:buClr>
                <a:schemeClr val="lt1"/>
              </a:buClr>
              <a:buSzPts val="900"/>
              <a:buNone/>
              <a:defRPr sz="900"/>
            </a:lvl4pPr>
            <a:lvl5pPr lvl="4" algn="ctr">
              <a:lnSpc>
                <a:spcPct val="226795"/>
              </a:lnSpc>
              <a:spcBef>
                <a:spcPts val="90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
        <p:nvSpPr>
          <p:cNvPr id="194" name="Google Shape;194;p29"/>
          <p:cNvSpPr txBox="1"/>
          <p:nvPr>
            <p:ph type="ctrTitle"/>
          </p:nvPr>
        </p:nvSpPr>
        <p:spPr>
          <a:xfrm>
            <a:off x="339880" y="1269823"/>
            <a:ext cx="8457600" cy="1914300"/>
          </a:xfrm>
          <a:prstGeom prst="rect">
            <a:avLst/>
          </a:prstGeom>
          <a:noFill/>
          <a:ln>
            <a:noFill/>
          </a:ln>
        </p:spPr>
        <p:txBody>
          <a:bodyPr anchorCtr="0" anchor="b" bIns="0" lIns="0" spcFirstLastPara="1" rIns="0" wrap="square" tIns="0">
            <a:noAutofit/>
          </a:bodyPr>
          <a:lstStyle>
            <a:lvl1pPr lvl="0" algn="ctr">
              <a:lnSpc>
                <a:spcPct val="100000"/>
              </a:lnSpc>
              <a:spcBef>
                <a:spcPts val="0"/>
              </a:spcBef>
              <a:spcAft>
                <a:spcPts val="0"/>
              </a:spcAft>
              <a:buClr>
                <a:schemeClr val="lt1"/>
              </a:buClr>
              <a:buSzPts val="11200"/>
              <a:buFont typeface="Arial"/>
              <a:buNone/>
              <a:defRPr sz="112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195" name="Google Shape;195;p2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96" name="Shape 196"/>
        <p:cNvGrpSpPr/>
        <p:nvPr/>
      </p:nvGrpSpPr>
      <p:grpSpPr>
        <a:xfrm>
          <a:off x="0" y="0"/>
          <a:ext cx="0" cy="0"/>
          <a:chOff x="0" y="0"/>
          <a:chExt cx="0" cy="0"/>
        </a:xfrm>
      </p:grpSpPr>
      <p:sp>
        <p:nvSpPr>
          <p:cNvPr id="197" name="Google Shape;197;p30"/>
          <p:cNvSpPr/>
          <p:nvPr/>
        </p:nvSpPr>
        <p:spPr>
          <a:xfrm>
            <a:off x="4319978" y="0"/>
            <a:ext cx="4824000" cy="5143500"/>
          </a:xfrm>
          <a:prstGeom prst="rect">
            <a:avLst/>
          </a:prstGeom>
          <a:solidFill>
            <a:schemeClr val="dk2"/>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98" name="Google Shape;198;p30"/>
          <p:cNvCxnSpPr/>
          <p:nvPr/>
        </p:nvCxnSpPr>
        <p:spPr>
          <a:xfrm>
            <a:off x="339880" y="571500"/>
            <a:ext cx="3391800" cy="0"/>
          </a:xfrm>
          <a:prstGeom prst="straightConnector1">
            <a:avLst/>
          </a:prstGeom>
          <a:noFill/>
          <a:ln cap="flat" cmpd="sng" w="9525">
            <a:solidFill>
              <a:schemeClr val="accent1"/>
            </a:solidFill>
            <a:prstDash val="solid"/>
            <a:miter lim="800000"/>
            <a:headEnd len="sm" w="sm" type="none"/>
            <a:tailEnd len="sm" w="sm" type="none"/>
          </a:ln>
        </p:spPr>
      </p:cxnSp>
      <p:sp>
        <p:nvSpPr>
          <p:cNvPr id="199" name="Google Shape;199;p30"/>
          <p:cNvSpPr txBox="1"/>
          <p:nvPr>
            <p:ph idx="1" type="body"/>
          </p:nvPr>
        </p:nvSpPr>
        <p:spPr>
          <a:xfrm>
            <a:off x="4686286" y="571500"/>
            <a:ext cx="4111200" cy="41124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200" name="Google Shape;200;p30"/>
          <p:cNvSpPr txBox="1"/>
          <p:nvPr>
            <p:ph type="title"/>
          </p:nvPr>
        </p:nvSpPr>
        <p:spPr>
          <a:xfrm>
            <a:off x="339881" y="286645"/>
            <a:ext cx="33918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201" name="Google Shape;201;p30"/>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2" name="Google Shape;202;p30"/>
          <p:cNvSpPr txBox="1"/>
          <p:nvPr>
            <p:ph idx="2" type="body"/>
          </p:nvPr>
        </p:nvSpPr>
        <p:spPr>
          <a:xfrm>
            <a:off x="347898" y="944994"/>
            <a:ext cx="3383700" cy="37389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03" name="Shape 203"/>
        <p:cNvGrpSpPr/>
        <p:nvPr/>
      </p:nvGrpSpPr>
      <p:grpSpPr>
        <a:xfrm>
          <a:off x="0" y="0"/>
          <a:ext cx="0" cy="0"/>
          <a:chOff x="0" y="0"/>
          <a:chExt cx="0" cy="0"/>
        </a:xfrm>
      </p:grpSpPr>
      <p:sp>
        <p:nvSpPr>
          <p:cNvPr id="204" name="Google Shape;204;p31"/>
          <p:cNvSpPr txBox="1"/>
          <p:nvPr>
            <p:ph idx="1" type="body"/>
          </p:nvPr>
        </p:nvSpPr>
        <p:spPr>
          <a:xfrm>
            <a:off x="335710" y="1060704"/>
            <a:ext cx="4118400" cy="35409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205" name="Google Shape;205;p31"/>
          <p:cNvSpPr txBox="1"/>
          <p:nvPr>
            <p:ph idx="2" type="body"/>
          </p:nvPr>
        </p:nvSpPr>
        <p:spPr>
          <a:xfrm>
            <a:off x="4682118" y="1060704"/>
            <a:ext cx="4115400" cy="3540900"/>
          </a:xfrm>
          <a:prstGeom prst="rect">
            <a:avLst/>
          </a:prstGeom>
          <a:noFill/>
          <a:ln>
            <a:noFill/>
          </a:ln>
        </p:spPr>
        <p:txBody>
          <a:bodyPr anchorCtr="0" anchor="t" bIns="0" lIns="0" spcFirstLastPara="1" rIns="0" wrap="square" tIns="0">
            <a:noAutofit/>
          </a:bodyPr>
          <a:lstStyle>
            <a:lvl1pPr indent="-273050" lvl="0" marL="457200" algn="l">
              <a:lnSpc>
                <a:spcPct val="300000"/>
              </a:lnSpc>
              <a:spcBef>
                <a:spcPts val="900"/>
              </a:spcBef>
              <a:spcAft>
                <a:spcPts val="0"/>
              </a:spcAft>
              <a:buClr>
                <a:schemeClr val="dk1"/>
              </a:buClr>
              <a:buSzPts val="700"/>
              <a:buChar char="⦿"/>
              <a:defRPr/>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206" name="Google Shape;206;p31"/>
          <p:cNvSpPr txBox="1"/>
          <p:nvPr>
            <p:ph type="title"/>
          </p:nvPr>
        </p:nvSpPr>
        <p:spPr>
          <a:xfrm>
            <a:off x="339880" y="286645"/>
            <a:ext cx="84576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207" name="Google Shape;207;p31"/>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08" name="Google Shape;208;p3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09" name="Shape 209"/>
        <p:cNvGrpSpPr/>
        <p:nvPr/>
      </p:nvGrpSpPr>
      <p:grpSpPr>
        <a:xfrm>
          <a:off x="0" y="0"/>
          <a:ext cx="0" cy="0"/>
          <a:chOff x="0" y="0"/>
          <a:chExt cx="0" cy="0"/>
        </a:xfrm>
      </p:grpSpPr>
      <p:sp>
        <p:nvSpPr>
          <p:cNvPr id="210" name="Google Shape;210;p32"/>
          <p:cNvSpPr txBox="1"/>
          <p:nvPr>
            <p:ph idx="1" type="body"/>
          </p:nvPr>
        </p:nvSpPr>
        <p:spPr>
          <a:xfrm>
            <a:off x="339879" y="948333"/>
            <a:ext cx="8460300" cy="3565500"/>
          </a:xfrm>
          <a:prstGeom prst="rect">
            <a:avLst/>
          </a:prstGeom>
          <a:noFill/>
          <a:ln>
            <a:noFill/>
          </a:ln>
        </p:spPr>
        <p:txBody>
          <a:bodyPr anchorCtr="0" anchor="t" bIns="0" lIns="0" spcFirstLastPara="1" rIns="0" wrap="square" tIns="0">
            <a:noAutofit/>
          </a:bodyPr>
          <a:lstStyle>
            <a:lvl1pPr indent="-330200" lvl="0" marL="457200" algn="l">
              <a:lnSpc>
                <a:spcPct val="122727"/>
              </a:lnSpc>
              <a:spcBef>
                <a:spcPts val="900"/>
              </a:spcBef>
              <a:spcAft>
                <a:spcPts val="0"/>
              </a:spcAft>
              <a:buClr>
                <a:schemeClr val="dk1"/>
              </a:buClr>
              <a:buSzPts val="1600"/>
              <a:buFont typeface="Noto Sans Symbols"/>
              <a:buChar char="⦿"/>
              <a:defRPr sz="1600"/>
            </a:lvl1pPr>
            <a:lvl2pPr indent="-279400" lvl="1" marL="914400" algn="l">
              <a:lnSpc>
                <a:spcPct val="300000"/>
              </a:lnSpc>
              <a:spcBef>
                <a:spcPts val="900"/>
              </a:spcBef>
              <a:spcAft>
                <a:spcPts val="0"/>
              </a:spcAft>
              <a:buClr>
                <a:schemeClr val="dk1"/>
              </a:buClr>
              <a:buSzPts val="800"/>
              <a:buChar char="•"/>
              <a:defRPr/>
            </a:lvl2pPr>
            <a:lvl3pPr indent="-273050" lvl="2" marL="1371600" algn="l">
              <a:lnSpc>
                <a:spcPct val="300000"/>
              </a:lnSpc>
              <a:spcBef>
                <a:spcPts val="900"/>
              </a:spcBef>
              <a:spcAft>
                <a:spcPts val="0"/>
              </a:spcAft>
              <a:buClr>
                <a:schemeClr val="dk1"/>
              </a:buClr>
              <a:buSzPts val="700"/>
              <a:buChar char="o"/>
              <a:defRPr/>
            </a:lvl3pPr>
            <a:lvl4pPr indent="-273050" lvl="3" marL="1828800" algn="l">
              <a:lnSpc>
                <a:spcPct val="300000"/>
              </a:lnSpc>
              <a:spcBef>
                <a:spcPts val="900"/>
              </a:spcBef>
              <a:spcAft>
                <a:spcPts val="0"/>
              </a:spcAft>
              <a:buClr>
                <a:schemeClr val="dk1"/>
              </a:buClr>
              <a:buSzPts val="700"/>
              <a:buChar char="⦿"/>
              <a:defRPr/>
            </a:lvl4pPr>
            <a:lvl5pPr indent="-279400" lvl="4" marL="2286000" algn="l">
              <a:lnSpc>
                <a:spcPct val="300000"/>
              </a:lnSpc>
              <a:spcBef>
                <a:spcPts val="90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
        <p:nvSpPr>
          <p:cNvPr id="211" name="Google Shape;211;p32"/>
          <p:cNvSpPr txBox="1"/>
          <p:nvPr>
            <p:ph type="title"/>
          </p:nvPr>
        </p:nvSpPr>
        <p:spPr>
          <a:xfrm>
            <a:off x="339880" y="286645"/>
            <a:ext cx="8457600" cy="284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Arial"/>
              <a:buNone/>
              <a:defRPr sz="18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212" name="Google Shape;212;p32"/>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13" name="Google Shape;213;p32"/>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_divder page">
  <p:cSld name="Section 07 (light green)_divder page">
    <p:bg>
      <p:bgPr>
        <a:solidFill>
          <a:srgbClr val="7AC79B"/>
        </a:solidFill>
      </p:bgPr>
    </p:bg>
    <p:spTree>
      <p:nvGrpSpPr>
        <p:cNvPr id="214" name="Shape 214"/>
        <p:cNvGrpSpPr/>
        <p:nvPr/>
      </p:nvGrpSpPr>
      <p:grpSpPr>
        <a:xfrm>
          <a:off x="0" y="0"/>
          <a:ext cx="0" cy="0"/>
          <a:chOff x="0" y="0"/>
          <a:chExt cx="0" cy="0"/>
        </a:xfrm>
      </p:grpSpPr>
      <p:sp>
        <p:nvSpPr>
          <p:cNvPr id="215" name="Google Shape;215;p33"/>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216" name="Google Shape;216;p33"/>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2">
  <p:cSld name="Section 01 (yellow) layout 02">
    <p:spTree>
      <p:nvGrpSpPr>
        <p:cNvPr id="217" name="Shape 217"/>
        <p:cNvGrpSpPr/>
        <p:nvPr/>
      </p:nvGrpSpPr>
      <p:grpSpPr>
        <a:xfrm>
          <a:off x="0" y="0"/>
          <a:ext cx="0" cy="0"/>
          <a:chOff x="0" y="0"/>
          <a:chExt cx="0" cy="0"/>
        </a:xfrm>
      </p:grpSpPr>
      <p:sp>
        <p:nvSpPr>
          <p:cNvPr id="218" name="Google Shape;218;p3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219" name="Google Shape;219;p3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220" name="Google Shape;220;p3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221" name="Google Shape;221;p34"/>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22" name="Google Shape;222;p3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223" name="Google Shape;223;p34"/>
          <p:cNvSpPr txBox="1"/>
          <p:nvPr>
            <p:ph idx="1" type="body"/>
          </p:nvPr>
        </p:nvSpPr>
        <p:spPr>
          <a:xfrm>
            <a:off x="353196" y="1194157"/>
            <a:ext cx="8410800" cy="3319500"/>
          </a:xfrm>
          <a:prstGeom prst="rect">
            <a:avLst/>
          </a:prstGeom>
          <a:noFill/>
          <a:ln>
            <a:noFill/>
          </a:ln>
        </p:spPr>
        <p:txBody>
          <a:bodyPr anchorCtr="0" anchor="t" bIns="0" lIns="0" spcFirstLastPara="1" rIns="0" wrap="square" tIns="0">
            <a:noAutofit/>
          </a:bodyPr>
          <a:lstStyle>
            <a:lvl1pPr indent="-273050" lvl="0" marL="457200" algn="l">
              <a:lnSpc>
                <a:spcPct val="90000"/>
              </a:lnSpc>
              <a:spcBef>
                <a:spcPts val="400"/>
              </a:spcBef>
              <a:spcAft>
                <a:spcPts val="0"/>
              </a:spcAft>
              <a:buClr>
                <a:srgbClr val="000000"/>
              </a:buClr>
              <a:buSzPts val="700"/>
              <a:buChar char="⦿"/>
              <a:defRPr/>
            </a:lvl1pPr>
            <a:lvl2pPr indent="-273050" lvl="1" marL="914400" algn="l">
              <a:lnSpc>
                <a:spcPct val="90000"/>
              </a:lnSpc>
              <a:spcBef>
                <a:spcPts val="200"/>
              </a:spcBef>
              <a:spcAft>
                <a:spcPts val="0"/>
              </a:spcAft>
              <a:buClr>
                <a:srgbClr val="000000"/>
              </a:buClr>
              <a:buSzPts val="700"/>
              <a:buChar char="•"/>
              <a:defRPr/>
            </a:lvl2pPr>
            <a:lvl3pPr indent="-273050" lvl="2" marL="1371600" algn="l">
              <a:lnSpc>
                <a:spcPct val="90000"/>
              </a:lnSpc>
              <a:spcBef>
                <a:spcPts val="200"/>
              </a:spcBef>
              <a:spcAft>
                <a:spcPts val="0"/>
              </a:spcAft>
              <a:buClr>
                <a:srgbClr val="000000"/>
              </a:buClr>
              <a:buSzPts val="700"/>
              <a:buChar char="o"/>
              <a:defRPr/>
            </a:lvl3pPr>
            <a:lvl4pPr indent="-273050" lvl="3" marL="1828800" algn="l">
              <a:lnSpc>
                <a:spcPct val="90000"/>
              </a:lnSpc>
              <a:spcBef>
                <a:spcPts val="200"/>
              </a:spcBef>
              <a:spcAft>
                <a:spcPts val="0"/>
              </a:spcAft>
              <a:buClr>
                <a:srgbClr val="000000"/>
              </a:buClr>
              <a:buSzPts val="700"/>
              <a:buChar char="⦿"/>
              <a:defRPr/>
            </a:lvl4pPr>
            <a:lvl5pPr indent="-273050" lvl="4" marL="2286000" algn="l">
              <a:lnSpc>
                <a:spcPct val="90000"/>
              </a:lnSpc>
              <a:spcBef>
                <a:spcPts val="200"/>
              </a:spcBef>
              <a:spcAft>
                <a:spcPts val="0"/>
              </a:spcAft>
              <a:buClr>
                <a:srgbClr val="000000"/>
              </a:buClr>
              <a:buSzPts val="700"/>
              <a:buChar char="•"/>
              <a:defRPr/>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p:cSld name="2_Full Column Bullets">
    <p:spTree>
      <p:nvGrpSpPr>
        <p:cNvPr id="224" name="Shape 224"/>
        <p:cNvGrpSpPr/>
        <p:nvPr/>
      </p:nvGrpSpPr>
      <p:grpSpPr>
        <a:xfrm>
          <a:off x="0" y="0"/>
          <a:ext cx="0" cy="0"/>
          <a:chOff x="0" y="0"/>
          <a:chExt cx="0" cy="0"/>
        </a:xfrm>
      </p:grpSpPr>
      <p:pic>
        <p:nvPicPr>
          <p:cNvPr id="225" name="Google Shape;225;p35"/>
          <p:cNvPicPr preferRelativeResize="0"/>
          <p:nvPr/>
        </p:nvPicPr>
        <p:blipFill rotWithShape="1">
          <a:blip r:embed="rId2">
            <a:alphaModFix/>
          </a:blip>
          <a:srcRect b="0" l="0" r="0" t="0"/>
          <a:stretch/>
        </p:blipFill>
        <p:spPr>
          <a:xfrm>
            <a:off x="0" y="-335"/>
            <a:ext cx="9142813" cy="5142832"/>
          </a:xfrm>
          <a:prstGeom prst="rect">
            <a:avLst/>
          </a:prstGeom>
          <a:noFill/>
          <a:ln>
            <a:noFill/>
          </a:ln>
        </p:spPr>
      </p:pic>
      <p:sp>
        <p:nvSpPr>
          <p:cNvPr id="226" name="Google Shape;226;p35"/>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Symbol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Symbol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227" name="Google Shape;227;p3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28" name="Google Shape;228;p3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_divder page">
  <p:cSld name="Section 01 (yellow)_divder page">
    <p:bg>
      <p:bgPr>
        <a:solidFill>
          <a:srgbClr val="FFDD7F"/>
        </a:solidFill>
      </p:bgPr>
    </p:bg>
    <p:spTree>
      <p:nvGrpSpPr>
        <p:cNvPr id="229" name="Shape 229"/>
        <p:cNvGrpSpPr/>
        <p:nvPr/>
      </p:nvGrpSpPr>
      <p:grpSpPr>
        <a:xfrm>
          <a:off x="0" y="0"/>
          <a:ext cx="0" cy="0"/>
          <a:chOff x="0" y="0"/>
          <a:chExt cx="0" cy="0"/>
        </a:xfrm>
      </p:grpSpPr>
      <p:sp>
        <p:nvSpPr>
          <p:cNvPr id="230" name="Google Shape;230;p36"/>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231" name="Google Shape;231;p36"/>
          <p:cNvPicPr preferRelativeResize="0"/>
          <p:nvPr/>
        </p:nvPicPr>
        <p:blipFill rotWithShape="1">
          <a:blip r:embed="rId2">
            <a:alphaModFix/>
          </a:blip>
          <a:srcRect b="0" l="0" r="0" t="0"/>
          <a:stretch/>
        </p:blipFill>
        <p:spPr>
          <a:xfrm>
            <a:off x="7452565" y="0"/>
            <a:ext cx="1177533" cy="1149043"/>
          </a:xfrm>
          <a:prstGeom prst="rect">
            <a:avLst/>
          </a:prstGeom>
          <a:noFill/>
          <a:ln>
            <a:noFill/>
          </a:ln>
        </p:spPr>
      </p:pic>
      <p:sp>
        <p:nvSpPr>
          <p:cNvPr id="232" name="Google Shape;232;p36"/>
          <p:cNvSpPr txBox="1"/>
          <p:nvPr/>
        </p:nvSpPr>
        <p:spPr>
          <a:xfrm>
            <a:off x="-1895788" y="1445559"/>
            <a:ext cx="0" cy="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200" u="sng" cap="none" strike="noStrike">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2 1">
  <p:cSld name="Section 01 (yellow) layout 02_1">
    <p:spTree>
      <p:nvGrpSpPr>
        <p:cNvPr id="233" name="Shape 233"/>
        <p:cNvGrpSpPr/>
        <p:nvPr/>
      </p:nvGrpSpPr>
      <p:grpSpPr>
        <a:xfrm>
          <a:off x="0" y="0"/>
          <a:ext cx="0" cy="0"/>
          <a:chOff x="0" y="0"/>
          <a:chExt cx="0" cy="0"/>
        </a:xfrm>
      </p:grpSpPr>
      <p:sp>
        <p:nvSpPr>
          <p:cNvPr id="234" name="Google Shape;234;p3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235" name="Google Shape;235;p3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236" name="Google Shape;236;p3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237" name="Google Shape;237;p37"/>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38" name="Google Shape;238;p3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239" name="Google Shape;239;p37"/>
          <p:cNvSpPr txBox="1"/>
          <p:nvPr>
            <p:ph idx="1" type="body"/>
          </p:nvPr>
        </p:nvSpPr>
        <p:spPr>
          <a:xfrm>
            <a:off x="353196" y="1194157"/>
            <a:ext cx="8410500" cy="3319500"/>
          </a:xfrm>
          <a:prstGeom prst="rect">
            <a:avLst/>
          </a:prstGeom>
          <a:noFill/>
          <a:ln>
            <a:noFill/>
          </a:ln>
        </p:spPr>
        <p:txBody>
          <a:bodyPr anchorCtr="0" anchor="t" bIns="0" lIns="0" spcFirstLastPara="1" rIns="0" wrap="square" tIns="0">
            <a:noAutofit/>
          </a:bodyPr>
          <a:lstStyle>
            <a:lvl1pPr indent="-273050" lvl="0" marL="457200" algn="l">
              <a:lnSpc>
                <a:spcPct val="90000"/>
              </a:lnSpc>
              <a:spcBef>
                <a:spcPts val="400"/>
              </a:spcBef>
              <a:spcAft>
                <a:spcPts val="0"/>
              </a:spcAft>
              <a:buClr>
                <a:srgbClr val="000000"/>
              </a:buClr>
              <a:buSzPts val="700"/>
              <a:buChar char="⦿"/>
              <a:defRPr/>
            </a:lvl1pPr>
            <a:lvl2pPr indent="-273050" lvl="1" marL="914400" algn="l">
              <a:lnSpc>
                <a:spcPct val="90000"/>
              </a:lnSpc>
              <a:spcBef>
                <a:spcPts val="200"/>
              </a:spcBef>
              <a:spcAft>
                <a:spcPts val="0"/>
              </a:spcAft>
              <a:buClr>
                <a:srgbClr val="000000"/>
              </a:buClr>
              <a:buSzPts val="700"/>
              <a:buChar char="•"/>
              <a:defRPr/>
            </a:lvl2pPr>
            <a:lvl3pPr indent="-273050" lvl="2" marL="1371600" algn="l">
              <a:lnSpc>
                <a:spcPct val="90000"/>
              </a:lnSpc>
              <a:spcBef>
                <a:spcPts val="200"/>
              </a:spcBef>
              <a:spcAft>
                <a:spcPts val="0"/>
              </a:spcAft>
              <a:buClr>
                <a:srgbClr val="000000"/>
              </a:buClr>
              <a:buSzPts val="700"/>
              <a:buChar char="o"/>
              <a:defRPr/>
            </a:lvl3pPr>
            <a:lvl4pPr indent="-273050" lvl="3" marL="1828800" algn="l">
              <a:lnSpc>
                <a:spcPct val="90000"/>
              </a:lnSpc>
              <a:spcBef>
                <a:spcPts val="200"/>
              </a:spcBef>
              <a:spcAft>
                <a:spcPts val="0"/>
              </a:spcAft>
              <a:buClr>
                <a:srgbClr val="000000"/>
              </a:buClr>
              <a:buSzPts val="700"/>
              <a:buChar char="⦿"/>
              <a:defRPr/>
            </a:lvl4pPr>
            <a:lvl5pPr indent="-273050" lvl="4" marL="2286000" algn="l">
              <a:lnSpc>
                <a:spcPct val="90000"/>
              </a:lnSpc>
              <a:spcBef>
                <a:spcPts val="200"/>
              </a:spcBef>
              <a:spcAft>
                <a:spcPts val="0"/>
              </a:spcAft>
              <a:buClr>
                <a:srgbClr val="000000"/>
              </a:buClr>
              <a:buSzPts val="700"/>
              <a:buChar char="•"/>
              <a:defRPr/>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_divder page">
  <p:cSld name="Section 04 (pink)_divder page">
    <p:bg>
      <p:bgPr>
        <a:solidFill>
          <a:srgbClr val="F2728C"/>
        </a:solidFill>
      </p:bgPr>
    </p:bg>
    <p:spTree>
      <p:nvGrpSpPr>
        <p:cNvPr id="240" name="Shape 240"/>
        <p:cNvGrpSpPr/>
        <p:nvPr/>
      </p:nvGrpSpPr>
      <p:grpSpPr>
        <a:xfrm>
          <a:off x="0" y="0"/>
          <a:ext cx="0" cy="0"/>
          <a:chOff x="0" y="0"/>
          <a:chExt cx="0" cy="0"/>
        </a:xfrm>
      </p:grpSpPr>
      <p:sp>
        <p:nvSpPr>
          <p:cNvPr id="241" name="Google Shape;241;p38"/>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242" name="Google Shape;242;p38"/>
          <p:cNvPicPr preferRelativeResize="0"/>
          <p:nvPr/>
        </p:nvPicPr>
        <p:blipFill rotWithShape="1">
          <a:blip r:embed="rId2">
            <a:alphaModFix/>
          </a:blip>
          <a:srcRect b="0" l="0" r="0" t="0"/>
          <a:stretch/>
        </p:blipFill>
        <p:spPr>
          <a:xfrm>
            <a:off x="7452565" y="0"/>
            <a:ext cx="1177531" cy="1149043"/>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1">
  <p:cSld name="Full Column Bullets 1">
    <p:spTree>
      <p:nvGrpSpPr>
        <p:cNvPr id="243" name="Shape 243"/>
        <p:cNvGrpSpPr/>
        <p:nvPr/>
      </p:nvGrpSpPr>
      <p:grpSpPr>
        <a:xfrm>
          <a:off x="0" y="0"/>
          <a:ext cx="0" cy="0"/>
          <a:chOff x="0" y="0"/>
          <a:chExt cx="0" cy="0"/>
        </a:xfrm>
      </p:grpSpPr>
      <p:sp>
        <p:nvSpPr>
          <p:cNvPr id="244" name="Google Shape;244;p39"/>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lvl1pPr indent="-292100" lvl="0" marL="457200" algn="l">
              <a:lnSpc>
                <a:spcPct val="120000"/>
              </a:lnSpc>
              <a:spcBef>
                <a:spcPts val="0"/>
              </a:spcBef>
              <a:spcAft>
                <a:spcPts val="0"/>
              </a:spcAft>
              <a:buClr>
                <a:schemeClr val="dk1"/>
              </a:buClr>
              <a:buSzPts val="1000"/>
              <a:buFont typeface="Noto Sans Symbols"/>
              <a:buChar char="⦿"/>
              <a:defRPr sz="1600"/>
            </a:lvl1pPr>
            <a:lvl2pPr indent="-279400" lvl="1" marL="914400" algn="l">
              <a:lnSpc>
                <a:spcPct val="114000"/>
              </a:lnSpc>
              <a:spcBef>
                <a:spcPts val="0"/>
              </a:spcBef>
              <a:spcAft>
                <a:spcPts val="0"/>
              </a:spcAft>
              <a:buClr>
                <a:schemeClr val="dk1"/>
              </a:buClr>
              <a:buSzPts val="800"/>
              <a:buChar char="•"/>
              <a:defRPr/>
            </a:lvl2pPr>
            <a:lvl3pPr indent="-273050" lvl="2" marL="1371600" algn="l">
              <a:lnSpc>
                <a:spcPct val="114000"/>
              </a:lnSpc>
              <a:spcBef>
                <a:spcPts val="0"/>
              </a:spcBef>
              <a:spcAft>
                <a:spcPts val="0"/>
              </a:spcAft>
              <a:buClr>
                <a:schemeClr val="dk1"/>
              </a:buClr>
              <a:buSzPts val="700"/>
              <a:buChar char="o"/>
              <a:defRPr/>
            </a:lvl3pPr>
            <a:lvl4pPr indent="-254000" lvl="3" marL="1828800" algn="l">
              <a:lnSpc>
                <a:spcPct val="114000"/>
              </a:lnSpc>
              <a:spcBef>
                <a:spcPts val="0"/>
              </a:spcBef>
              <a:spcAft>
                <a:spcPts val="0"/>
              </a:spcAft>
              <a:buClr>
                <a:schemeClr val="dk1"/>
              </a:buClr>
              <a:buSzPts val="400"/>
              <a:buChar char="⦿"/>
              <a:defRPr/>
            </a:lvl4pPr>
            <a:lvl5pPr indent="-279400" lvl="4" marL="2286000" algn="l">
              <a:lnSpc>
                <a:spcPct val="114000"/>
              </a:lnSpc>
              <a:spcBef>
                <a:spcPts val="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245" name="Google Shape;245;p39"/>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46" name="Google Shape;246;p3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47" name="Google Shape;247;p39"/>
          <p:cNvPicPr preferRelativeResize="0"/>
          <p:nvPr/>
        </p:nvPicPr>
        <p:blipFill rotWithShape="1">
          <a:blip r:embed="rId2">
            <a:alphaModFix/>
          </a:blip>
          <a:srcRect b="0" l="0" r="0" t="0"/>
          <a:stretch/>
        </p:blipFill>
        <p:spPr>
          <a:xfrm>
            <a:off x="0" y="-335"/>
            <a:ext cx="9143406" cy="5143166"/>
          </a:xfrm>
          <a:prstGeom prst="rect">
            <a:avLst/>
          </a:prstGeom>
          <a:noFill/>
          <a:ln>
            <a:noFill/>
          </a:ln>
        </p:spPr>
      </p:pic>
      <p:sp>
        <p:nvSpPr>
          <p:cNvPr id="248" name="Google Shape;248;p3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13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9" name="Shape 249"/>
        <p:cNvGrpSpPr/>
        <p:nvPr/>
      </p:nvGrpSpPr>
      <p:grpSpPr>
        <a:xfrm>
          <a:off x="0" y="0"/>
          <a:ext cx="0" cy="0"/>
          <a:chOff x="0" y="0"/>
          <a:chExt cx="0" cy="0"/>
        </a:xfrm>
      </p:grpSpPr>
      <p:sp>
        <p:nvSpPr>
          <p:cNvPr id="250" name="Google Shape;250;p40"/>
          <p:cNvSpPr txBox="1"/>
          <p:nvPr>
            <p:ph type="title"/>
          </p:nvPr>
        </p:nvSpPr>
        <p:spPr>
          <a:xfrm>
            <a:off x="457200" y="205979"/>
            <a:ext cx="8229600" cy="857400"/>
          </a:xfrm>
          <a:prstGeom prst="rect">
            <a:avLst/>
          </a:prstGeom>
          <a:noFill/>
          <a:ln>
            <a:noFill/>
          </a:ln>
        </p:spPr>
        <p:txBody>
          <a:bodyPr anchorCtr="0" anchor="ctr" bIns="17125" lIns="34275" spcFirstLastPara="1" rIns="34275" wrap="square" tIns="17125">
            <a:noAutofit/>
          </a:bodyPr>
          <a:lstStyle>
            <a:lvl1pPr lvl="0" algn="ctr">
              <a:lnSpc>
                <a:spcPct val="100000"/>
              </a:lnSpc>
              <a:spcBef>
                <a:spcPts val="0"/>
              </a:spcBef>
              <a:spcAft>
                <a:spcPts val="0"/>
              </a:spcAft>
              <a:buClr>
                <a:schemeClr val="dk1"/>
              </a:buClr>
              <a:buSzPts val="300"/>
              <a:buNone/>
              <a:defRPr/>
            </a:lvl1pPr>
            <a:lvl2pPr lvl="1" algn="l">
              <a:lnSpc>
                <a:spcPct val="100000"/>
              </a:lnSpc>
              <a:spcBef>
                <a:spcPts val="0"/>
              </a:spcBef>
              <a:spcAft>
                <a:spcPts val="0"/>
              </a:spcAft>
              <a:buSzPts val="200"/>
              <a:buNone/>
              <a:defRPr/>
            </a:lvl2pPr>
            <a:lvl3pPr lvl="2" algn="l">
              <a:lnSpc>
                <a:spcPct val="100000"/>
              </a:lnSpc>
              <a:spcBef>
                <a:spcPts val="0"/>
              </a:spcBef>
              <a:spcAft>
                <a:spcPts val="0"/>
              </a:spcAft>
              <a:buSzPts val="200"/>
              <a:buNone/>
              <a:defRPr/>
            </a:lvl3pPr>
            <a:lvl4pPr lvl="3" algn="l">
              <a:lnSpc>
                <a:spcPct val="100000"/>
              </a:lnSpc>
              <a:spcBef>
                <a:spcPts val="0"/>
              </a:spcBef>
              <a:spcAft>
                <a:spcPts val="0"/>
              </a:spcAft>
              <a:buSzPts val="200"/>
              <a:buNone/>
              <a:defRPr/>
            </a:lvl4pPr>
            <a:lvl5pPr lvl="4" algn="l">
              <a:lnSpc>
                <a:spcPct val="100000"/>
              </a:lnSpc>
              <a:spcBef>
                <a:spcPts val="0"/>
              </a:spcBef>
              <a:spcAft>
                <a:spcPts val="0"/>
              </a:spcAft>
              <a:buSzPts val="200"/>
              <a:buNone/>
              <a:defRPr/>
            </a:lvl5pPr>
            <a:lvl6pPr lvl="5" algn="l">
              <a:lnSpc>
                <a:spcPct val="100000"/>
              </a:lnSpc>
              <a:spcBef>
                <a:spcPts val="0"/>
              </a:spcBef>
              <a:spcAft>
                <a:spcPts val="0"/>
              </a:spcAft>
              <a:buSzPts val="200"/>
              <a:buNone/>
              <a:defRPr/>
            </a:lvl6pPr>
            <a:lvl7pPr lvl="6" algn="l">
              <a:lnSpc>
                <a:spcPct val="100000"/>
              </a:lnSpc>
              <a:spcBef>
                <a:spcPts val="0"/>
              </a:spcBef>
              <a:spcAft>
                <a:spcPts val="0"/>
              </a:spcAft>
              <a:buSzPts val="200"/>
              <a:buNone/>
              <a:defRPr/>
            </a:lvl7pPr>
            <a:lvl8pPr lvl="7" algn="l">
              <a:lnSpc>
                <a:spcPct val="100000"/>
              </a:lnSpc>
              <a:spcBef>
                <a:spcPts val="0"/>
              </a:spcBef>
              <a:spcAft>
                <a:spcPts val="0"/>
              </a:spcAft>
              <a:buSzPts val="200"/>
              <a:buNone/>
              <a:defRPr/>
            </a:lvl8pPr>
            <a:lvl9pPr lvl="8" algn="l">
              <a:lnSpc>
                <a:spcPct val="100000"/>
              </a:lnSpc>
              <a:spcBef>
                <a:spcPts val="0"/>
              </a:spcBef>
              <a:spcAft>
                <a:spcPts val="0"/>
              </a:spcAft>
              <a:buSzPts val="200"/>
              <a:buNone/>
              <a:defRPr/>
            </a:lvl9pPr>
          </a:lstStyle>
          <a:p/>
        </p:txBody>
      </p:sp>
      <p:sp>
        <p:nvSpPr>
          <p:cNvPr id="251" name="Google Shape;251;p40"/>
          <p:cNvSpPr txBox="1"/>
          <p:nvPr>
            <p:ph idx="1" type="body"/>
          </p:nvPr>
        </p:nvSpPr>
        <p:spPr>
          <a:xfrm>
            <a:off x="457200" y="1200151"/>
            <a:ext cx="8229600" cy="3394500"/>
          </a:xfrm>
          <a:prstGeom prst="rect">
            <a:avLst/>
          </a:prstGeom>
          <a:noFill/>
          <a:ln>
            <a:noFill/>
          </a:ln>
        </p:spPr>
        <p:txBody>
          <a:bodyPr anchorCtr="0" anchor="t" bIns="17125" lIns="34275" spcFirstLastPara="1" rIns="34275" wrap="square" tIns="17125">
            <a:noAutofit/>
          </a:bodyPr>
          <a:lstStyle>
            <a:lvl1pPr indent="-247650" lvl="0" marL="457200" algn="l">
              <a:lnSpc>
                <a:spcPct val="114000"/>
              </a:lnSpc>
              <a:spcBef>
                <a:spcPts val="100"/>
              </a:spcBef>
              <a:spcAft>
                <a:spcPts val="0"/>
              </a:spcAft>
              <a:buClr>
                <a:schemeClr val="dk1"/>
              </a:buClr>
              <a:buSzPts val="300"/>
              <a:buChar char="•"/>
              <a:defRPr/>
            </a:lvl1pPr>
            <a:lvl2pPr indent="-247650" lvl="1" marL="914400" algn="l">
              <a:lnSpc>
                <a:spcPct val="114000"/>
              </a:lnSpc>
              <a:spcBef>
                <a:spcPts val="100"/>
              </a:spcBef>
              <a:spcAft>
                <a:spcPts val="0"/>
              </a:spcAft>
              <a:buClr>
                <a:schemeClr val="dk1"/>
              </a:buClr>
              <a:buSzPts val="300"/>
              <a:buChar char="–"/>
              <a:defRPr/>
            </a:lvl2pPr>
            <a:lvl3pPr indent="-247650" lvl="2" marL="1371600" algn="l">
              <a:lnSpc>
                <a:spcPct val="114000"/>
              </a:lnSpc>
              <a:spcBef>
                <a:spcPts val="100"/>
              </a:spcBef>
              <a:spcAft>
                <a:spcPts val="0"/>
              </a:spcAft>
              <a:buClr>
                <a:schemeClr val="dk1"/>
              </a:buClr>
              <a:buSzPts val="300"/>
              <a:buChar char="•"/>
              <a:defRPr/>
            </a:lvl3pPr>
            <a:lvl4pPr indent="-247650" lvl="3" marL="1828800" algn="l">
              <a:lnSpc>
                <a:spcPct val="114000"/>
              </a:lnSpc>
              <a:spcBef>
                <a:spcPts val="100"/>
              </a:spcBef>
              <a:spcAft>
                <a:spcPts val="0"/>
              </a:spcAft>
              <a:buClr>
                <a:schemeClr val="dk1"/>
              </a:buClr>
              <a:buSzPts val="300"/>
              <a:buChar char="–"/>
              <a:defRPr/>
            </a:lvl4pPr>
            <a:lvl5pPr indent="-247650" lvl="4" marL="2286000" algn="l">
              <a:lnSpc>
                <a:spcPct val="114000"/>
              </a:lnSpc>
              <a:spcBef>
                <a:spcPts val="100"/>
              </a:spcBef>
              <a:spcAft>
                <a:spcPts val="0"/>
              </a:spcAft>
              <a:buClr>
                <a:schemeClr val="dk1"/>
              </a:buClr>
              <a:buSzPts val="300"/>
              <a:buChar char="»"/>
              <a:defRPr/>
            </a:lvl5pPr>
            <a:lvl6pPr indent="-247650" lvl="5" marL="2743200" algn="l">
              <a:lnSpc>
                <a:spcPct val="90000"/>
              </a:lnSpc>
              <a:spcBef>
                <a:spcPts val="100"/>
              </a:spcBef>
              <a:spcAft>
                <a:spcPts val="0"/>
              </a:spcAft>
              <a:buClr>
                <a:schemeClr val="dk1"/>
              </a:buClr>
              <a:buSzPts val="300"/>
              <a:buChar char="•"/>
              <a:defRPr/>
            </a:lvl6pPr>
            <a:lvl7pPr indent="-247650" lvl="6" marL="3200400" algn="l">
              <a:lnSpc>
                <a:spcPct val="90000"/>
              </a:lnSpc>
              <a:spcBef>
                <a:spcPts val="100"/>
              </a:spcBef>
              <a:spcAft>
                <a:spcPts val="0"/>
              </a:spcAft>
              <a:buClr>
                <a:schemeClr val="dk1"/>
              </a:buClr>
              <a:buSzPts val="300"/>
              <a:buChar char="•"/>
              <a:defRPr/>
            </a:lvl7pPr>
            <a:lvl8pPr indent="-247650" lvl="7" marL="3657600" algn="l">
              <a:lnSpc>
                <a:spcPct val="90000"/>
              </a:lnSpc>
              <a:spcBef>
                <a:spcPts val="100"/>
              </a:spcBef>
              <a:spcAft>
                <a:spcPts val="0"/>
              </a:spcAft>
              <a:buClr>
                <a:schemeClr val="dk1"/>
              </a:buClr>
              <a:buSzPts val="300"/>
              <a:buChar char="•"/>
              <a:defRPr/>
            </a:lvl8pPr>
            <a:lvl9pPr indent="-247650" lvl="8" marL="4114800" algn="l">
              <a:lnSpc>
                <a:spcPct val="90000"/>
              </a:lnSpc>
              <a:spcBef>
                <a:spcPts val="100"/>
              </a:spcBef>
              <a:spcAft>
                <a:spcPts val="0"/>
              </a:spcAft>
              <a:buClr>
                <a:schemeClr val="dk1"/>
              </a:buClr>
              <a:buSzPts val="300"/>
              <a:buChar char="•"/>
              <a:defRPr/>
            </a:lvl9pPr>
          </a:lstStyle>
          <a:p/>
        </p:txBody>
      </p:sp>
      <p:sp>
        <p:nvSpPr>
          <p:cNvPr id="252" name="Google Shape;252;p40"/>
          <p:cNvSpPr txBox="1"/>
          <p:nvPr>
            <p:ph idx="10" type="dt"/>
          </p:nvPr>
        </p:nvSpPr>
        <p:spPr>
          <a:xfrm>
            <a:off x="457200" y="4767264"/>
            <a:ext cx="2133600" cy="273900"/>
          </a:xfrm>
          <a:prstGeom prst="rect">
            <a:avLst/>
          </a:prstGeom>
          <a:noFill/>
          <a:ln>
            <a:noFill/>
          </a:ln>
        </p:spPr>
        <p:txBody>
          <a:bodyPr anchorCtr="0" anchor="ctr" bIns="17125" lIns="34275" spcFirstLastPara="1" rIns="34275" wrap="square" tIns="17125">
            <a:noAutofit/>
          </a:bodyPr>
          <a:lstStyle>
            <a:lvl1pPr lvl="0"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9pPr>
          </a:lstStyle>
          <a:p/>
        </p:txBody>
      </p:sp>
      <p:sp>
        <p:nvSpPr>
          <p:cNvPr id="253" name="Google Shape;253;p40"/>
          <p:cNvSpPr txBox="1"/>
          <p:nvPr>
            <p:ph idx="11" type="ftr"/>
          </p:nvPr>
        </p:nvSpPr>
        <p:spPr>
          <a:xfrm>
            <a:off x="3124201" y="4767264"/>
            <a:ext cx="2895600" cy="273900"/>
          </a:xfrm>
          <a:prstGeom prst="rect">
            <a:avLst/>
          </a:prstGeom>
          <a:noFill/>
          <a:ln>
            <a:noFill/>
          </a:ln>
        </p:spPr>
        <p:txBody>
          <a:bodyPr anchorCtr="0" anchor="ctr" bIns="17125" lIns="34275" spcFirstLastPara="1" rIns="34275" wrap="square" tIns="17125">
            <a:noAutofit/>
          </a:bodyPr>
          <a:lstStyle>
            <a:lvl1pPr lvl="0" marR="0" algn="ctr">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200"/>
              <a:buFont typeface="Arial"/>
              <a:buNone/>
              <a:defRPr b="0" i="0" sz="500" u="none" cap="none" strike="noStrike">
                <a:solidFill>
                  <a:srgbClr val="000000"/>
                </a:solidFill>
                <a:latin typeface="Arial"/>
                <a:ea typeface="Arial"/>
                <a:cs typeface="Arial"/>
                <a:sym typeface="Arial"/>
              </a:defRPr>
            </a:lvl9pPr>
          </a:lstStyle>
          <a:p/>
        </p:txBody>
      </p:sp>
      <p:sp>
        <p:nvSpPr>
          <p:cNvPr id="254" name="Google Shape;254;p4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2">
  <p:cSld name="Section 04 (pink) layout 02">
    <p:spTree>
      <p:nvGrpSpPr>
        <p:cNvPr id="255" name="Shape 255"/>
        <p:cNvGrpSpPr/>
        <p:nvPr/>
      </p:nvGrpSpPr>
      <p:grpSpPr>
        <a:xfrm>
          <a:off x="0" y="0"/>
          <a:ext cx="0" cy="0"/>
          <a:chOff x="0" y="0"/>
          <a:chExt cx="0" cy="0"/>
        </a:xfrm>
      </p:grpSpPr>
      <p:sp>
        <p:nvSpPr>
          <p:cNvPr id="256" name="Google Shape;256;p4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57" name="Google Shape;257;p4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258" name="Google Shape;258;p4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259" name="Google Shape;259;p4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260" name="Google Shape;260;p41"/>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61" name="Google Shape;261;p4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262" name="Google Shape;262;p41"/>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304800" lvl="0" marL="457200" algn="l">
              <a:lnSpc>
                <a:spcPct val="90000"/>
              </a:lnSpc>
              <a:spcBef>
                <a:spcPts val="400"/>
              </a:spcBef>
              <a:spcAft>
                <a:spcPts val="0"/>
              </a:spcAft>
              <a:buClr>
                <a:srgbClr val="000000"/>
              </a:buClr>
              <a:buSzPts val="1200"/>
              <a:buFont typeface="Arial"/>
              <a:buChar char="•"/>
              <a:defRPr sz="1200"/>
            </a:lvl1pPr>
            <a:lvl2pPr indent="-292100" lvl="1" marL="914400" algn="l">
              <a:lnSpc>
                <a:spcPct val="90000"/>
              </a:lnSpc>
              <a:spcBef>
                <a:spcPts val="200"/>
              </a:spcBef>
              <a:spcAft>
                <a:spcPts val="0"/>
              </a:spcAft>
              <a:buClr>
                <a:srgbClr val="000000"/>
              </a:buClr>
              <a:buSzPts val="1000"/>
              <a:buChar char="•"/>
              <a:defRPr sz="1000"/>
            </a:lvl2pPr>
            <a:lvl3pPr indent="-285750" lvl="2" marL="1371600" algn="l">
              <a:lnSpc>
                <a:spcPct val="90000"/>
              </a:lnSpc>
              <a:spcBef>
                <a:spcPts val="200"/>
              </a:spcBef>
              <a:spcAft>
                <a:spcPts val="0"/>
              </a:spcAft>
              <a:buClr>
                <a:srgbClr val="000000"/>
              </a:buClr>
              <a:buSzPts val="900"/>
              <a:buChar char="o"/>
              <a:defRPr sz="900"/>
            </a:lvl3pPr>
            <a:lvl4pPr indent="-273050" lvl="3" marL="1828800" algn="l">
              <a:lnSpc>
                <a:spcPct val="90000"/>
              </a:lnSpc>
              <a:spcBef>
                <a:spcPts val="200"/>
              </a:spcBef>
              <a:spcAft>
                <a:spcPts val="0"/>
              </a:spcAft>
              <a:buClr>
                <a:srgbClr val="000000"/>
              </a:buClr>
              <a:buSzPts val="700"/>
              <a:buChar char="⦿"/>
              <a:defRPr sz="7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3" name="Shape 263"/>
        <p:cNvGrpSpPr/>
        <p:nvPr/>
      </p:nvGrpSpPr>
      <p:grpSpPr>
        <a:xfrm>
          <a:off x="0" y="0"/>
          <a:ext cx="0" cy="0"/>
          <a:chOff x="0" y="0"/>
          <a:chExt cx="0" cy="0"/>
        </a:xfrm>
      </p:grpSpPr>
      <p:sp>
        <p:nvSpPr>
          <p:cNvPr id="264" name="Google Shape;264;p42"/>
          <p:cNvSpPr txBox="1"/>
          <p:nvPr>
            <p:ph type="title"/>
          </p:nvPr>
        </p:nvSpPr>
        <p:spPr>
          <a:xfrm>
            <a:off x="311700" y="445025"/>
            <a:ext cx="85206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265" name="Google Shape;265;p42"/>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30200" lvl="0" marL="457200" algn="l">
              <a:lnSpc>
                <a:spcPct val="122727"/>
              </a:lnSpc>
              <a:spcBef>
                <a:spcPts val="900"/>
              </a:spcBef>
              <a:spcAft>
                <a:spcPts val="0"/>
              </a:spcAft>
              <a:buSzPts val="1600"/>
              <a:buChar char="⦿"/>
              <a:defRPr/>
            </a:lvl1pPr>
            <a:lvl2pPr indent="-336550" lvl="1" marL="914400" algn="l">
              <a:lnSpc>
                <a:spcPct val="135000"/>
              </a:lnSpc>
              <a:spcBef>
                <a:spcPts val="900"/>
              </a:spcBef>
              <a:spcAft>
                <a:spcPts val="0"/>
              </a:spcAft>
              <a:buSzPts val="1700"/>
              <a:buChar char="•"/>
              <a:defRPr/>
            </a:lvl2pPr>
            <a:lvl3pPr indent="-323850" lvl="2" marL="1371600" algn="l">
              <a:lnSpc>
                <a:spcPct val="135000"/>
              </a:lnSpc>
              <a:spcBef>
                <a:spcPts val="900"/>
              </a:spcBef>
              <a:spcAft>
                <a:spcPts val="0"/>
              </a:spcAft>
              <a:buSzPts val="1500"/>
              <a:buChar char="o"/>
              <a:defRPr/>
            </a:lvl3pPr>
            <a:lvl4pPr indent="-323850" lvl="3" marL="1828800" algn="l">
              <a:lnSpc>
                <a:spcPct val="135000"/>
              </a:lnSpc>
              <a:spcBef>
                <a:spcPts val="900"/>
              </a:spcBef>
              <a:spcAft>
                <a:spcPts val="0"/>
              </a:spcAft>
              <a:buSzPts val="1500"/>
              <a:buChar char="⦿"/>
              <a:defRPr/>
            </a:lvl4pPr>
            <a:lvl5pPr indent="-336550" lvl="4" marL="2286000" algn="l">
              <a:lnSpc>
                <a:spcPct val="135000"/>
              </a:lnSpc>
              <a:spcBef>
                <a:spcPts val="900"/>
              </a:spcBef>
              <a:spcAft>
                <a:spcPts val="0"/>
              </a:spcAft>
              <a:buSzPts val="1700"/>
              <a:buChar char="•"/>
              <a:defRPr/>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266" name="Google Shape;266;p42"/>
          <p:cNvSpPr txBox="1"/>
          <p:nvPr>
            <p:ph idx="12" type="sldNum"/>
          </p:nvPr>
        </p:nvSpPr>
        <p:spPr>
          <a:xfrm>
            <a:off x="8472458"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p:cSld name="1_Half Column Numbers 4">
    <p:spTree>
      <p:nvGrpSpPr>
        <p:cNvPr id="267" name="Shape 267"/>
        <p:cNvGrpSpPr/>
        <p:nvPr/>
      </p:nvGrpSpPr>
      <p:grpSpPr>
        <a:xfrm>
          <a:off x="0" y="0"/>
          <a:ext cx="0" cy="0"/>
          <a:chOff x="0" y="0"/>
          <a:chExt cx="0" cy="0"/>
        </a:xfrm>
      </p:grpSpPr>
      <p:sp>
        <p:nvSpPr>
          <p:cNvPr id="268" name="Google Shape;268;p4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69" name="Google Shape;269;p4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270" name="Google Shape;270;p43"/>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Symbol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Symbol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cxnSp>
        <p:nvCxnSpPr>
          <p:cNvPr id="271" name="Google Shape;271;p4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272" name="Google Shape;272;p4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273" name="Google Shape;273;p4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_divder page">
  <p:cSld name="Section 05 (blue)_divder page">
    <p:bg>
      <p:bgPr>
        <a:solidFill>
          <a:srgbClr val="5EAEE0"/>
        </a:solidFill>
      </p:bgPr>
    </p:bg>
    <p:spTree>
      <p:nvGrpSpPr>
        <p:cNvPr id="274" name="Shape 274"/>
        <p:cNvGrpSpPr/>
        <p:nvPr/>
      </p:nvGrpSpPr>
      <p:grpSpPr>
        <a:xfrm>
          <a:off x="0" y="0"/>
          <a:ext cx="0" cy="0"/>
          <a:chOff x="0" y="0"/>
          <a:chExt cx="0" cy="0"/>
        </a:xfrm>
      </p:grpSpPr>
      <p:sp>
        <p:nvSpPr>
          <p:cNvPr id="275" name="Google Shape;275;p44"/>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276" name="Google Shape;276;p44"/>
          <p:cNvPicPr preferRelativeResize="0"/>
          <p:nvPr/>
        </p:nvPicPr>
        <p:blipFill rotWithShape="1">
          <a:blip r:embed="rId2">
            <a:alphaModFix/>
          </a:blip>
          <a:srcRect b="0" l="0" r="0" t="0"/>
          <a:stretch/>
        </p:blipFill>
        <p:spPr>
          <a:xfrm>
            <a:off x="7452565" y="0"/>
            <a:ext cx="1177531" cy="1149043"/>
          </a:xfrm>
          <a:prstGeom prst="rect">
            <a:avLst/>
          </a:prstGeom>
          <a:noFill/>
          <a:ln>
            <a:noFill/>
          </a:ln>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277" name="Shape 277"/>
        <p:cNvGrpSpPr/>
        <p:nvPr/>
      </p:nvGrpSpPr>
      <p:grpSpPr>
        <a:xfrm>
          <a:off x="0" y="0"/>
          <a:ext cx="0" cy="0"/>
          <a:chOff x="0" y="0"/>
          <a:chExt cx="0" cy="0"/>
        </a:xfrm>
      </p:grpSpPr>
      <p:sp>
        <p:nvSpPr>
          <p:cNvPr id="278" name="Google Shape;278;p45"/>
          <p:cNvSpPr txBox="1"/>
          <p:nvPr>
            <p:ph idx="1" type="subTitle"/>
          </p:nvPr>
        </p:nvSpPr>
        <p:spPr>
          <a:xfrm>
            <a:off x="820163" y="820215"/>
            <a:ext cx="7361400" cy="6936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rgbClr val="26226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2">
  <p:cSld name="Full Column Bullets">
    <p:spTree>
      <p:nvGrpSpPr>
        <p:cNvPr id="279" name="Shape 279"/>
        <p:cNvGrpSpPr/>
        <p:nvPr/>
      </p:nvGrpSpPr>
      <p:grpSpPr>
        <a:xfrm>
          <a:off x="0" y="0"/>
          <a:ext cx="0" cy="0"/>
          <a:chOff x="0" y="0"/>
          <a:chExt cx="0" cy="0"/>
        </a:xfrm>
      </p:grpSpPr>
      <p:sp>
        <p:nvSpPr>
          <p:cNvPr id="280" name="Google Shape;280;p46"/>
          <p:cNvSpPr txBox="1"/>
          <p:nvPr>
            <p:ph idx="1" type="body"/>
          </p:nvPr>
        </p:nvSpPr>
        <p:spPr>
          <a:xfrm>
            <a:off x="339881" y="744737"/>
            <a:ext cx="8460300" cy="3646200"/>
          </a:xfrm>
          <a:prstGeom prst="rect">
            <a:avLst/>
          </a:prstGeom>
          <a:noFill/>
          <a:ln>
            <a:noFill/>
          </a:ln>
        </p:spPr>
        <p:txBody>
          <a:bodyPr anchorCtr="0" anchor="t" bIns="0" lIns="0" spcFirstLastPara="1" rIns="0" wrap="square" tIns="0">
            <a:noAutofit/>
          </a:bodyPr>
          <a:lstStyle>
            <a:lvl1pPr indent="-292100" lvl="0" marL="457200" algn="l">
              <a:lnSpc>
                <a:spcPct val="114000"/>
              </a:lnSpc>
              <a:spcBef>
                <a:spcPts val="0"/>
              </a:spcBef>
              <a:spcAft>
                <a:spcPts val="0"/>
              </a:spcAft>
              <a:buClr>
                <a:schemeClr val="dk1"/>
              </a:buClr>
              <a:buSzPts val="1000"/>
              <a:buFont typeface="Noto Sans Symbols"/>
              <a:buChar char="⦿"/>
              <a:defRPr sz="1600"/>
            </a:lvl1pPr>
            <a:lvl2pPr indent="-279400" lvl="1" marL="914400" algn="l">
              <a:lnSpc>
                <a:spcPct val="114000"/>
              </a:lnSpc>
              <a:spcBef>
                <a:spcPts val="0"/>
              </a:spcBef>
              <a:spcAft>
                <a:spcPts val="0"/>
              </a:spcAft>
              <a:buClr>
                <a:schemeClr val="dk1"/>
              </a:buClr>
              <a:buSzPts val="800"/>
              <a:buChar char="•"/>
              <a:defRPr/>
            </a:lvl2pPr>
            <a:lvl3pPr indent="-273050" lvl="2" marL="1371600" algn="l">
              <a:lnSpc>
                <a:spcPct val="114000"/>
              </a:lnSpc>
              <a:spcBef>
                <a:spcPts val="0"/>
              </a:spcBef>
              <a:spcAft>
                <a:spcPts val="0"/>
              </a:spcAft>
              <a:buClr>
                <a:schemeClr val="dk1"/>
              </a:buClr>
              <a:buSzPts val="700"/>
              <a:buChar char="o"/>
              <a:defRPr/>
            </a:lvl3pPr>
            <a:lvl4pPr indent="-254000" lvl="3" marL="1828800" algn="l">
              <a:lnSpc>
                <a:spcPct val="114000"/>
              </a:lnSpc>
              <a:spcBef>
                <a:spcPts val="0"/>
              </a:spcBef>
              <a:spcAft>
                <a:spcPts val="0"/>
              </a:spcAft>
              <a:buClr>
                <a:schemeClr val="dk1"/>
              </a:buClr>
              <a:buSzPts val="400"/>
              <a:buChar char="⦿"/>
              <a:defRPr/>
            </a:lvl4pPr>
            <a:lvl5pPr indent="-279400" lvl="4" marL="2286000" algn="l">
              <a:lnSpc>
                <a:spcPct val="114000"/>
              </a:lnSpc>
              <a:spcBef>
                <a:spcPts val="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281" name="Google Shape;281;p46"/>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82" name="Google Shape;282;p46"/>
          <p:cNvSpPr txBox="1"/>
          <p:nvPr>
            <p:ph idx="12" type="sldNum"/>
          </p:nvPr>
        </p:nvSpPr>
        <p:spPr>
          <a:xfrm>
            <a:off x="6738657"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3" name="Google Shape;283;p46"/>
          <p:cNvSpPr txBox="1"/>
          <p:nvPr>
            <p:ph type="title"/>
          </p:nvPr>
        </p:nvSpPr>
        <p:spPr>
          <a:xfrm>
            <a:off x="349405"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284" name="Google Shape;284;p46"/>
          <p:cNvSpPr txBox="1"/>
          <p:nvPr>
            <p:ph idx="2" type="body"/>
          </p:nvPr>
        </p:nvSpPr>
        <p:spPr>
          <a:xfrm>
            <a:off x="0" y="4560408"/>
            <a:ext cx="9144000" cy="5832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_1">
    <p:spTree>
      <p:nvGrpSpPr>
        <p:cNvPr id="285" name="Shape 285"/>
        <p:cNvGrpSpPr/>
        <p:nvPr/>
      </p:nvGrpSpPr>
      <p:grpSpPr>
        <a:xfrm>
          <a:off x="0" y="0"/>
          <a:ext cx="0" cy="0"/>
          <a:chOff x="0" y="0"/>
          <a:chExt cx="0" cy="0"/>
        </a:xfrm>
      </p:grpSpPr>
      <p:cxnSp>
        <p:nvCxnSpPr>
          <p:cNvPr id="286" name="Google Shape;286;p47"/>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287" name="Google Shape;287;p47"/>
          <p:cNvSpPr txBox="1"/>
          <p:nvPr>
            <p:ph idx="12" type="sldNum"/>
          </p:nvPr>
        </p:nvSpPr>
        <p:spPr>
          <a:xfrm>
            <a:off x="6738657"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47"/>
          <p:cNvSpPr txBox="1"/>
          <p:nvPr>
            <p:ph type="title"/>
          </p:nvPr>
        </p:nvSpPr>
        <p:spPr>
          <a:xfrm>
            <a:off x="349405"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289" name="Google Shape;289;p47"/>
          <p:cNvSpPr txBox="1"/>
          <p:nvPr>
            <p:ph idx="1" type="body"/>
          </p:nvPr>
        </p:nvSpPr>
        <p:spPr>
          <a:xfrm>
            <a:off x="0" y="4560408"/>
            <a:ext cx="9144000" cy="5832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_divder page">
  <p:cSld name="Section 03 (salmon)_divder page">
    <p:bg>
      <p:bgPr>
        <a:solidFill>
          <a:srgbClr val="F58D77"/>
        </a:solidFill>
      </p:bgPr>
    </p:bg>
    <p:spTree>
      <p:nvGrpSpPr>
        <p:cNvPr id="290" name="Shape 290"/>
        <p:cNvGrpSpPr/>
        <p:nvPr/>
      </p:nvGrpSpPr>
      <p:grpSpPr>
        <a:xfrm>
          <a:off x="0" y="0"/>
          <a:ext cx="0" cy="0"/>
          <a:chOff x="0" y="0"/>
          <a:chExt cx="0" cy="0"/>
        </a:xfrm>
      </p:grpSpPr>
      <p:sp>
        <p:nvSpPr>
          <p:cNvPr id="291" name="Google Shape;291;p48"/>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292" name="Google Shape;292;p48"/>
          <p:cNvPicPr preferRelativeResize="0"/>
          <p:nvPr/>
        </p:nvPicPr>
        <p:blipFill rotWithShape="1">
          <a:blip r:embed="rId2">
            <a:alphaModFix/>
          </a:blip>
          <a:srcRect b="0" l="0" r="0" t="0"/>
          <a:stretch/>
        </p:blipFill>
        <p:spPr>
          <a:xfrm>
            <a:off x="7452565" y="0"/>
            <a:ext cx="1177531" cy="1149043"/>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bg>
      <p:bgPr>
        <a:solidFill>
          <a:srgbClr val="FFFFFF"/>
        </a:solidFill>
      </p:bgPr>
    </p:bg>
    <p:spTree>
      <p:nvGrpSpPr>
        <p:cNvPr id="293" name="Shape 293"/>
        <p:cNvGrpSpPr/>
        <p:nvPr/>
      </p:nvGrpSpPr>
      <p:grpSpPr>
        <a:xfrm>
          <a:off x="0" y="0"/>
          <a:ext cx="0" cy="0"/>
          <a:chOff x="0" y="0"/>
          <a:chExt cx="0" cy="0"/>
        </a:xfrm>
      </p:grpSpPr>
      <p:sp>
        <p:nvSpPr>
          <p:cNvPr id="294" name="Google Shape;294;p4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cxnSp>
        <p:nvCxnSpPr>
          <p:cNvPr id="295" name="Google Shape;295;p49"/>
          <p:cNvCxnSpPr/>
          <p:nvPr/>
        </p:nvCxnSpPr>
        <p:spPr>
          <a:xfrm flipH="1" rot="10800000">
            <a:off x="207600" y="650600"/>
            <a:ext cx="8728800" cy="34500"/>
          </a:xfrm>
          <a:prstGeom prst="straightConnector1">
            <a:avLst/>
          </a:prstGeom>
          <a:noFill/>
          <a:ln cap="flat" cmpd="sng" w="9525">
            <a:solidFill>
              <a:schemeClr val="dk1"/>
            </a:solidFill>
            <a:prstDash val="solid"/>
            <a:round/>
            <a:headEnd len="sm" w="sm" type="none"/>
            <a:tailEnd len="sm" w="sm" type="none"/>
          </a:ln>
        </p:spPr>
      </p:cxnSp>
      <p:sp>
        <p:nvSpPr>
          <p:cNvPr id="296" name="Google Shape;296;p49"/>
          <p:cNvSpPr txBox="1"/>
          <p:nvPr>
            <p:ph idx="2" type="title"/>
          </p:nvPr>
        </p:nvSpPr>
        <p:spPr>
          <a:xfrm>
            <a:off x="294125" y="198975"/>
            <a:ext cx="8114400" cy="683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sz="2400">
                <a:solidFill>
                  <a:schemeClr val="dk1"/>
                </a:solidFill>
              </a:defRPr>
            </a:lvl1pPr>
            <a:lvl2pPr lvl="1" algn="l">
              <a:lnSpc>
                <a:spcPct val="100000"/>
              </a:lnSpc>
              <a:spcBef>
                <a:spcPts val="0"/>
              </a:spcBef>
              <a:spcAft>
                <a:spcPts val="0"/>
              </a:spcAft>
              <a:buSzPts val="500"/>
              <a:buNone/>
              <a:defRPr sz="2400">
                <a:solidFill>
                  <a:schemeClr val="dk1"/>
                </a:solidFill>
              </a:defRPr>
            </a:lvl2pPr>
            <a:lvl3pPr lvl="2" algn="l">
              <a:lnSpc>
                <a:spcPct val="100000"/>
              </a:lnSpc>
              <a:spcBef>
                <a:spcPts val="0"/>
              </a:spcBef>
              <a:spcAft>
                <a:spcPts val="0"/>
              </a:spcAft>
              <a:buSzPts val="500"/>
              <a:buNone/>
              <a:defRPr sz="2400">
                <a:solidFill>
                  <a:schemeClr val="dk1"/>
                </a:solidFill>
              </a:defRPr>
            </a:lvl3pPr>
            <a:lvl4pPr lvl="3" algn="l">
              <a:lnSpc>
                <a:spcPct val="100000"/>
              </a:lnSpc>
              <a:spcBef>
                <a:spcPts val="0"/>
              </a:spcBef>
              <a:spcAft>
                <a:spcPts val="0"/>
              </a:spcAft>
              <a:buSzPts val="500"/>
              <a:buNone/>
              <a:defRPr sz="2400">
                <a:solidFill>
                  <a:schemeClr val="dk1"/>
                </a:solidFill>
              </a:defRPr>
            </a:lvl4pPr>
            <a:lvl5pPr lvl="4" algn="l">
              <a:lnSpc>
                <a:spcPct val="100000"/>
              </a:lnSpc>
              <a:spcBef>
                <a:spcPts val="0"/>
              </a:spcBef>
              <a:spcAft>
                <a:spcPts val="0"/>
              </a:spcAft>
              <a:buSzPts val="500"/>
              <a:buNone/>
              <a:defRPr sz="2400">
                <a:solidFill>
                  <a:schemeClr val="dk1"/>
                </a:solidFill>
              </a:defRPr>
            </a:lvl5pPr>
            <a:lvl6pPr lvl="5" algn="l">
              <a:lnSpc>
                <a:spcPct val="100000"/>
              </a:lnSpc>
              <a:spcBef>
                <a:spcPts val="0"/>
              </a:spcBef>
              <a:spcAft>
                <a:spcPts val="0"/>
              </a:spcAft>
              <a:buSzPts val="500"/>
              <a:buNone/>
              <a:defRPr sz="2400">
                <a:solidFill>
                  <a:schemeClr val="dk1"/>
                </a:solidFill>
              </a:defRPr>
            </a:lvl6pPr>
            <a:lvl7pPr lvl="6" algn="l">
              <a:lnSpc>
                <a:spcPct val="100000"/>
              </a:lnSpc>
              <a:spcBef>
                <a:spcPts val="0"/>
              </a:spcBef>
              <a:spcAft>
                <a:spcPts val="0"/>
              </a:spcAft>
              <a:buSzPts val="500"/>
              <a:buNone/>
              <a:defRPr sz="2400">
                <a:solidFill>
                  <a:schemeClr val="dk1"/>
                </a:solidFill>
              </a:defRPr>
            </a:lvl7pPr>
            <a:lvl8pPr lvl="7" algn="l">
              <a:lnSpc>
                <a:spcPct val="100000"/>
              </a:lnSpc>
              <a:spcBef>
                <a:spcPts val="0"/>
              </a:spcBef>
              <a:spcAft>
                <a:spcPts val="0"/>
              </a:spcAft>
              <a:buSzPts val="500"/>
              <a:buNone/>
              <a:defRPr sz="2400">
                <a:solidFill>
                  <a:schemeClr val="dk1"/>
                </a:solidFill>
              </a:defRPr>
            </a:lvl8pPr>
            <a:lvl9pPr lvl="8" algn="l">
              <a:lnSpc>
                <a:spcPct val="100000"/>
              </a:lnSpc>
              <a:spcBef>
                <a:spcPts val="0"/>
              </a:spcBef>
              <a:spcAft>
                <a:spcPts val="0"/>
              </a:spcAft>
              <a:buSzPts val="500"/>
              <a:buNone/>
              <a:defRPr sz="2400">
                <a:solidFill>
                  <a:schemeClr val="dk1"/>
                </a:solidFill>
              </a:defRPr>
            </a:lvl9pPr>
          </a:lstStyle>
          <a:p/>
        </p:txBody>
      </p:sp>
      <p:sp>
        <p:nvSpPr>
          <p:cNvPr id="297" name="Google Shape;297;p49"/>
          <p:cNvSpPr txBox="1"/>
          <p:nvPr>
            <p:ph idx="1" type="body"/>
          </p:nvPr>
        </p:nvSpPr>
        <p:spPr>
          <a:xfrm>
            <a:off x="342900" y="880250"/>
            <a:ext cx="8322300" cy="2828700"/>
          </a:xfrm>
          <a:prstGeom prst="rect">
            <a:avLst/>
          </a:prstGeom>
          <a:noFill/>
          <a:ln>
            <a:noFill/>
          </a:ln>
        </p:spPr>
        <p:txBody>
          <a:bodyPr anchorCtr="0" anchor="t" bIns="0" lIns="0" spcFirstLastPara="1" rIns="0" wrap="square" tIns="0">
            <a:noAutofit/>
          </a:bodyPr>
          <a:lstStyle>
            <a:lvl1pPr indent="-292100" lvl="0" marL="457200" algn="l">
              <a:lnSpc>
                <a:spcPct val="114000"/>
              </a:lnSpc>
              <a:spcBef>
                <a:spcPts val="0"/>
              </a:spcBef>
              <a:spcAft>
                <a:spcPts val="0"/>
              </a:spcAft>
              <a:buClr>
                <a:schemeClr val="dk1"/>
              </a:buClr>
              <a:buSzPts val="1000"/>
              <a:buChar char="⦿"/>
              <a:defRPr>
                <a:solidFill>
                  <a:schemeClr val="dk1"/>
                </a:solidFill>
              </a:defRPr>
            </a:lvl1pPr>
            <a:lvl2pPr indent="-336550" lvl="1" marL="914400" algn="l">
              <a:lnSpc>
                <a:spcPct val="114000"/>
              </a:lnSpc>
              <a:spcBef>
                <a:spcPts val="0"/>
              </a:spcBef>
              <a:spcAft>
                <a:spcPts val="0"/>
              </a:spcAft>
              <a:buSzPts val="1700"/>
              <a:buChar char="•"/>
              <a:defRPr/>
            </a:lvl2pPr>
            <a:lvl3pPr indent="-323850" lvl="2" marL="1371600" algn="l">
              <a:lnSpc>
                <a:spcPct val="114000"/>
              </a:lnSpc>
              <a:spcBef>
                <a:spcPts val="0"/>
              </a:spcBef>
              <a:spcAft>
                <a:spcPts val="0"/>
              </a:spcAft>
              <a:buSzPts val="1500"/>
              <a:buChar char="o"/>
              <a:defRPr/>
            </a:lvl3pPr>
            <a:lvl4pPr indent="-285750" lvl="3" marL="1828800" algn="l">
              <a:lnSpc>
                <a:spcPct val="114000"/>
              </a:lnSpc>
              <a:spcBef>
                <a:spcPts val="0"/>
              </a:spcBef>
              <a:spcAft>
                <a:spcPts val="0"/>
              </a:spcAft>
              <a:buSzPts val="900"/>
              <a:buChar char="⦿"/>
              <a:defRPr/>
            </a:lvl4pPr>
            <a:lvl5pPr indent="-336550" lvl="4" marL="2286000" algn="l">
              <a:lnSpc>
                <a:spcPct val="114000"/>
              </a:lnSpc>
              <a:spcBef>
                <a:spcPts val="0"/>
              </a:spcBef>
              <a:spcAft>
                <a:spcPts val="0"/>
              </a:spcAft>
              <a:buSzPts val="1700"/>
              <a:buChar char="•"/>
              <a:defRPr/>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298" name="Google Shape;298;p4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5">
  <p:cSld name="2_Section_01 (yellow)_layout 05">
    <p:spTree>
      <p:nvGrpSpPr>
        <p:cNvPr id="299" name="Shape 299"/>
        <p:cNvGrpSpPr/>
        <p:nvPr/>
      </p:nvGrpSpPr>
      <p:grpSpPr>
        <a:xfrm>
          <a:off x="0" y="0"/>
          <a:ext cx="0" cy="0"/>
          <a:chOff x="0" y="0"/>
          <a:chExt cx="0" cy="0"/>
        </a:xfrm>
      </p:grpSpPr>
      <p:sp>
        <p:nvSpPr>
          <p:cNvPr id="300" name="Google Shape;300;p5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200"/>
              <a:buFont typeface="Arial"/>
              <a:buNone/>
            </a:pPr>
            <a:r>
              <a:t/>
            </a:r>
            <a:endParaRPr b="0" i="0" sz="500" u="none" cap="none" strike="noStrike">
              <a:solidFill>
                <a:schemeClr val="lt1"/>
              </a:solidFill>
              <a:latin typeface="Arial"/>
              <a:ea typeface="Arial"/>
              <a:cs typeface="Arial"/>
              <a:sym typeface="Arial"/>
            </a:endParaRPr>
          </a:p>
        </p:txBody>
      </p:sp>
      <p:sp>
        <p:nvSpPr>
          <p:cNvPr id="301" name="Google Shape;301;p5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200"/>
              <a:buFont typeface="Arial"/>
              <a:buNone/>
            </a:pPr>
            <a:r>
              <a:t/>
            </a:r>
            <a:endParaRPr b="0" i="0" sz="500" u="none" cap="none" strike="noStrike">
              <a:solidFill>
                <a:schemeClr val="lt1"/>
              </a:solidFill>
              <a:latin typeface="Arial"/>
              <a:ea typeface="Arial"/>
              <a:cs typeface="Arial"/>
              <a:sym typeface="Arial"/>
            </a:endParaRPr>
          </a:p>
        </p:txBody>
      </p:sp>
      <p:cxnSp>
        <p:nvCxnSpPr>
          <p:cNvPr id="302" name="Google Shape;302;p5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03" name="Google Shape;303;p5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3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200"/>
              <a:buNone/>
              <a:defRPr sz="1300"/>
            </a:lvl2pPr>
            <a:lvl3pPr lvl="2" algn="l">
              <a:lnSpc>
                <a:spcPct val="100000"/>
              </a:lnSpc>
              <a:spcBef>
                <a:spcPts val="0"/>
              </a:spcBef>
              <a:spcAft>
                <a:spcPts val="0"/>
              </a:spcAft>
              <a:buSzPts val="200"/>
              <a:buNone/>
              <a:defRPr sz="1300"/>
            </a:lvl3pPr>
            <a:lvl4pPr lvl="3" algn="l">
              <a:lnSpc>
                <a:spcPct val="100000"/>
              </a:lnSpc>
              <a:spcBef>
                <a:spcPts val="0"/>
              </a:spcBef>
              <a:spcAft>
                <a:spcPts val="0"/>
              </a:spcAft>
              <a:buSzPts val="200"/>
              <a:buNone/>
              <a:defRPr sz="1300"/>
            </a:lvl4pPr>
            <a:lvl5pPr lvl="4" algn="l">
              <a:lnSpc>
                <a:spcPct val="100000"/>
              </a:lnSpc>
              <a:spcBef>
                <a:spcPts val="0"/>
              </a:spcBef>
              <a:spcAft>
                <a:spcPts val="0"/>
              </a:spcAft>
              <a:buSzPts val="200"/>
              <a:buNone/>
              <a:defRPr sz="1300"/>
            </a:lvl5pPr>
            <a:lvl6pPr lvl="5" algn="l">
              <a:lnSpc>
                <a:spcPct val="100000"/>
              </a:lnSpc>
              <a:spcBef>
                <a:spcPts val="0"/>
              </a:spcBef>
              <a:spcAft>
                <a:spcPts val="0"/>
              </a:spcAft>
              <a:buSzPts val="200"/>
              <a:buNone/>
              <a:defRPr sz="1300"/>
            </a:lvl6pPr>
            <a:lvl7pPr lvl="6" algn="l">
              <a:lnSpc>
                <a:spcPct val="100000"/>
              </a:lnSpc>
              <a:spcBef>
                <a:spcPts val="0"/>
              </a:spcBef>
              <a:spcAft>
                <a:spcPts val="0"/>
              </a:spcAft>
              <a:buSzPts val="200"/>
              <a:buNone/>
              <a:defRPr sz="1300"/>
            </a:lvl7pPr>
            <a:lvl8pPr lvl="7" algn="l">
              <a:lnSpc>
                <a:spcPct val="100000"/>
              </a:lnSpc>
              <a:spcBef>
                <a:spcPts val="0"/>
              </a:spcBef>
              <a:spcAft>
                <a:spcPts val="0"/>
              </a:spcAft>
              <a:buSzPts val="200"/>
              <a:buNone/>
              <a:defRPr sz="1300"/>
            </a:lvl8pPr>
            <a:lvl9pPr lvl="8" algn="l">
              <a:lnSpc>
                <a:spcPct val="100000"/>
              </a:lnSpc>
              <a:spcBef>
                <a:spcPts val="0"/>
              </a:spcBef>
              <a:spcAft>
                <a:spcPts val="0"/>
              </a:spcAft>
              <a:buSzPts val="200"/>
              <a:buNone/>
              <a:defRPr sz="1300"/>
            </a:lvl9pPr>
          </a:lstStyle>
          <a:p/>
        </p:txBody>
      </p:sp>
      <p:sp>
        <p:nvSpPr>
          <p:cNvPr id="304" name="Google Shape;304;p50"/>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200"/>
              <a:buFont typeface="Arial"/>
              <a:buNone/>
            </a:pPr>
            <a:r>
              <a:t/>
            </a:r>
            <a:endParaRPr b="0" i="0" sz="500" u="none" cap="none" strike="noStrike">
              <a:solidFill>
                <a:schemeClr val="lt1"/>
              </a:solidFill>
              <a:latin typeface="Arial"/>
              <a:ea typeface="Arial"/>
              <a:cs typeface="Arial"/>
              <a:sym typeface="Arial"/>
            </a:endParaRPr>
          </a:p>
        </p:txBody>
      </p:sp>
      <p:sp>
        <p:nvSpPr>
          <p:cNvPr id="305" name="Google Shape;305;p5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06" name="Google Shape;306;p50"/>
          <p:cNvSpPr txBox="1"/>
          <p:nvPr>
            <p:ph idx="1" type="body"/>
          </p:nvPr>
        </p:nvSpPr>
        <p:spPr>
          <a:xfrm>
            <a:off x="1212863" y="1194157"/>
            <a:ext cx="6517200" cy="459600"/>
          </a:xfrm>
          <a:prstGeom prst="rect">
            <a:avLst/>
          </a:prstGeom>
          <a:noFill/>
          <a:ln>
            <a:noFill/>
          </a:ln>
        </p:spPr>
        <p:txBody>
          <a:bodyPr anchorCtr="0" anchor="t" bIns="6425" lIns="12850" spcFirstLastPara="1" rIns="12850" wrap="square" tIns="6425">
            <a:normAutofit/>
          </a:bodyPr>
          <a:lstStyle>
            <a:lvl1pPr indent="-228600" lvl="0" marL="457200" algn="l">
              <a:lnSpc>
                <a:spcPct val="90000"/>
              </a:lnSpc>
              <a:spcBef>
                <a:spcPts val="400"/>
              </a:spcBef>
              <a:spcAft>
                <a:spcPts val="0"/>
              </a:spcAft>
              <a:buClr>
                <a:srgbClr val="262261"/>
              </a:buClr>
              <a:buSzPts val="400"/>
              <a:buFont typeface="Arial"/>
              <a:buNone/>
              <a:defRPr sz="1200"/>
            </a:lvl1pPr>
            <a:lvl2pPr indent="-254000" lvl="1" marL="914400" algn="l">
              <a:lnSpc>
                <a:spcPct val="90000"/>
              </a:lnSpc>
              <a:spcBef>
                <a:spcPts val="200"/>
              </a:spcBef>
              <a:spcAft>
                <a:spcPts val="0"/>
              </a:spcAft>
              <a:buClr>
                <a:srgbClr val="262261"/>
              </a:buClr>
              <a:buSzPts val="400"/>
              <a:buChar char="•"/>
              <a:defRPr sz="1200"/>
            </a:lvl2pPr>
            <a:lvl3pPr indent="-254000" lvl="2" marL="1371600" algn="l">
              <a:lnSpc>
                <a:spcPct val="90000"/>
              </a:lnSpc>
              <a:spcBef>
                <a:spcPts val="200"/>
              </a:spcBef>
              <a:spcAft>
                <a:spcPts val="0"/>
              </a:spcAft>
              <a:buClr>
                <a:srgbClr val="262261"/>
              </a:buClr>
              <a:buSzPts val="400"/>
              <a:buChar char="•"/>
              <a:defRPr sz="1200"/>
            </a:lvl3pPr>
            <a:lvl4pPr indent="-254000" lvl="3" marL="1828800" algn="l">
              <a:lnSpc>
                <a:spcPct val="90000"/>
              </a:lnSpc>
              <a:spcBef>
                <a:spcPts val="200"/>
              </a:spcBef>
              <a:spcAft>
                <a:spcPts val="0"/>
              </a:spcAft>
              <a:buClr>
                <a:srgbClr val="262261"/>
              </a:buClr>
              <a:buSzPts val="400"/>
              <a:buChar char="•"/>
              <a:defRPr sz="1200"/>
            </a:lvl4pPr>
            <a:lvl5pPr indent="-254000" lvl="4" marL="2286000" algn="l">
              <a:lnSpc>
                <a:spcPct val="90000"/>
              </a:lnSpc>
              <a:spcBef>
                <a:spcPts val="200"/>
              </a:spcBef>
              <a:spcAft>
                <a:spcPts val="0"/>
              </a:spcAft>
              <a:buClr>
                <a:srgbClr val="262261"/>
              </a:buClr>
              <a:buSzPts val="400"/>
              <a:buChar char="•"/>
              <a:defRPr sz="1200"/>
            </a:lvl5pPr>
            <a:lvl6pPr indent="-228600" lvl="5" marL="2743200" algn="l">
              <a:lnSpc>
                <a:spcPct val="100000"/>
              </a:lnSpc>
              <a:spcBef>
                <a:spcPts val="0"/>
              </a:spcBef>
              <a:spcAft>
                <a:spcPts val="0"/>
              </a:spcAft>
              <a:buSzPts val="200"/>
              <a:buNone/>
              <a:defRPr/>
            </a:lvl6pPr>
            <a:lvl7pPr indent="-228600" lvl="6" marL="3200400" algn="l">
              <a:lnSpc>
                <a:spcPct val="100000"/>
              </a:lnSpc>
              <a:spcBef>
                <a:spcPts val="0"/>
              </a:spcBef>
              <a:spcAft>
                <a:spcPts val="0"/>
              </a:spcAft>
              <a:buSzPts val="200"/>
              <a:buNone/>
              <a:defRPr/>
            </a:lvl7pPr>
            <a:lvl8pPr indent="-228600" lvl="7" marL="3657600" algn="l">
              <a:lnSpc>
                <a:spcPct val="100000"/>
              </a:lnSpc>
              <a:spcBef>
                <a:spcPts val="0"/>
              </a:spcBef>
              <a:spcAft>
                <a:spcPts val="0"/>
              </a:spcAft>
              <a:buSzPts val="200"/>
              <a:buNone/>
              <a:defRPr/>
            </a:lvl8pPr>
            <a:lvl9pPr indent="-228600" lvl="8" marL="4114800" algn="l">
              <a:lnSpc>
                <a:spcPct val="100000"/>
              </a:lnSpc>
              <a:spcBef>
                <a:spcPts val="0"/>
              </a:spcBef>
              <a:spcAft>
                <a:spcPts val="0"/>
              </a:spcAft>
              <a:buSzPts val="2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2">
  <p:cSld name="2_Section_02 (green)_layout 02">
    <p:spTree>
      <p:nvGrpSpPr>
        <p:cNvPr id="307" name="Shape 307"/>
        <p:cNvGrpSpPr/>
        <p:nvPr/>
      </p:nvGrpSpPr>
      <p:grpSpPr>
        <a:xfrm>
          <a:off x="0" y="0"/>
          <a:ext cx="0" cy="0"/>
          <a:chOff x="0" y="0"/>
          <a:chExt cx="0" cy="0"/>
        </a:xfrm>
      </p:grpSpPr>
      <p:sp>
        <p:nvSpPr>
          <p:cNvPr id="308" name="Google Shape;308;p51"/>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sp>
        <p:nvSpPr>
          <p:cNvPr id="309" name="Google Shape;309;p5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cxnSp>
        <p:nvCxnSpPr>
          <p:cNvPr id="310" name="Google Shape;310;p5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11" name="Google Shape;311;p5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12" name="Google Shape;312;p51"/>
          <p:cNvSpPr/>
          <p:nvPr/>
        </p:nvSpPr>
        <p:spPr>
          <a:xfrm>
            <a:off x="8660526" y="4704908"/>
            <a:ext cx="492000" cy="191400"/>
          </a:xfrm>
          <a:prstGeom prst="rect">
            <a:avLst/>
          </a:prstGeom>
          <a:solidFill>
            <a:srgbClr val="7AC79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sp>
        <p:nvSpPr>
          <p:cNvPr id="313" name="Google Shape;313;p51"/>
          <p:cNvSpPr txBox="1"/>
          <p:nvPr/>
        </p:nvSpPr>
        <p:spPr>
          <a:xfrm>
            <a:off x="8729098"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14" name="Google Shape;314;p51"/>
          <p:cNvSpPr txBox="1"/>
          <p:nvPr>
            <p:ph idx="1" type="body"/>
          </p:nvPr>
        </p:nvSpPr>
        <p:spPr>
          <a:xfrm>
            <a:off x="353196" y="1194158"/>
            <a:ext cx="8407200" cy="3378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600"/>
              <a:buFont typeface="Arial"/>
              <a:buNone/>
              <a:defRPr sz="1200"/>
            </a:lvl1pPr>
            <a:lvl2pPr indent="-266700" lvl="1" marL="914400" algn="l">
              <a:lnSpc>
                <a:spcPct val="90000"/>
              </a:lnSpc>
              <a:spcBef>
                <a:spcPts val="100"/>
              </a:spcBef>
              <a:spcAft>
                <a:spcPts val="0"/>
              </a:spcAft>
              <a:buClr>
                <a:srgbClr val="262261"/>
              </a:buClr>
              <a:buSzPts val="600"/>
              <a:buChar char="•"/>
              <a:defRPr sz="1200"/>
            </a:lvl2pPr>
            <a:lvl3pPr indent="-266700" lvl="2" marL="1371600" algn="l">
              <a:lnSpc>
                <a:spcPct val="90000"/>
              </a:lnSpc>
              <a:spcBef>
                <a:spcPts val="100"/>
              </a:spcBef>
              <a:spcAft>
                <a:spcPts val="0"/>
              </a:spcAft>
              <a:buClr>
                <a:srgbClr val="262261"/>
              </a:buClr>
              <a:buSzPts val="600"/>
              <a:buChar char="•"/>
              <a:defRPr sz="1200"/>
            </a:lvl3pPr>
            <a:lvl4pPr indent="-266700" lvl="3" marL="1828800" algn="l">
              <a:lnSpc>
                <a:spcPct val="90000"/>
              </a:lnSpc>
              <a:spcBef>
                <a:spcPts val="100"/>
              </a:spcBef>
              <a:spcAft>
                <a:spcPts val="0"/>
              </a:spcAft>
              <a:buClr>
                <a:srgbClr val="262261"/>
              </a:buClr>
              <a:buSzPts val="600"/>
              <a:buChar char="•"/>
              <a:defRPr sz="1200"/>
            </a:lvl4pPr>
            <a:lvl5pPr indent="-266700" lvl="4" marL="2286000" algn="l">
              <a:lnSpc>
                <a:spcPct val="90000"/>
              </a:lnSpc>
              <a:spcBef>
                <a:spcPts val="100"/>
              </a:spcBef>
              <a:spcAft>
                <a:spcPts val="0"/>
              </a:spcAft>
              <a:buClr>
                <a:srgbClr val="262261"/>
              </a:buClr>
              <a:buSzPts val="6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3">
  <p:cSld name="5_Section 05 (blue)_layout 03">
    <p:bg>
      <p:bgPr>
        <a:solidFill>
          <a:srgbClr val="FFDD7F"/>
        </a:solidFill>
      </p:bgPr>
    </p:bg>
    <p:spTree>
      <p:nvGrpSpPr>
        <p:cNvPr id="315" name="Shape 315"/>
        <p:cNvGrpSpPr/>
        <p:nvPr/>
      </p:nvGrpSpPr>
      <p:grpSpPr>
        <a:xfrm>
          <a:off x="0" y="0"/>
          <a:ext cx="0" cy="0"/>
          <a:chOff x="0" y="0"/>
          <a:chExt cx="0" cy="0"/>
        </a:xfrm>
      </p:grpSpPr>
      <p:sp>
        <p:nvSpPr>
          <p:cNvPr id="316" name="Google Shape;316;p5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17" name="Google Shape;317;p5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318" name="Google Shape;318;p5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19" name="Google Shape;319;p5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20" name="Google Shape;320;p52"/>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21" name="Google Shape;321;p5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22" name="Google Shape;322;p52"/>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323" name="Google Shape;323;p52"/>
          <p:cNvSpPr txBox="1"/>
          <p:nvPr>
            <p:ph idx="2" type="body"/>
          </p:nvPr>
        </p:nvSpPr>
        <p:spPr>
          <a:xfrm>
            <a:off x="4790745"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2 1">
  <p:cSld name="2_Section_02 (green)_layout 02_1">
    <p:spTree>
      <p:nvGrpSpPr>
        <p:cNvPr id="324" name="Shape 324"/>
        <p:cNvGrpSpPr/>
        <p:nvPr/>
      </p:nvGrpSpPr>
      <p:grpSpPr>
        <a:xfrm>
          <a:off x="0" y="0"/>
          <a:ext cx="0" cy="0"/>
          <a:chOff x="0" y="0"/>
          <a:chExt cx="0" cy="0"/>
        </a:xfrm>
      </p:grpSpPr>
      <p:sp>
        <p:nvSpPr>
          <p:cNvPr id="325" name="Google Shape;325;p53"/>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26" name="Google Shape;326;p5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cxnSp>
        <p:nvCxnSpPr>
          <p:cNvPr id="327" name="Google Shape;327;p5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28" name="Google Shape;328;p5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000"/>
              <a:buNone/>
              <a:defRPr sz="1300"/>
            </a:lvl2pPr>
            <a:lvl3pPr lvl="2" algn="l">
              <a:lnSpc>
                <a:spcPct val="100000"/>
              </a:lnSpc>
              <a:spcBef>
                <a:spcPts val="0"/>
              </a:spcBef>
              <a:spcAft>
                <a:spcPts val="0"/>
              </a:spcAft>
              <a:buSzPts val="1000"/>
              <a:buNone/>
              <a:defRPr sz="1300"/>
            </a:lvl3pPr>
            <a:lvl4pPr lvl="3" algn="l">
              <a:lnSpc>
                <a:spcPct val="100000"/>
              </a:lnSpc>
              <a:spcBef>
                <a:spcPts val="0"/>
              </a:spcBef>
              <a:spcAft>
                <a:spcPts val="0"/>
              </a:spcAft>
              <a:buSzPts val="1000"/>
              <a:buNone/>
              <a:defRPr sz="1300"/>
            </a:lvl4pPr>
            <a:lvl5pPr lvl="4" algn="l">
              <a:lnSpc>
                <a:spcPct val="100000"/>
              </a:lnSpc>
              <a:spcBef>
                <a:spcPts val="0"/>
              </a:spcBef>
              <a:spcAft>
                <a:spcPts val="0"/>
              </a:spcAft>
              <a:buSzPts val="1000"/>
              <a:buNone/>
              <a:defRPr sz="1300"/>
            </a:lvl5pPr>
            <a:lvl6pPr lvl="5" algn="l">
              <a:lnSpc>
                <a:spcPct val="100000"/>
              </a:lnSpc>
              <a:spcBef>
                <a:spcPts val="0"/>
              </a:spcBef>
              <a:spcAft>
                <a:spcPts val="0"/>
              </a:spcAft>
              <a:buSzPts val="1000"/>
              <a:buNone/>
              <a:defRPr sz="1300"/>
            </a:lvl6pPr>
            <a:lvl7pPr lvl="6" algn="l">
              <a:lnSpc>
                <a:spcPct val="100000"/>
              </a:lnSpc>
              <a:spcBef>
                <a:spcPts val="0"/>
              </a:spcBef>
              <a:spcAft>
                <a:spcPts val="0"/>
              </a:spcAft>
              <a:buSzPts val="1000"/>
              <a:buNone/>
              <a:defRPr sz="1300"/>
            </a:lvl7pPr>
            <a:lvl8pPr lvl="7" algn="l">
              <a:lnSpc>
                <a:spcPct val="100000"/>
              </a:lnSpc>
              <a:spcBef>
                <a:spcPts val="0"/>
              </a:spcBef>
              <a:spcAft>
                <a:spcPts val="0"/>
              </a:spcAft>
              <a:buSzPts val="1000"/>
              <a:buNone/>
              <a:defRPr sz="1300"/>
            </a:lvl8pPr>
            <a:lvl9pPr lvl="8" algn="l">
              <a:lnSpc>
                <a:spcPct val="100000"/>
              </a:lnSpc>
              <a:spcBef>
                <a:spcPts val="0"/>
              </a:spcBef>
              <a:spcAft>
                <a:spcPts val="0"/>
              </a:spcAft>
              <a:buSzPts val="1000"/>
              <a:buNone/>
              <a:defRPr sz="1300"/>
            </a:lvl9pPr>
          </a:lstStyle>
          <a:p/>
        </p:txBody>
      </p:sp>
      <p:sp>
        <p:nvSpPr>
          <p:cNvPr id="329" name="Google Shape;329;p53"/>
          <p:cNvSpPr/>
          <p:nvPr/>
        </p:nvSpPr>
        <p:spPr>
          <a:xfrm>
            <a:off x="8660526" y="4704908"/>
            <a:ext cx="491700" cy="191400"/>
          </a:xfrm>
          <a:prstGeom prst="rect">
            <a:avLst/>
          </a:prstGeom>
          <a:solidFill>
            <a:srgbClr val="7AC79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30" name="Google Shape;330;p53"/>
          <p:cNvSpPr txBox="1"/>
          <p:nvPr/>
        </p:nvSpPr>
        <p:spPr>
          <a:xfrm>
            <a:off x="8729098"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31" name="Google Shape;331;p53"/>
          <p:cNvSpPr txBox="1"/>
          <p:nvPr>
            <p:ph idx="1" type="body"/>
          </p:nvPr>
        </p:nvSpPr>
        <p:spPr>
          <a:xfrm>
            <a:off x="353196" y="1194158"/>
            <a:ext cx="8406900" cy="3377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2">
  <p:cSld name="1_Half Column Numbers 5">
    <p:spTree>
      <p:nvGrpSpPr>
        <p:cNvPr id="332" name="Shape 332"/>
        <p:cNvGrpSpPr/>
        <p:nvPr/>
      </p:nvGrpSpPr>
      <p:grpSpPr>
        <a:xfrm>
          <a:off x="0" y="0"/>
          <a:ext cx="0" cy="0"/>
          <a:chOff x="0" y="0"/>
          <a:chExt cx="0" cy="0"/>
        </a:xfrm>
      </p:grpSpPr>
      <p:sp>
        <p:nvSpPr>
          <p:cNvPr id="333" name="Google Shape;333;p5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34" name="Google Shape;334;p54"/>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Symbol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Symbol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335" name="Google Shape;335;p54"/>
          <p:cNvSpPr txBox="1"/>
          <p:nvPr>
            <p:ph type="title"/>
          </p:nvPr>
        </p:nvSpPr>
        <p:spPr>
          <a:xfrm>
            <a:off x="341042"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36" name="Google Shape;336;p54"/>
          <p:cNvSpPr/>
          <p:nvPr/>
        </p:nvSpPr>
        <p:spPr>
          <a:xfrm>
            <a:off x="8660526" y="4704907"/>
            <a:ext cx="491700" cy="191400"/>
          </a:xfrm>
          <a:prstGeom prst="rect">
            <a:avLst/>
          </a:prstGeom>
          <a:solidFill>
            <a:srgbClr val="5EAEE0">
              <a:alpha val="46670"/>
            </a:srgbClr>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37" name="Google Shape;337;p54"/>
          <p:cNvSpPr txBox="1"/>
          <p:nvPr/>
        </p:nvSpPr>
        <p:spPr>
          <a:xfrm>
            <a:off x="8660526" y="4704907"/>
            <a:ext cx="2856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38" name="Google Shape;338;p5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2">
  <p:cSld name="Section 06 (purple) layout 02">
    <p:spTree>
      <p:nvGrpSpPr>
        <p:cNvPr id="339" name="Shape 339"/>
        <p:cNvGrpSpPr/>
        <p:nvPr/>
      </p:nvGrpSpPr>
      <p:grpSpPr>
        <a:xfrm>
          <a:off x="0" y="0"/>
          <a:ext cx="0" cy="0"/>
          <a:chOff x="0" y="0"/>
          <a:chExt cx="0" cy="0"/>
        </a:xfrm>
      </p:grpSpPr>
      <p:sp>
        <p:nvSpPr>
          <p:cNvPr id="340" name="Google Shape;340;p5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41" name="Google Shape;341;p5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342" name="Google Shape;342;p5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43" name="Google Shape;343;p5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44" name="Google Shape;344;p55"/>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45" name="Google Shape;345;p5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46" name="Google Shape;346;p55"/>
          <p:cNvSpPr txBox="1"/>
          <p:nvPr>
            <p:ph idx="1" type="body"/>
          </p:nvPr>
        </p:nvSpPr>
        <p:spPr>
          <a:xfrm>
            <a:off x="353196" y="1194158"/>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2 1">
  <p:cSld name="2_Section_01 (yellow)_layout 02">
    <p:spTree>
      <p:nvGrpSpPr>
        <p:cNvPr id="347" name="Shape 347"/>
        <p:cNvGrpSpPr/>
        <p:nvPr/>
      </p:nvGrpSpPr>
      <p:grpSpPr>
        <a:xfrm>
          <a:off x="0" y="0"/>
          <a:ext cx="0" cy="0"/>
          <a:chOff x="0" y="0"/>
          <a:chExt cx="0" cy="0"/>
        </a:xfrm>
      </p:grpSpPr>
      <p:sp>
        <p:nvSpPr>
          <p:cNvPr id="348" name="Google Shape;348;p56"/>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49" name="Google Shape;349;p5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cxnSp>
        <p:nvCxnSpPr>
          <p:cNvPr id="350" name="Google Shape;350;p5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51" name="Google Shape;351;p5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000"/>
              <a:buNone/>
              <a:defRPr sz="1300"/>
            </a:lvl2pPr>
            <a:lvl3pPr lvl="2" algn="l">
              <a:lnSpc>
                <a:spcPct val="100000"/>
              </a:lnSpc>
              <a:spcBef>
                <a:spcPts val="0"/>
              </a:spcBef>
              <a:spcAft>
                <a:spcPts val="0"/>
              </a:spcAft>
              <a:buSzPts val="1000"/>
              <a:buNone/>
              <a:defRPr sz="1300"/>
            </a:lvl3pPr>
            <a:lvl4pPr lvl="3" algn="l">
              <a:lnSpc>
                <a:spcPct val="100000"/>
              </a:lnSpc>
              <a:spcBef>
                <a:spcPts val="0"/>
              </a:spcBef>
              <a:spcAft>
                <a:spcPts val="0"/>
              </a:spcAft>
              <a:buSzPts val="1000"/>
              <a:buNone/>
              <a:defRPr sz="1300"/>
            </a:lvl4pPr>
            <a:lvl5pPr lvl="4" algn="l">
              <a:lnSpc>
                <a:spcPct val="100000"/>
              </a:lnSpc>
              <a:spcBef>
                <a:spcPts val="0"/>
              </a:spcBef>
              <a:spcAft>
                <a:spcPts val="0"/>
              </a:spcAft>
              <a:buSzPts val="1000"/>
              <a:buNone/>
              <a:defRPr sz="1300"/>
            </a:lvl5pPr>
            <a:lvl6pPr lvl="5" algn="l">
              <a:lnSpc>
                <a:spcPct val="100000"/>
              </a:lnSpc>
              <a:spcBef>
                <a:spcPts val="0"/>
              </a:spcBef>
              <a:spcAft>
                <a:spcPts val="0"/>
              </a:spcAft>
              <a:buSzPts val="1000"/>
              <a:buNone/>
              <a:defRPr sz="1300"/>
            </a:lvl6pPr>
            <a:lvl7pPr lvl="6" algn="l">
              <a:lnSpc>
                <a:spcPct val="100000"/>
              </a:lnSpc>
              <a:spcBef>
                <a:spcPts val="0"/>
              </a:spcBef>
              <a:spcAft>
                <a:spcPts val="0"/>
              </a:spcAft>
              <a:buSzPts val="1000"/>
              <a:buNone/>
              <a:defRPr sz="1300"/>
            </a:lvl7pPr>
            <a:lvl8pPr lvl="7" algn="l">
              <a:lnSpc>
                <a:spcPct val="100000"/>
              </a:lnSpc>
              <a:spcBef>
                <a:spcPts val="0"/>
              </a:spcBef>
              <a:spcAft>
                <a:spcPts val="0"/>
              </a:spcAft>
              <a:buSzPts val="1000"/>
              <a:buNone/>
              <a:defRPr sz="1300"/>
            </a:lvl8pPr>
            <a:lvl9pPr lvl="8" algn="l">
              <a:lnSpc>
                <a:spcPct val="100000"/>
              </a:lnSpc>
              <a:spcBef>
                <a:spcPts val="0"/>
              </a:spcBef>
              <a:spcAft>
                <a:spcPts val="0"/>
              </a:spcAft>
              <a:buSzPts val="1000"/>
              <a:buNone/>
              <a:defRPr sz="1300"/>
            </a:lvl9pPr>
          </a:lstStyle>
          <a:p/>
        </p:txBody>
      </p:sp>
      <p:sp>
        <p:nvSpPr>
          <p:cNvPr id="352" name="Google Shape;352;p56"/>
          <p:cNvSpPr/>
          <p:nvPr/>
        </p:nvSpPr>
        <p:spPr>
          <a:xfrm>
            <a:off x="8660526" y="4704908"/>
            <a:ext cx="491700" cy="191400"/>
          </a:xfrm>
          <a:prstGeom prst="rect">
            <a:avLst/>
          </a:prstGeom>
          <a:solidFill>
            <a:srgbClr val="FFDD7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53" name="Google Shape;353;p56"/>
          <p:cNvSpPr txBox="1"/>
          <p:nvPr/>
        </p:nvSpPr>
        <p:spPr>
          <a:xfrm>
            <a:off x="8729098"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54" name="Google Shape;354;p56"/>
          <p:cNvSpPr txBox="1"/>
          <p:nvPr>
            <p:ph idx="1" type="body"/>
          </p:nvPr>
        </p:nvSpPr>
        <p:spPr>
          <a:xfrm>
            <a:off x="353196" y="1194158"/>
            <a:ext cx="8406900" cy="3377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3">
  <p:cSld name="Full Column Bullets_1">
    <p:spTree>
      <p:nvGrpSpPr>
        <p:cNvPr id="355" name="Shape 355"/>
        <p:cNvGrpSpPr/>
        <p:nvPr/>
      </p:nvGrpSpPr>
      <p:grpSpPr>
        <a:xfrm>
          <a:off x="0" y="0"/>
          <a:ext cx="0" cy="0"/>
          <a:chOff x="0" y="0"/>
          <a:chExt cx="0" cy="0"/>
        </a:xfrm>
      </p:grpSpPr>
      <p:sp>
        <p:nvSpPr>
          <p:cNvPr id="356" name="Google Shape;356;p57"/>
          <p:cNvSpPr txBox="1"/>
          <p:nvPr>
            <p:ph idx="1" type="body"/>
          </p:nvPr>
        </p:nvSpPr>
        <p:spPr>
          <a:xfrm>
            <a:off x="339880" y="744736"/>
            <a:ext cx="8460300" cy="3646500"/>
          </a:xfrm>
          <a:prstGeom prst="rect">
            <a:avLst/>
          </a:prstGeom>
          <a:noFill/>
          <a:ln>
            <a:noFill/>
          </a:ln>
        </p:spPr>
        <p:txBody>
          <a:bodyPr anchorCtr="0" anchor="t" bIns="0" lIns="0" spcFirstLastPara="1" rIns="0" wrap="square" tIns="0">
            <a:noAutofit/>
          </a:bodyPr>
          <a:lstStyle>
            <a:lvl1pPr indent="-292100" lvl="0" marL="457200" algn="l">
              <a:lnSpc>
                <a:spcPct val="114000"/>
              </a:lnSpc>
              <a:spcBef>
                <a:spcPts val="0"/>
              </a:spcBef>
              <a:spcAft>
                <a:spcPts val="0"/>
              </a:spcAft>
              <a:buClr>
                <a:schemeClr val="dk1"/>
              </a:buClr>
              <a:buSzPts val="1000"/>
              <a:buFont typeface="Noto Sans Symbols"/>
              <a:buChar char="⦿"/>
              <a:defRPr sz="1700"/>
            </a:lvl1pPr>
            <a:lvl2pPr indent="-330200" lvl="1" marL="914400" algn="l">
              <a:lnSpc>
                <a:spcPct val="114000"/>
              </a:lnSpc>
              <a:spcBef>
                <a:spcPts val="0"/>
              </a:spcBef>
              <a:spcAft>
                <a:spcPts val="0"/>
              </a:spcAft>
              <a:buClr>
                <a:schemeClr val="dk1"/>
              </a:buClr>
              <a:buSzPts val="1600"/>
              <a:buChar char="•"/>
              <a:defRPr/>
            </a:lvl2pPr>
            <a:lvl3pPr indent="-317500" lvl="2" marL="1371600" algn="l">
              <a:lnSpc>
                <a:spcPct val="114000"/>
              </a:lnSpc>
              <a:spcBef>
                <a:spcPts val="0"/>
              </a:spcBef>
              <a:spcAft>
                <a:spcPts val="0"/>
              </a:spcAft>
              <a:buClr>
                <a:schemeClr val="dk1"/>
              </a:buClr>
              <a:buSzPts val="1400"/>
              <a:buChar char="o"/>
              <a:defRPr/>
            </a:lvl3pPr>
            <a:lvl4pPr indent="-279400" lvl="3" marL="1828800" algn="l">
              <a:lnSpc>
                <a:spcPct val="114000"/>
              </a:lnSpc>
              <a:spcBef>
                <a:spcPts val="0"/>
              </a:spcBef>
              <a:spcAft>
                <a:spcPts val="0"/>
              </a:spcAft>
              <a:buClr>
                <a:schemeClr val="dk1"/>
              </a:buClr>
              <a:buSzPts val="800"/>
              <a:buChar char="⦿"/>
              <a:defRPr/>
            </a:lvl4pPr>
            <a:lvl5pPr indent="-330200" lvl="4" marL="2286000" algn="l">
              <a:lnSpc>
                <a:spcPct val="114000"/>
              </a:lnSpc>
              <a:spcBef>
                <a:spcPts val="0"/>
              </a:spcBef>
              <a:spcAft>
                <a:spcPts val="0"/>
              </a:spcAft>
              <a:buClr>
                <a:schemeClr val="dk1"/>
              </a:buClr>
              <a:buSzPts val="1600"/>
              <a:buChar char="•"/>
              <a:defRPr/>
            </a:lvl5pPr>
            <a:lvl6pPr indent="-317500" lvl="5" marL="2743200" algn="l">
              <a:lnSpc>
                <a:spcPct val="90000"/>
              </a:lnSpc>
              <a:spcBef>
                <a:spcPts val="300"/>
              </a:spcBef>
              <a:spcAft>
                <a:spcPts val="0"/>
              </a:spcAft>
              <a:buClr>
                <a:schemeClr val="dk1"/>
              </a:buClr>
              <a:buSzPts val="1400"/>
              <a:buChar char="•"/>
              <a:defRPr/>
            </a:lvl6pPr>
            <a:lvl7pPr indent="-317500" lvl="6" marL="3200400" algn="l">
              <a:lnSpc>
                <a:spcPct val="90000"/>
              </a:lnSpc>
              <a:spcBef>
                <a:spcPts val="300"/>
              </a:spcBef>
              <a:spcAft>
                <a:spcPts val="0"/>
              </a:spcAft>
              <a:buClr>
                <a:schemeClr val="dk1"/>
              </a:buClr>
              <a:buSzPts val="1400"/>
              <a:buChar char="•"/>
              <a:defRPr/>
            </a:lvl7pPr>
            <a:lvl8pPr indent="-317500" lvl="7" marL="3657600" algn="l">
              <a:lnSpc>
                <a:spcPct val="90000"/>
              </a:lnSpc>
              <a:spcBef>
                <a:spcPts val="300"/>
              </a:spcBef>
              <a:spcAft>
                <a:spcPts val="0"/>
              </a:spcAft>
              <a:buClr>
                <a:schemeClr val="dk1"/>
              </a:buClr>
              <a:buSzPts val="1400"/>
              <a:buChar char="•"/>
              <a:defRPr/>
            </a:lvl8pPr>
            <a:lvl9pPr indent="-317500" lvl="8" marL="4114800" algn="l">
              <a:lnSpc>
                <a:spcPct val="90000"/>
              </a:lnSpc>
              <a:spcBef>
                <a:spcPts val="300"/>
              </a:spcBef>
              <a:spcAft>
                <a:spcPts val="0"/>
              </a:spcAft>
              <a:buClr>
                <a:schemeClr val="dk1"/>
              </a:buClr>
              <a:buSzPts val="1400"/>
              <a:buChar char="•"/>
              <a:defRPr/>
            </a:lvl9pPr>
          </a:lstStyle>
          <a:p/>
        </p:txBody>
      </p:sp>
      <p:cxnSp>
        <p:nvCxnSpPr>
          <p:cNvPr id="357" name="Google Shape;357;p57"/>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358" name="Google Shape;358;p57"/>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59" name="Google Shape;359;p57"/>
          <p:cNvSpPr txBox="1"/>
          <p:nvPr>
            <p:ph type="title"/>
          </p:nvPr>
        </p:nvSpPr>
        <p:spPr>
          <a:xfrm>
            <a:off x="349404" y="285655"/>
            <a:ext cx="8446800" cy="169800"/>
          </a:xfrm>
          <a:prstGeom prst="rect">
            <a:avLst/>
          </a:prstGeom>
          <a:noFill/>
          <a:ln>
            <a:noFill/>
          </a:ln>
        </p:spPr>
        <p:txBody>
          <a:bodyPr anchorCtr="0" anchor="t" bIns="0" lIns="0" spcFirstLastPara="1" rIns="0" wrap="square" tIns="0">
            <a:noAutofit/>
          </a:bodyPr>
          <a:lstStyle>
            <a:lvl1pPr lvl="0" algn="l">
              <a:lnSpc>
                <a:spcPct val="133333"/>
              </a:lnSpc>
              <a:spcBef>
                <a:spcPts val="0"/>
              </a:spcBef>
              <a:spcAft>
                <a:spcPts val="0"/>
              </a:spcAft>
              <a:buClr>
                <a:schemeClr val="dk1"/>
              </a:buClr>
              <a:buSzPts val="1400"/>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pic>
        <p:nvPicPr>
          <p:cNvPr id="360" name="Google Shape;360;p57"/>
          <p:cNvPicPr preferRelativeResize="0"/>
          <p:nvPr/>
        </p:nvPicPr>
        <p:blipFill rotWithShape="1">
          <a:blip r:embed="rId2">
            <a:alphaModFix/>
          </a:blip>
          <a:srcRect b="0" l="0" r="0" t="0"/>
          <a:stretch/>
        </p:blipFill>
        <p:spPr>
          <a:xfrm>
            <a:off x="358612" y="4630340"/>
            <a:ext cx="772931" cy="27384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1">
  <p:cSld name="1_Section_01 (yellow)_layout 01">
    <p:spTree>
      <p:nvGrpSpPr>
        <p:cNvPr id="361" name="Shape 361"/>
        <p:cNvGrpSpPr/>
        <p:nvPr/>
      </p:nvGrpSpPr>
      <p:grpSpPr>
        <a:xfrm>
          <a:off x="0" y="0"/>
          <a:ext cx="0" cy="0"/>
          <a:chOff x="0" y="0"/>
          <a:chExt cx="0" cy="0"/>
        </a:xfrm>
      </p:grpSpPr>
      <p:sp>
        <p:nvSpPr>
          <p:cNvPr id="362" name="Google Shape;362;p5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63" name="Google Shape;363;p58"/>
          <p:cNvSpPr/>
          <p:nvPr/>
        </p:nvSpPr>
        <p:spPr>
          <a:xfrm>
            <a:off x="0" y="-335"/>
            <a:ext cx="9144000" cy="870000"/>
          </a:xfrm>
          <a:prstGeom prst="rect">
            <a:avLst/>
          </a:prstGeom>
          <a:solidFill>
            <a:srgbClr val="26226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364" name="Google Shape;364;p5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65" name="Google Shape;365;p5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366" name="Google Shape;366;p58"/>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67" name="Google Shape;367;p5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68" name="Google Shape;368;p58"/>
          <p:cNvSpPr txBox="1"/>
          <p:nvPr>
            <p:ph idx="1" type="body"/>
          </p:nvPr>
        </p:nvSpPr>
        <p:spPr>
          <a:xfrm>
            <a:off x="353196" y="1194158"/>
            <a:ext cx="39696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369" name="Google Shape;369;p58"/>
          <p:cNvSpPr txBox="1"/>
          <p:nvPr>
            <p:ph idx="2" type="body"/>
          </p:nvPr>
        </p:nvSpPr>
        <p:spPr>
          <a:xfrm>
            <a:off x="4790745" y="1194158"/>
            <a:ext cx="39696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2 2">
  <p:cSld name="2_Section_02 (green)_layout 02_2">
    <p:spTree>
      <p:nvGrpSpPr>
        <p:cNvPr id="370" name="Shape 370"/>
        <p:cNvGrpSpPr/>
        <p:nvPr/>
      </p:nvGrpSpPr>
      <p:grpSpPr>
        <a:xfrm>
          <a:off x="0" y="0"/>
          <a:ext cx="0" cy="0"/>
          <a:chOff x="0" y="0"/>
          <a:chExt cx="0" cy="0"/>
        </a:xfrm>
      </p:grpSpPr>
      <p:sp>
        <p:nvSpPr>
          <p:cNvPr id="371" name="Google Shape;371;p59"/>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72" name="Google Shape;372;p5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cxnSp>
        <p:nvCxnSpPr>
          <p:cNvPr id="373" name="Google Shape;373;p5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374" name="Google Shape;374;p5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000"/>
              <a:buNone/>
              <a:defRPr sz="1300"/>
            </a:lvl2pPr>
            <a:lvl3pPr lvl="2" algn="l">
              <a:lnSpc>
                <a:spcPct val="100000"/>
              </a:lnSpc>
              <a:spcBef>
                <a:spcPts val="0"/>
              </a:spcBef>
              <a:spcAft>
                <a:spcPts val="0"/>
              </a:spcAft>
              <a:buSzPts val="1000"/>
              <a:buNone/>
              <a:defRPr sz="1300"/>
            </a:lvl3pPr>
            <a:lvl4pPr lvl="3" algn="l">
              <a:lnSpc>
                <a:spcPct val="100000"/>
              </a:lnSpc>
              <a:spcBef>
                <a:spcPts val="0"/>
              </a:spcBef>
              <a:spcAft>
                <a:spcPts val="0"/>
              </a:spcAft>
              <a:buSzPts val="1000"/>
              <a:buNone/>
              <a:defRPr sz="1300"/>
            </a:lvl4pPr>
            <a:lvl5pPr lvl="4" algn="l">
              <a:lnSpc>
                <a:spcPct val="100000"/>
              </a:lnSpc>
              <a:spcBef>
                <a:spcPts val="0"/>
              </a:spcBef>
              <a:spcAft>
                <a:spcPts val="0"/>
              </a:spcAft>
              <a:buSzPts val="1000"/>
              <a:buNone/>
              <a:defRPr sz="1300"/>
            </a:lvl5pPr>
            <a:lvl6pPr lvl="5" algn="l">
              <a:lnSpc>
                <a:spcPct val="100000"/>
              </a:lnSpc>
              <a:spcBef>
                <a:spcPts val="0"/>
              </a:spcBef>
              <a:spcAft>
                <a:spcPts val="0"/>
              </a:spcAft>
              <a:buSzPts val="1000"/>
              <a:buNone/>
              <a:defRPr sz="1300"/>
            </a:lvl6pPr>
            <a:lvl7pPr lvl="6" algn="l">
              <a:lnSpc>
                <a:spcPct val="100000"/>
              </a:lnSpc>
              <a:spcBef>
                <a:spcPts val="0"/>
              </a:spcBef>
              <a:spcAft>
                <a:spcPts val="0"/>
              </a:spcAft>
              <a:buSzPts val="1000"/>
              <a:buNone/>
              <a:defRPr sz="1300"/>
            </a:lvl7pPr>
            <a:lvl8pPr lvl="7" algn="l">
              <a:lnSpc>
                <a:spcPct val="100000"/>
              </a:lnSpc>
              <a:spcBef>
                <a:spcPts val="0"/>
              </a:spcBef>
              <a:spcAft>
                <a:spcPts val="0"/>
              </a:spcAft>
              <a:buSzPts val="1000"/>
              <a:buNone/>
              <a:defRPr sz="1300"/>
            </a:lvl8pPr>
            <a:lvl9pPr lvl="8" algn="l">
              <a:lnSpc>
                <a:spcPct val="100000"/>
              </a:lnSpc>
              <a:spcBef>
                <a:spcPts val="0"/>
              </a:spcBef>
              <a:spcAft>
                <a:spcPts val="0"/>
              </a:spcAft>
              <a:buSzPts val="1000"/>
              <a:buNone/>
              <a:defRPr sz="1300"/>
            </a:lvl9pPr>
          </a:lstStyle>
          <a:p/>
        </p:txBody>
      </p:sp>
      <p:sp>
        <p:nvSpPr>
          <p:cNvPr id="375" name="Google Shape;375;p59"/>
          <p:cNvSpPr/>
          <p:nvPr/>
        </p:nvSpPr>
        <p:spPr>
          <a:xfrm>
            <a:off x="8660526" y="4704908"/>
            <a:ext cx="491700" cy="191400"/>
          </a:xfrm>
          <a:prstGeom prst="rect">
            <a:avLst/>
          </a:prstGeom>
          <a:solidFill>
            <a:srgbClr val="7AC79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t/>
            </a:r>
            <a:endParaRPr b="0" i="0" sz="700" u="none" cap="none" strike="noStrike">
              <a:solidFill>
                <a:schemeClr val="lt1"/>
              </a:solidFill>
              <a:latin typeface="Arial"/>
              <a:ea typeface="Arial"/>
              <a:cs typeface="Arial"/>
              <a:sym typeface="Arial"/>
            </a:endParaRPr>
          </a:p>
        </p:txBody>
      </p:sp>
      <p:sp>
        <p:nvSpPr>
          <p:cNvPr id="376" name="Google Shape;376;p59"/>
          <p:cNvSpPr txBox="1"/>
          <p:nvPr/>
        </p:nvSpPr>
        <p:spPr>
          <a:xfrm>
            <a:off x="8729098"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377" name="Google Shape;377;p59"/>
          <p:cNvSpPr txBox="1"/>
          <p:nvPr>
            <p:ph idx="1" type="body"/>
          </p:nvPr>
        </p:nvSpPr>
        <p:spPr>
          <a:xfrm>
            <a:off x="353196" y="1194158"/>
            <a:ext cx="8406900" cy="3377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Blue Only">
  <p:cSld name="Title and Content Blue Only">
    <p:spTree>
      <p:nvGrpSpPr>
        <p:cNvPr id="378" name="Shape 378"/>
        <p:cNvGrpSpPr/>
        <p:nvPr/>
      </p:nvGrpSpPr>
      <p:grpSpPr>
        <a:xfrm>
          <a:off x="0" y="0"/>
          <a:ext cx="0" cy="0"/>
          <a:chOff x="0" y="0"/>
          <a:chExt cx="0" cy="0"/>
        </a:xfrm>
      </p:grpSpPr>
      <p:sp>
        <p:nvSpPr>
          <p:cNvPr id="379" name="Google Shape;379;p60"/>
          <p:cNvSpPr txBox="1"/>
          <p:nvPr>
            <p:ph idx="1" type="body"/>
          </p:nvPr>
        </p:nvSpPr>
        <p:spPr>
          <a:xfrm>
            <a:off x="628650" y="1246296"/>
            <a:ext cx="7886700" cy="3263400"/>
          </a:xfrm>
          <a:prstGeom prst="rect">
            <a:avLst/>
          </a:prstGeom>
          <a:noFill/>
          <a:ln>
            <a:noFill/>
          </a:ln>
        </p:spPr>
        <p:txBody>
          <a:bodyPr anchorCtr="0" anchor="t" bIns="17125" lIns="34275" spcFirstLastPara="1" rIns="34275" wrap="square" tIns="17125">
            <a:normAutofit/>
          </a:bodyPr>
          <a:lstStyle>
            <a:lvl1pPr indent="-361950" lvl="0" marL="457200" algn="l">
              <a:lnSpc>
                <a:spcPct val="90000"/>
              </a:lnSpc>
              <a:spcBef>
                <a:spcPts val="700"/>
              </a:spcBef>
              <a:spcAft>
                <a:spcPts val="0"/>
              </a:spcAft>
              <a:buClr>
                <a:schemeClr val="dk1"/>
              </a:buClr>
              <a:buSzPts val="2100"/>
              <a:buChar char="⦿"/>
              <a:defRPr>
                <a:latin typeface="Arial"/>
                <a:ea typeface="Arial"/>
                <a:cs typeface="Arial"/>
                <a:sym typeface="Arial"/>
              </a:defRPr>
            </a:lvl1pPr>
            <a:lvl2pPr indent="-342900" lvl="1" marL="914400" algn="l">
              <a:lnSpc>
                <a:spcPct val="90000"/>
              </a:lnSpc>
              <a:spcBef>
                <a:spcPts val="400"/>
              </a:spcBef>
              <a:spcAft>
                <a:spcPts val="0"/>
              </a:spcAft>
              <a:buClr>
                <a:schemeClr val="dk1"/>
              </a:buClr>
              <a:buSzPts val="1800"/>
              <a:buChar char="•"/>
              <a:defRPr>
                <a:latin typeface="Arial"/>
                <a:ea typeface="Arial"/>
                <a:cs typeface="Arial"/>
                <a:sym typeface="Arial"/>
              </a:defRPr>
            </a:lvl2pPr>
            <a:lvl3pPr indent="-323850" lvl="2" marL="1371600" algn="l">
              <a:lnSpc>
                <a:spcPct val="90000"/>
              </a:lnSpc>
              <a:spcBef>
                <a:spcPts val="400"/>
              </a:spcBef>
              <a:spcAft>
                <a:spcPts val="0"/>
              </a:spcAft>
              <a:buClr>
                <a:schemeClr val="dk1"/>
              </a:buClr>
              <a:buSzPts val="1500"/>
              <a:buChar char="o"/>
              <a:defRPr>
                <a:latin typeface="Arial"/>
                <a:ea typeface="Arial"/>
                <a:cs typeface="Arial"/>
                <a:sym typeface="Arial"/>
              </a:defRPr>
            </a:lvl3pPr>
            <a:lvl4pPr indent="-311150" lvl="3" marL="1828800" algn="l">
              <a:lnSpc>
                <a:spcPct val="90000"/>
              </a:lnSpc>
              <a:spcBef>
                <a:spcPts val="400"/>
              </a:spcBef>
              <a:spcAft>
                <a:spcPts val="0"/>
              </a:spcAft>
              <a:buClr>
                <a:schemeClr val="dk1"/>
              </a:buClr>
              <a:buSzPts val="1300"/>
              <a:buChar char="⦿"/>
              <a:defRPr>
                <a:latin typeface="Arial"/>
                <a:ea typeface="Arial"/>
                <a:cs typeface="Arial"/>
                <a:sym typeface="Arial"/>
              </a:defRPr>
            </a:lvl4pPr>
            <a:lvl5pPr indent="-311150" lvl="4" marL="2286000" algn="l">
              <a:lnSpc>
                <a:spcPct val="90000"/>
              </a:lnSpc>
              <a:spcBef>
                <a:spcPts val="400"/>
              </a:spcBef>
              <a:spcAft>
                <a:spcPts val="0"/>
              </a:spcAft>
              <a:buClr>
                <a:schemeClr val="dk1"/>
              </a:buClr>
              <a:buSzPts val="1300"/>
              <a:buChar char="•"/>
              <a:defRPr>
                <a:latin typeface="Arial"/>
                <a:ea typeface="Arial"/>
                <a:cs typeface="Arial"/>
                <a:sym typeface="Arial"/>
              </a:defRPr>
            </a:lvl5pPr>
            <a:lvl6pPr indent="-273050" lvl="5" marL="2743200" algn="l">
              <a:lnSpc>
                <a:spcPct val="90000"/>
              </a:lnSpc>
              <a:spcBef>
                <a:spcPts val="400"/>
              </a:spcBef>
              <a:spcAft>
                <a:spcPts val="0"/>
              </a:spcAft>
              <a:buClr>
                <a:schemeClr val="dk1"/>
              </a:buClr>
              <a:buSzPts val="700"/>
              <a:buChar char="•"/>
              <a:defRPr/>
            </a:lvl6pPr>
            <a:lvl7pPr indent="-273050" lvl="6" marL="3200400" algn="l">
              <a:lnSpc>
                <a:spcPct val="90000"/>
              </a:lnSpc>
              <a:spcBef>
                <a:spcPts val="400"/>
              </a:spcBef>
              <a:spcAft>
                <a:spcPts val="0"/>
              </a:spcAft>
              <a:buClr>
                <a:schemeClr val="dk1"/>
              </a:buClr>
              <a:buSzPts val="700"/>
              <a:buChar char="•"/>
              <a:defRPr/>
            </a:lvl7pPr>
            <a:lvl8pPr indent="-273050" lvl="7" marL="3657600" algn="l">
              <a:lnSpc>
                <a:spcPct val="90000"/>
              </a:lnSpc>
              <a:spcBef>
                <a:spcPts val="400"/>
              </a:spcBef>
              <a:spcAft>
                <a:spcPts val="0"/>
              </a:spcAft>
              <a:buClr>
                <a:schemeClr val="dk1"/>
              </a:buClr>
              <a:buSzPts val="700"/>
              <a:buChar char="•"/>
              <a:defRPr/>
            </a:lvl8pPr>
            <a:lvl9pPr indent="-273050" lvl="8" marL="4114800" algn="l">
              <a:lnSpc>
                <a:spcPct val="90000"/>
              </a:lnSpc>
              <a:spcBef>
                <a:spcPts val="400"/>
              </a:spcBef>
              <a:spcAft>
                <a:spcPts val="0"/>
              </a:spcAft>
              <a:buClr>
                <a:schemeClr val="dk1"/>
              </a:buClr>
              <a:buSzPts val="700"/>
              <a:buChar char="•"/>
              <a:defRPr/>
            </a:lvl9pPr>
          </a:lstStyle>
          <a:p/>
        </p:txBody>
      </p:sp>
      <p:sp>
        <p:nvSpPr>
          <p:cNvPr id="380" name="Google Shape;380;p60"/>
          <p:cNvSpPr txBox="1"/>
          <p:nvPr>
            <p:ph idx="11" type="ftr"/>
          </p:nvPr>
        </p:nvSpPr>
        <p:spPr>
          <a:xfrm>
            <a:off x="3028950" y="4767263"/>
            <a:ext cx="3086100" cy="273900"/>
          </a:xfrm>
          <a:prstGeom prst="rect">
            <a:avLst/>
          </a:prstGeom>
          <a:noFill/>
          <a:ln>
            <a:noFill/>
          </a:ln>
        </p:spPr>
        <p:txBody>
          <a:bodyPr anchorCtr="0" anchor="ctr" bIns="17125" lIns="34275" spcFirstLastPara="1" rIns="34275" wrap="square" tIns="17125">
            <a:noAutofit/>
          </a:bodyPr>
          <a:lstStyle>
            <a:lvl1pPr lvl="0" marR="0" algn="ct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
        <p:nvSpPr>
          <p:cNvPr id="381" name="Google Shape;381;p60"/>
          <p:cNvSpPr txBox="1"/>
          <p:nvPr>
            <p:ph idx="12" type="sldNum"/>
          </p:nvPr>
        </p:nvSpPr>
        <p:spPr>
          <a:xfrm>
            <a:off x="6457951" y="4767263"/>
            <a:ext cx="2057400" cy="273900"/>
          </a:xfrm>
          <a:prstGeom prst="rect">
            <a:avLst/>
          </a:prstGeom>
          <a:noFill/>
          <a:ln>
            <a:noFill/>
          </a:ln>
        </p:spPr>
        <p:txBody>
          <a:bodyPr anchorCtr="0" anchor="ctr" bIns="17125" lIns="34275" spcFirstLastPara="1" rIns="34275" wrap="square" tIns="17125">
            <a:noAutofit/>
          </a:bodyPr>
          <a:lstStyle>
            <a:lvl1pPr indent="0" lvl="0"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2" name="Google Shape;382;p60"/>
          <p:cNvSpPr/>
          <p:nvPr/>
        </p:nvSpPr>
        <p:spPr>
          <a:xfrm>
            <a:off x="0" y="-897"/>
            <a:ext cx="9144000" cy="816000"/>
          </a:xfrm>
          <a:prstGeom prst="rect">
            <a:avLst/>
          </a:prstGeom>
          <a:solidFill>
            <a:srgbClr val="005A96"/>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p:txBody>
      </p:sp>
      <p:sp>
        <p:nvSpPr>
          <p:cNvPr id="383" name="Google Shape;383;p60"/>
          <p:cNvSpPr txBox="1"/>
          <p:nvPr>
            <p:ph type="title"/>
          </p:nvPr>
        </p:nvSpPr>
        <p:spPr>
          <a:xfrm>
            <a:off x="628650" y="196210"/>
            <a:ext cx="7886700" cy="580200"/>
          </a:xfrm>
          <a:prstGeom prst="rect">
            <a:avLst/>
          </a:prstGeom>
          <a:noFill/>
          <a:ln>
            <a:noFill/>
          </a:ln>
        </p:spPr>
        <p:txBody>
          <a:bodyPr anchorCtr="0" anchor="ctr" bIns="17125" lIns="34275" spcFirstLastPara="1" rIns="34275" wrap="square" tIns="17125">
            <a:normAutofit/>
          </a:bodyPr>
          <a:lstStyle>
            <a:lvl1pPr lvl="0" algn="l">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Title Bar Only">
  <p:cSld name="Blue Title Bar Only">
    <p:spTree>
      <p:nvGrpSpPr>
        <p:cNvPr id="384" name="Shape 384"/>
        <p:cNvGrpSpPr/>
        <p:nvPr/>
      </p:nvGrpSpPr>
      <p:grpSpPr>
        <a:xfrm>
          <a:off x="0" y="0"/>
          <a:ext cx="0" cy="0"/>
          <a:chOff x="0" y="0"/>
          <a:chExt cx="0" cy="0"/>
        </a:xfrm>
      </p:grpSpPr>
      <p:sp>
        <p:nvSpPr>
          <p:cNvPr id="385" name="Google Shape;385;p61"/>
          <p:cNvSpPr txBox="1"/>
          <p:nvPr>
            <p:ph idx="11" type="ftr"/>
          </p:nvPr>
        </p:nvSpPr>
        <p:spPr>
          <a:xfrm>
            <a:off x="3028950" y="4767263"/>
            <a:ext cx="3086100" cy="273900"/>
          </a:xfrm>
          <a:prstGeom prst="rect">
            <a:avLst/>
          </a:prstGeom>
          <a:noFill/>
          <a:ln>
            <a:noFill/>
          </a:ln>
        </p:spPr>
        <p:txBody>
          <a:bodyPr anchorCtr="0" anchor="ctr" bIns="17125" lIns="34275" spcFirstLastPara="1" rIns="34275" wrap="square" tIns="17125">
            <a:noAutofit/>
          </a:bodyPr>
          <a:lstStyle>
            <a:lvl1pPr lvl="0" marR="0" algn="ct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
        <p:nvSpPr>
          <p:cNvPr id="386" name="Google Shape;386;p61"/>
          <p:cNvSpPr txBox="1"/>
          <p:nvPr>
            <p:ph idx="12" type="sldNum"/>
          </p:nvPr>
        </p:nvSpPr>
        <p:spPr>
          <a:xfrm>
            <a:off x="6457951" y="4767263"/>
            <a:ext cx="2057400" cy="273900"/>
          </a:xfrm>
          <a:prstGeom prst="rect">
            <a:avLst/>
          </a:prstGeom>
          <a:noFill/>
          <a:ln>
            <a:noFill/>
          </a:ln>
        </p:spPr>
        <p:txBody>
          <a:bodyPr anchorCtr="0" anchor="ctr" bIns="17125" lIns="34275" spcFirstLastPara="1" rIns="34275" wrap="square" tIns="17125">
            <a:noAutofit/>
          </a:bodyPr>
          <a:lstStyle>
            <a:lvl1pPr indent="0" lvl="0"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900" u="none" cap="none" strike="noStrike">
                <a:solidFill>
                  <a:srgbClr val="005A96"/>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61"/>
          <p:cNvSpPr/>
          <p:nvPr/>
        </p:nvSpPr>
        <p:spPr>
          <a:xfrm>
            <a:off x="0" y="-897"/>
            <a:ext cx="9144000" cy="816000"/>
          </a:xfrm>
          <a:prstGeom prst="rect">
            <a:avLst/>
          </a:prstGeom>
          <a:solidFill>
            <a:srgbClr val="00206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p:txBody>
      </p:sp>
      <p:sp>
        <p:nvSpPr>
          <p:cNvPr id="388" name="Google Shape;388;p61"/>
          <p:cNvSpPr txBox="1"/>
          <p:nvPr>
            <p:ph type="title"/>
          </p:nvPr>
        </p:nvSpPr>
        <p:spPr>
          <a:xfrm>
            <a:off x="628650" y="196210"/>
            <a:ext cx="7886700" cy="580200"/>
          </a:xfrm>
          <a:prstGeom prst="rect">
            <a:avLst/>
          </a:prstGeom>
          <a:noFill/>
          <a:ln>
            <a:noFill/>
          </a:ln>
        </p:spPr>
        <p:txBody>
          <a:bodyPr anchorCtr="0" anchor="ctr" bIns="17125" lIns="34275" spcFirstLastPara="1" rIns="34275" wrap="square" tIns="17125">
            <a:normAutofit/>
          </a:bodyPr>
          <a:lstStyle>
            <a:lvl1pPr lvl="0" algn="l">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Blue Title Only">
  <p:cSld name="Blank Blue Title Only">
    <p:spTree>
      <p:nvGrpSpPr>
        <p:cNvPr id="389" name="Shape 389"/>
        <p:cNvGrpSpPr/>
        <p:nvPr/>
      </p:nvGrpSpPr>
      <p:grpSpPr>
        <a:xfrm>
          <a:off x="0" y="0"/>
          <a:ext cx="0" cy="0"/>
          <a:chOff x="0" y="0"/>
          <a:chExt cx="0" cy="0"/>
        </a:xfrm>
      </p:grpSpPr>
      <p:sp>
        <p:nvSpPr>
          <p:cNvPr id="390" name="Google Shape;390;p62"/>
          <p:cNvSpPr/>
          <p:nvPr/>
        </p:nvSpPr>
        <p:spPr>
          <a:xfrm>
            <a:off x="5337594" y="1559225"/>
            <a:ext cx="3806400" cy="35844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p:txBody>
      </p:sp>
      <p:sp>
        <p:nvSpPr>
          <p:cNvPr id="391" name="Google Shape;391;p62"/>
          <p:cNvSpPr txBox="1"/>
          <p:nvPr>
            <p:ph idx="11" type="ftr"/>
          </p:nvPr>
        </p:nvSpPr>
        <p:spPr>
          <a:xfrm>
            <a:off x="3028950" y="4767263"/>
            <a:ext cx="3086100" cy="273900"/>
          </a:xfrm>
          <a:prstGeom prst="rect">
            <a:avLst/>
          </a:prstGeom>
          <a:noFill/>
          <a:ln>
            <a:noFill/>
          </a:ln>
        </p:spPr>
        <p:txBody>
          <a:bodyPr anchorCtr="0" anchor="ctr" bIns="17125" lIns="34275" spcFirstLastPara="1" rIns="34275" wrap="square" tIns="17125">
            <a:noAutofit/>
          </a:bodyPr>
          <a:lstStyle>
            <a:lvl1pPr lvl="0" marR="0" algn="ct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
        <p:nvSpPr>
          <p:cNvPr id="392" name="Google Shape;392;p62"/>
          <p:cNvSpPr txBox="1"/>
          <p:nvPr>
            <p:ph idx="12" type="sldNum"/>
          </p:nvPr>
        </p:nvSpPr>
        <p:spPr>
          <a:xfrm>
            <a:off x="6457951" y="4767263"/>
            <a:ext cx="2057400" cy="273900"/>
          </a:xfrm>
          <a:prstGeom prst="rect">
            <a:avLst/>
          </a:prstGeom>
          <a:noFill/>
          <a:ln>
            <a:noFill/>
          </a:ln>
        </p:spPr>
        <p:txBody>
          <a:bodyPr anchorCtr="0" anchor="ctr" bIns="17125" lIns="34275" spcFirstLastPara="1" rIns="34275" wrap="square" tIns="17125">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62"/>
          <p:cNvSpPr/>
          <p:nvPr/>
        </p:nvSpPr>
        <p:spPr>
          <a:xfrm>
            <a:off x="0" y="-897"/>
            <a:ext cx="9144000" cy="816000"/>
          </a:xfrm>
          <a:prstGeom prst="rect">
            <a:avLst/>
          </a:prstGeom>
          <a:solidFill>
            <a:srgbClr val="00206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chemeClr val="lt1"/>
              </a:solidFill>
              <a:latin typeface="Arial"/>
              <a:ea typeface="Arial"/>
              <a:cs typeface="Arial"/>
              <a:sym typeface="Arial"/>
            </a:endParaRPr>
          </a:p>
        </p:txBody>
      </p:sp>
      <p:sp>
        <p:nvSpPr>
          <p:cNvPr id="394" name="Google Shape;394;p62"/>
          <p:cNvSpPr txBox="1"/>
          <p:nvPr>
            <p:ph type="title"/>
          </p:nvPr>
        </p:nvSpPr>
        <p:spPr>
          <a:xfrm>
            <a:off x="628650" y="196210"/>
            <a:ext cx="7886700" cy="580200"/>
          </a:xfrm>
          <a:prstGeom prst="rect">
            <a:avLst/>
          </a:prstGeom>
          <a:noFill/>
          <a:ln>
            <a:noFill/>
          </a:ln>
        </p:spPr>
        <p:txBody>
          <a:bodyPr anchorCtr="0" anchor="ctr" bIns="17125" lIns="34275" spcFirstLastPara="1" rIns="34275" wrap="square" tIns="17125">
            <a:normAutofit/>
          </a:bodyPr>
          <a:lstStyle>
            <a:lvl1pPr lvl="0" algn="l">
              <a:lnSpc>
                <a:spcPct val="90000"/>
              </a:lnSpc>
              <a:spcBef>
                <a:spcPts val="0"/>
              </a:spcBef>
              <a:spcAft>
                <a:spcPts val="0"/>
              </a:spcAft>
              <a:buClr>
                <a:schemeClr val="lt1"/>
              </a:buClr>
              <a:buSzPts val="3300"/>
              <a:buFont typeface="Arial"/>
              <a:buNone/>
              <a:defRPr>
                <a:solidFill>
                  <a:schemeClr val="lt1"/>
                </a:solidFill>
                <a:latin typeface="Arial"/>
                <a:ea typeface="Arial"/>
                <a:cs typeface="Arial"/>
                <a:sym typeface="Arial"/>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1">
  <p:cSld name="Half Column Numbers">
    <p:spTree>
      <p:nvGrpSpPr>
        <p:cNvPr id="395" name="Shape 395"/>
        <p:cNvGrpSpPr/>
        <p:nvPr/>
      </p:nvGrpSpPr>
      <p:grpSpPr>
        <a:xfrm>
          <a:off x="0" y="0"/>
          <a:ext cx="0" cy="0"/>
          <a:chOff x="0" y="0"/>
          <a:chExt cx="0" cy="0"/>
        </a:xfrm>
      </p:grpSpPr>
      <p:sp>
        <p:nvSpPr>
          <p:cNvPr id="396" name="Google Shape;396;p6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97" name="Google Shape;397;p6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398" name="Google Shape;398;p63"/>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Symbol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Symbol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cxnSp>
        <p:nvCxnSpPr>
          <p:cNvPr id="399" name="Google Shape;399;p6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00" name="Google Shape;400;p6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01" name="Google Shape;401;p63"/>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02" name="Google Shape;402;p63"/>
          <p:cNvSpPr txBox="1"/>
          <p:nvPr/>
        </p:nvSpPr>
        <p:spPr>
          <a:xfrm>
            <a:off x="5995787" y="4704907"/>
            <a:ext cx="29505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chemeClr val="lt1"/>
              </a:buClr>
              <a:buSzPts val="13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Half Column Bullets">
  <p:cSld name="1_Half Column Bullets">
    <p:spTree>
      <p:nvGrpSpPr>
        <p:cNvPr id="403" name="Shape 403"/>
        <p:cNvGrpSpPr/>
        <p:nvPr/>
      </p:nvGrpSpPr>
      <p:grpSpPr>
        <a:xfrm>
          <a:off x="0" y="0"/>
          <a:ext cx="0" cy="0"/>
          <a:chOff x="0" y="0"/>
          <a:chExt cx="0" cy="0"/>
        </a:xfrm>
      </p:grpSpPr>
      <p:cxnSp>
        <p:nvCxnSpPr>
          <p:cNvPr id="404" name="Google Shape;404;p64"/>
          <p:cNvCxnSpPr/>
          <p:nvPr/>
        </p:nvCxnSpPr>
        <p:spPr>
          <a:xfrm>
            <a:off x="339879" y="571500"/>
            <a:ext cx="8457600" cy="0"/>
          </a:xfrm>
          <a:prstGeom prst="straightConnector1">
            <a:avLst/>
          </a:prstGeom>
          <a:noFill/>
          <a:ln cap="flat" cmpd="sng" w="9525">
            <a:solidFill>
              <a:srgbClr val="231F5F"/>
            </a:solidFill>
            <a:prstDash val="solid"/>
            <a:round/>
            <a:headEnd len="sm" w="sm" type="none"/>
            <a:tailEnd len="sm" w="sm" type="none"/>
          </a:ln>
        </p:spPr>
      </p:cxnSp>
      <p:sp>
        <p:nvSpPr>
          <p:cNvPr id="405" name="Google Shape;405;p64"/>
          <p:cNvSpPr txBox="1"/>
          <p:nvPr>
            <p:ph idx="12" type="sldNum"/>
          </p:nvPr>
        </p:nvSpPr>
        <p:spPr>
          <a:xfrm>
            <a:off x="6738656"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06" name="Google Shape;406;p64"/>
          <p:cNvSpPr txBox="1"/>
          <p:nvPr>
            <p:ph idx="1" type="body"/>
          </p:nvPr>
        </p:nvSpPr>
        <p:spPr>
          <a:xfrm>
            <a:off x="358612" y="915066"/>
            <a:ext cx="4093200" cy="3481200"/>
          </a:xfrm>
          <a:prstGeom prst="rect">
            <a:avLst/>
          </a:prstGeom>
          <a:noFill/>
          <a:ln>
            <a:noFill/>
          </a:ln>
        </p:spPr>
        <p:txBody>
          <a:bodyPr anchorCtr="0" anchor="t" bIns="0" lIns="0" spcFirstLastPara="1" rIns="0" wrap="square" tIns="0">
            <a:noAutofit/>
          </a:bodyPr>
          <a:lstStyle>
            <a:lvl1pPr indent="-292100" lvl="0" marL="457200" algn="l">
              <a:lnSpc>
                <a:spcPct val="114000"/>
              </a:lnSpc>
              <a:spcBef>
                <a:spcPts val="0"/>
              </a:spcBef>
              <a:spcAft>
                <a:spcPts val="0"/>
              </a:spcAft>
              <a:buSzPts val="1000"/>
              <a:buChar char="⦿"/>
              <a:defRPr/>
            </a:lvl1pPr>
            <a:lvl2pPr indent="-336550" lvl="1" marL="914400" algn="l">
              <a:lnSpc>
                <a:spcPct val="114000"/>
              </a:lnSpc>
              <a:spcBef>
                <a:spcPts val="0"/>
              </a:spcBef>
              <a:spcAft>
                <a:spcPts val="0"/>
              </a:spcAft>
              <a:buSzPts val="1700"/>
              <a:buChar char="•"/>
              <a:defRPr/>
            </a:lvl2pPr>
            <a:lvl3pPr indent="-323850" lvl="2" marL="1371600" algn="l">
              <a:lnSpc>
                <a:spcPct val="114000"/>
              </a:lnSpc>
              <a:spcBef>
                <a:spcPts val="0"/>
              </a:spcBef>
              <a:spcAft>
                <a:spcPts val="0"/>
              </a:spcAft>
              <a:buSzPts val="1500"/>
              <a:buChar char="o"/>
              <a:defRPr/>
            </a:lvl3pPr>
            <a:lvl4pPr indent="-285750" lvl="3" marL="1828800" algn="l">
              <a:lnSpc>
                <a:spcPct val="114000"/>
              </a:lnSpc>
              <a:spcBef>
                <a:spcPts val="0"/>
              </a:spcBef>
              <a:spcAft>
                <a:spcPts val="0"/>
              </a:spcAft>
              <a:buSzPts val="900"/>
              <a:buChar char="⦿"/>
              <a:defRPr/>
            </a:lvl4pPr>
            <a:lvl5pPr indent="-336550" lvl="4" marL="2286000" algn="l">
              <a:lnSpc>
                <a:spcPct val="114000"/>
              </a:lnSpc>
              <a:spcBef>
                <a:spcPts val="0"/>
              </a:spcBef>
              <a:spcAft>
                <a:spcPts val="0"/>
              </a:spcAft>
              <a:buSzPts val="1700"/>
              <a:buChar char="•"/>
              <a:defRPr/>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407" name="Google Shape;407;p64"/>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8" name="Google Shape;408;p64"/>
          <p:cNvSpPr txBox="1"/>
          <p:nvPr>
            <p:ph idx="2" type="body"/>
          </p:nvPr>
        </p:nvSpPr>
        <p:spPr>
          <a:xfrm>
            <a:off x="0" y="4560408"/>
            <a:ext cx="9144000" cy="583200"/>
          </a:xfrm>
          <a:prstGeom prst="rect">
            <a:avLst/>
          </a:prstGeom>
          <a:solidFill>
            <a:schemeClr val="dk1"/>
          </a:solidFill>
          <a:ln>
            <a:noFill/>
          </a:ln>
        </p:spPr>
        <p:txBody>
          <a:bodyPr anchorCtr="0" anchor="b" bIns="171425" lIns="342875" spcFirstLastPara="1" rIns="342875" wrap="square" tIns="171425">
            <a:spAutoFit/>
          </a:bodyPr>
          <a:lstStyle>
            <a:lvl1pPr indent="-228600" lvl="0" marL="457200" algn="ctr">
              <a:lnSpc>
                <a:spcPct val="114000"/>
              </a:lnSpc>
              <a:spcBef>
                <a:spcPts val="0"/>
              </a:spcBef>
              <a:spcAft>
                <a:spcPts val="0"/>
              </a:spcAft>
              <a:buSzPts val="1000"/>
              <a:buNone/>
              <a:defRPr b="1" sz="1300">
                <a:solidFill>
                  <a:schemeClr val="lt1"/>
                </a:solidFill>
              </a:defRPr>
            </a:lvl1pPr>
            <a:lvl2pPr indent="-336550" lvl="1" marL="914400" algn="l">
              <a:lnSpc>
                <a:spcPct val="114000"/>
              </a:lnSpc>
              <a:spcBef>
                <a:spcPts val="0"/>
              </a:spcBef>
              <a:spcAft>
                <a:spcPts val="0"/>
              </a:spcAft>
              <a:buSzPts val="1700"/>
              <a:buChar char="•"/>
              <a:defRPr>
                <a:solidFill>
                  <a:schemeClr val="lt1"/>
                </a:solidFill>
              </a:defRPr>
            </a:lvl2pPr>
            <a:lvl3pPr indent="-323850" lvl="2" marL="1371600" algn="l">
              <a:lnSpc>
                <a:spcPct val="114000"/>
              </a:lnSpc>
              <a:spcBef>
                <a:spcPts val="0"/>
              </a:spcBef>
              <a:spcAft>
                <a:spcPts val="0"/>
              </a:spcAft>
              <a:buSzPts val="1500"/>
              <a:buChar char="o"/>
              <a:defRPr>
                <a:solidFill>
                  <a:schemeClr val="lt1"/>
                </a:solidFill>
              </a:defRPr>
            </a:lvl3pPr>
            <a:lvl4pPr indent="-285750" lvl="3" marL="1828800" algn="l">
              <a:lnSpc>
                <a:spcPct val="114000"/>
              </a:lnSpc>
              <a:spcBef>
                <a:spcPts val="0"/>
              </a:spcBef>
              <a:spcAft>
                <a:spcPts val="0"/>
              </a:spcAft>
              <a:buSzPts val="900"/>
              <a:buChar char="⦿"/>
              <a:defRPr>
                <a:solidFill>
                  <a:schemeClr val="lt1"/>
                </a:solidFill>
              </a:defRPr>
            </a:lvl4pPr>
            <a:lvl5pPr indent="-336550" lvl="4" marL="2286000" algn="l">
              <a:lnSpc>
                <a:spcPct val="114000"/>
              </a:lnSpc>
              <a:spcBef>
                <a:spcPts val="0"/>
              </a:spcBef>
              <a:spcAft>
                <a:spcPts val="0"/>
              </a:spcAft>
              <a:buSzPts val="1700"/>
              <a:buChar char="•"/>
              <a:defRPr>
                <a:solidFill>
                  <a:schemeClr val="lt1"/>
                </a:solidFill>
              </a:defRPr>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1">
  <p:cSld name="1_End Slide">
    <p:spTree>
      <p:nvGrpSpPr>
        <p:cNvPr id="409" name="Shape 409"/>
        <p:cNvGrpSpPr/>
        <p:nvPr/>
      </p:nvGrpSpPr>
      <p:grpSpPr>
        <a:xfrm>
          <a:off x="0" y="0"/>
          <a:ext cx="0" cy="0"/>
          <a:chOff x="0" y="0"/>
          <a:chExt cx="0" cy="0"/>
        </a:xfrm>
      </p:grpSpPr>
      <p:sp>
        <p:nvSpPr>
          <p:cNvPr id="410" name="Google Shape;410;p65"/>
          <p:cNvSpPr txBox="1"/>
          <p:nvPr>
            <p:ph idx="1" type="subTitle"/>
          </p:nvPr>
        </p:nvSpPr>
        <p:spPr>
          <a:xfrm>
            <a:off x="820163" y="820215"/>
            <a:ext cx="7361400" cy="6936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Font typeface="Arial"/>
              <a:buNone/>
              <a:defRPr sz="2700">
                <a:solidFill>
                  <a:srgbClr val="26226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5 1">
  <p:cSld name="1_Section_01 (yellow)_layout 05">
    <p:spTree>
      <p:nvGrpSpPr>
        <p:cNvPr id="411" name="Shape 411"/>
        <p:cNvGrpSpPr/>
        <p:nvPr/>
      </p:nvGrpSpPr>
      <p:grpSpPr>
        <a:xfrm>
          <a:off x="0" y="0"/>
          <a:ext cx="0" cy="0"/>
          <a:chOff x="0" y="0"/>
          <a:chExt cx="0" cy="0"/>
        </a:xfrm>
      </p:grpSpPr>
      <p:sp>
        <p:nvSpPr>
          <p:cNvPr id="412" name="Google Shape;412;p6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13" name="Google Shape;413;p6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14" name="Google Shape;414;p6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15" name="Google Shape;415;p6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16" name="Google Shape;416;p66"/>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17" name="Google Shape;417;p6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18" name="Google Shape;418;p66"/>
          <p:cNvSpPr txBox="1"/>
          <p:nvPr>
            <p:ph idx="1" type="body"/>
          </p:nvPr>
        </p:nvSpPr>
        <p:spPr>
          <a:xfrm>
            <a:off x="1212863" y="1194157"/>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05 (magenta)_layout 01">
  <p:cSld name="4_Section 05 (magenta)_layout 01">
    <p:spTree>
      <p:nvGrpSpPr>
        <p:cNvPr id="419" name="Shape 419"/>
        <p:cNvGrpSpPr/>
        <p:nvPr/>
      </p:nvGrpSpPr>
      <p:grpSpPr>
        <a:xfrm>
          <a:off x="0" y="0"/>
          <a:ext cx="0" cy="0"/>
          <a:chOff x="0" y="0"/>
          <a:chExt cx="0" cy="0"/>
        </a:xfrm>
      </p:grpSpPr>
      <p:sp>
        <p:nvSpPr>
          <p:cNvPr id="420" name="Google Shape;420;p6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21" name="Google Shape;421;p6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22" name="Google Shape;422;p6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23" name="Google Shape;423;p6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24" name="Google Shape;424;p67"/>
          <p:cNvSpPr/>
          <p:nvPr/>
        </p:nvSpPr>
        <p:spPr>
          <a:xfrm>
            <a:off x="8660526" y="4704907"/>
            <a:ext cx="491700" cy="191400"/>
          </a:xfrm>
          <a:prstGeom prst="rect">
            <a:avLst/>
          </a:prstGeom>
          <a:solidFill>
            <a:srgbClr val="F2728C"/>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25" name="Google Shape;425;p6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26" name="Google Shape;426;p67"/>
          <p:cNvSpPr txBox="1"/>
          <p:nvPr>
            <p:ph idx="1" type="body"/>
          </p:nvPr>
        </p:nvSpPr>
        <p:spPr>
          <a:xfrm>
            <a:off x="353196"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427" name="Google Shape;427;p67"/>
          <p:cNvSpPr txBox="1"/>
          <p:nvPr>
            <p:ph idx="2" type="body"/>
          </p:nvPr>
        </p:nvSpPr>
        <p:spPr>
          <a:xfrm>
            <a:off x="4790745" y="1194158"/>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2 1 1">
  <p:cSld name="2_Section_02 (green)_layout 02 1">
    <p:spTree>
      <p:nvGrpSpPr>
        <p:cNvPr id="428" name="Shape 428"/>
        <p:cNvGrpSpPr/>
        <p:nvPr/>
      </p:nvGrpSpPr>
      <p:grpSpPr>
        <a:xfrm>
          <a:off x="0" y="0"/>
          <a:ext cx="0" cy="0"/>
          <a:chOff x="0" y="0"/>
          <a:chExt cx="0" cy="0"/>
        </a:xfrm>
      </p:grpSpPr>
      <p:sp>
        <p:nvSpPr>
          <p:cNvPr id="429" name="Google Shape;429;p68"/>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sp>
        <p:nvSpPr>
          <p:cNvPr id="430" name="Google Shape;430;p6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cxnSp>
        <p:nvCxnSpPr>
          <p:cNvPr id="431" name="Google Shape;431;p6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32" name="Google Shape;432;p6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7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400"/>
              <a:buNone/>
              <a:defRPr sz="1300"/>
            </a:lvl2pPr>
            <a:lvl3pPr lvl="2" algn="l">
              <a:lnSpc>
                <a:spcPct val="100000"/>
              </a:lnSpc>
              <a:spcBef>
                <a:spcPts val="0"/>
              </a:spcBef>
              <a:spcAft>
                <a:spcPts val="0"/>
              </a:spcAft>
              <a:buSzPts val="400"/>
              <a:buNone/>
              <a:defRPr sz="1300"/>
            </a:lvl3pPr>
            <a:lvl4pPr lvl="3" algn="l">
              <a:lnSpc>
                <a:spcPct val="100000"/>
              </a:lnSpc>
              <a:spcBef>
                <a:spcPts val="0"/>
              </a:spcBef>
              <a:spcAft>
                <a:spcPts val="0"/>
              </a:spcAft>
              <a:buSzPts val="400"/>
              <a:buNone/>
              <a:defRPr sz="1300"/>
            </a:lvl4pPr>
            <a:lvl5pPr lvl="4" algn="l">
              <a:lnSpc>
                <a:spcPct val="100000"/>
              </a:lnSpc>
              <a:spcBef>
                <a:spcPts val="0"/>
              </a:spcBef>
              <a:spcAft>
                <a:spcPts val="0"/>
              </a:spcAft>
              <a:buSzPts val="400"/>
              <a:buNone/>
              <a:defRPr sz="1300"/>
            </a:lvl5pPr>
            <a:lvl6pPr lvl="5" algn="l">
              <a:lnSpc>
                <a:spcPct val="100000"/>
              </a:lnSpc>
              <a:spcBef>
                <a:spcPts val="0"/>
              </a:spcBef>
              <a:spcAft>
                <a:spcPts val="0"/>
              </a:spcAft>
              <a:buSzPts val="400"/>
              <a:buNone/>
              <a:defRPr sz="1300"/>
            </a:lvl6pPr>
            <a:lvl7pPr lvl="6" algn="l">
              <a:lnSpc>
                <a:spcPct val="100000"/>
              </a:lnSpc>
              <a:spcBef>
                <a:spcPts val="0"/>
              </a:spcBef>
              <a:spcAft>
                <a:spcPts val="0"/>
              </a:spcAft>
              <a:buSzPts val="400"/>
              <a:buNone/>
              <a:defRPr sz="1300"/>
            </a:lvl7pPr>
            <a:lvl8pPr lvl="7" algn="l">
              <a:lnSpc>
                <a:spcPct val="100000"/>
              </a:lnSpc>
              <a:spcBef>
                <a:spcPts val="0"/>
              </a:spcBef>
              <a:spcAft>
                <a:spcPts val="0"/>
              </a:spcAft>
              <a:buSzPts val="400"/>
              <a:buNone/>
              <a:defRPr sz="1300"/>
            </a:lvl8pPr>
            <a:lvl9pPr lvl="8" algn="l">
              <a:lnSpc>
                <a:spcPct val="100000"/>
              </a:lnSpc>
              <a:spcBef>
                <a:spcPts val="0"/>
              </a:spcBef>
              <a:spcAft>
                <a:spcPts val="0"/>
              </a:spcAft>
              <a:buSzPts val="400"/>
              <a:buNone/>
              <a:defRPr sz="1300"/>
            </a:lvl9pPr>
          </a:lstStyle>
          <a:p/>
        </p:txBody>
      </p:sp>
      <p:sp>
        <p:nvSpPr>
          <p:cNvPr id="433" name="Google Shape;433;p68"/>
          <p:cNvSpPr/>
          <p:nvPr/>
        </p:nvSpPr>
        <p:spPr>
          <a:xfrm>
            <a:off x="8660526" y="4704908"/>
            <a:ext cx="491700" cy="191400"/>
          </a:xfrm>
          <a:prstGeom prst="rect">
            <a:avLst/>
          </a:prstGeom>
          <a:solidFill>
            <a:srgbClr val="7AC79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300"/>
              <a:buFont typeface="Arial"/>
              <a:buNone/>
            </a:pPr>
            <a:r>
              <a:t/>
            </a:r>
            <a:endParaRPr b="0" i="0" sz="700" u="none" cap="none" strike="noStrike">
              <a:solidFill>
                <a:schemeClr val="lt1"/>
              </a:solidFill>
              <a:latin typeface="Arial"/>
              <a:ea typeface="Arial"/>
              <a:cs typeface="Arial"/>
              <a:sym typeface="Arial"/>
            </a:endParaRPr>
          </a:p>
        </p:txBody>
      </p:sp>
      <p:sp>
        <p:nvSpPr>
          <p:cNvPr id="434" name="Google Shape;434;p68"/>
          <p:cNvSpPr txBox="1"/>
          <p:nvPr/>
        </p:nvSpPr>
        <p:spPr>
          <a:xfrm>
            <a:off x="8729098"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3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35" name="Google Shape;435;p68"/>
          <p:cNvSpPr txBox="1"/>
          <p:nvPr>
            <p:ph idx="1" type="body"/>
          </p:nvPr>
        </p:nvSpPr>
        <p:spPr>
          <a:xfrm>
            <a:off x="353196" y="1194158"/>
            <a:ext cx="8406900" cy="3377700"/>
          </a:xfrm>
          <a:prstGeom prst="rect">
            <a:avLst/>
          </a:prstGeom>
          <a:noFill/>
          <a:ln>
            <a:noFill/>
          </a:ln>
        </p:spPr>
        <p:txBody>
          <a:bodyPr anchorCtr="0" anchor="t" bIns="12850" lIns="25725" spcFirstLastPara="1" rIns="25725" wrap="square" tIns="12850">
            <a:normAutofit/>
          </a:bodyPr>
          <a:lstStyle>
            <a:lvl1pPr indent="-228600" lvl="0" marL="457200" algn="l">
              <a:lnSpc>
                <a:spcPct val="90000"/>
              </a:lnSpc>
              <a:spcBef>
                <a:spcPts val="400"/>
              </a:spcBef>
              <a:spcAft>
                <a:spcPts val="0"/>
              </a:spcAft>
              <a:buClr>
                <a:srgbClr val="262261"/>
              </a:buClr>
              <a:buSzPts val="400"/>
              <a:buFont typeface="Arial"/>
              <a:buNone/>
              <a:defRPr sz="1200"/>
            </a:lvl1pPr>
            <a:lvl2pPr indent="-254000" lvl="1" marL="914400" algn="l">
              <a:lnSpc>
                <a:spcPct val="90000"/>
              </a:lnSpc>
              <a:spcBef>
                <a:spcPts val="200"/>
              </a:spcBef>
              <a:spcAft>
                <a:spcPts val="0"/>
              </a:spcAft>
              <a:buClr>
                <a:srgbClr val="262261"/>
              </a:buClr>
              <a:buSzPts val="400"/>
              <a:buChar char="•"/>
              <a:defRPr sz="1200"/>
            </a:lvl2pPr>
            <a:lvl3pPr indent="-254000" lvl="2" marL="1371600" algn="l">
              <a:lnSpc>
                <a:spcPct val="90000"/>
              </a:lnSpc>
              <a:spcBef>
                <a:spcPts val="200"/>
              </a:spcBef>
              <a:spcAft>
                <a:spcPts val="0"/>
              </a:spcAft>
              <a:buClr>
                <a:srgbClr val="262261"/>
              </a:buClr>
              <a:buSzPts val="400"/>
              <a:buChar char="•"/>
              <a:defRPr sz="1200"/>
            </a:lvl3pPr>
            <a:lvl4pPr indent="-254000" lvl="3" marL="1828800" algn="l">
              <a:lnSpc>
                <a:spcPct val="90000"/>
              </a:lnSpc>
              <a:spcBef>
                <a:spcPts val="200"/>
              </a:spcBef>
              <a:spcAft>
                <a:spcPts val="0"/>
              </a:spcAft>
              <a:buClr>
                <a:srgbClr val="262261"/>
              </a:buClr>
              <a:buSzPts val="400"/>
              <a:buChar char="•"/>
              <a:defRPr sz="1200"/>
            </a:lvl4pPr>
            <a:lvl5pPr indent="-254000" lvl="4" marL="2286000" algn="l">
              <a:lnSpc>
                <a:spcPct val="90000"/>
              </a:lnSpc>
              <a:spcBef>
                <a:spcPts val="200"/>
              </a:spcBef>
              <a:spcAft>
                <a:spcPts val="0"/>
              </a:spcAft>
              <a:buClr>
                <a:srgbClr val="262261"/>
              </a:buClr>
              <a:buSzPts val="400"/>
              <a:buChar char="•"/>
              <a:defRPr sz="1200"/>
            </a:lvl5pPr>
            <a:lvl6pPr indent="-228600" lvl="5" marL="2743200" algn="l">
              <a:lnSpc>
                <a:spcPct val="100000"/>
              </a:lnSpc>
              <a:spcBef>
                <a:spcPts val="0"/>
              </a:spcBef>
              <a:spcAft>
                <a:spcPts val="0"/>
              </a:spcAft>
              <a:buSzPts val="400"/>
              <a:buNone/>
              <a:defRPr/>
            </a:lvl6pPr>
            <a:lvl7pPr indent="-228600" lvl="6" marL="3200400" algn="l">
              <a:lnSpc>
                <a:spcPct val="100000"/>
              </a:lnSpc>
              <a:spcBef>
                <a:spcPts val="0"/>
              </a:spcBef>
              <a:spcAft>
                <a:spcPts val="0"/>
              </a:spcAft>
              <a:buSzPts val="400"/>
              <a:buNone/>
              <a:defRPr/>
            </a:lvl7pPr>
            <a:lvl8pPr indent="-228600" lvl="7" marL="3657600" algn="l">
              <a:lnSpc>
                <a:spcPct val="100000"/>
              </a:lnSpc>
              <a:spcBef>
                <a:spcPts val="0"/>
              </a:spcBef>
              <a:spcAft>
                <a:spcPts val="0"/>
              </a:spcAft>
              <a:buSzPts val="400"/>
              <a:buNone/>
              <a:defRPr/>
            </a:lvl8pPr>
            <a:lvl9pPr indent="-228600" lvl="8" marL="4114800" algn="l">
              <a:lnSpc>
                <a:spcPct val="100000"/>
              </a:lnSpc>
              <a:spcBef>
                <a:spcPts val="0"/>
              </a:spcBef>
              <a:spcAft>
                <a:spcPts val="0"/>
              </a:spcAft>
              <a:buSzPts val="400"/>
              <a:buNone/>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05 (ice blue)_divder page">
  <p:cSld name="6_Section 05 (ice blue)_divder page">
    <p:bg>
      <p:bgPr>
        <a:solidFill>
          <a:srgbClr val="ECF7FF"/>
        </a:solidFill>
      </p:bgPr>
    </p:bg>
    <p:spTree>
      <p:nvGrpSpPr>
        <p:cNvPr id="436" name="Shape 436"/>
        <p:cNvGrpSpPr/>
        <p:nvPr/>
      </p:nvGrpSpPr>
      <p:grpSpPr>
        <a:xfrm>
          <a:off x="0" y="0"/>
          <a:ext cx="0" cy="0"/>
          <a:chOff x="0" y="0"/>
          <a:chExt cx="0" cy="0"/>
        </a:xfrm>
      </p:grpSpPr>
      <p:sp>
        <p:nvSpPr>
          <p:cNvPr id="437" name="Google Shape;437;p69"/>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438" name="Google Shape;438;p69"/>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439" name="Shape 439"/>
        <p:cNvGrpSpPr/>
        <p:nvPr/>
      </p:nvGrpSpPr>
      <p:grpSpPr>
        <a:xfrm>
          <a:off x="0" y="0"/>
          <a:ext cx="0" cy="0"/>
          <a:chOff x="0" y="0"/>
          <a:chExt cx="0" cy="0"/>
        </a:xfrm>
      </p:grpSpPr>
      <p:sp>
        <p:nvSpPr>
          <p:cNvPr id="440" name="Google Shape;440;p7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441" name="Google Shape;441;p70"/>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442" name="Google Shape;442;p7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43" name="Google Shape;443;p7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444" name="Google Shape;444;p7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layout 02">
  <p:cSld name="5_Section 05 (blue)_layout 02">
    <p:bg>
      <p:bgPr>
        <a:solidFill>
          <a:srgbClr val="5EAEE0"/>
        </a:solidFill>
      </p:bgPr>
    </p:bg>
    <p:spTree>
      <p:nvGrpSpPr>
        <p:cNvPr id="445" name="Shape 445"/>
        <p:cNvGrpSpPr/>
        <p:nvPr/>
      </p:nvGrpSpPr>
      <p:grpSpPr>
        <a:xfrm>
          <a:off x="0" y="0"/>
          <a:ext cx="0" cy="0"/>
          <a:chOff x="0" y="0"/>
          <a:chExt cx="0" cy="0"/>
        </a:xfrm>
      </p:grpSpPr>
      <p:sp>
        <p:nvSpPr>
          <p:cNvPr id="446" name="Google Shape;446;p7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47" name="Google Shape;447;p7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48" name="Google Shape;448;p7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49" name="Google Shape;449;p7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50" name="Google Shape;450;p71"/>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51" name="Google Shape;451;p7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52" name="Google Shape;452;p71"/>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o"/>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3">
  <p:cSld name="1_Section_01 (yellow) layout 02_5">
    <p:spTree>
      <p:nvGrpSpPr>
        <p:cNvPr id="453" name="Shape 453"/>
        <p:cNvGrpSpPr/>
        <p:nvPr/>
      </p:nvGrpSpPr>
      <p:grpSpPr>
        <a:xfrm>
          <a:off x="0" y="0"/>
          <a:ext cx="0" cy="0"/>
          <a:chOff x="0" y="0"/>
          <a:chExt cx="0" cy="0"/>
        </a:xfrm>
      </p:grpSpPr>
      <p:sp>
        <p:nvSpPr>
          <p:cNvPr id="454" name="Google Shape;454;p7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55" name="Google Shape;455;p7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56" name="Google Shape;456;p7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57" name="Google Shape;457;p7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58" name="Google Shape;458;p72"/>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59" name="Google Shape;459;p7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60" name="Google Shape;460;p72"/>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03 (orange) layout 02">
  <p:cSld name="3_Section 03 (orange) layout 02">
    <p:spTree>
      <p:nvGrpSpPr>
        <p:cNvPr id="461" name="Shape 461"/>
        <p:cNvGrpSpPr/>
        <p:nvPr/>
      </p:nvGrpSpPr>
      <p:grpSpPr>
        <a:xfrm>
          <a:off x="0" y="0"/>
          <a:ext cx="0" cy="0"/>
          <a:chOff x="0" y="0"/>
          <a:chExt cx="0" cy="0"/>
        </a:xfrm>
      </p:grpSpPr>
      <p:sp>
        <p:nvSpPr>
          <p:cNvPr id="462" name="Google Shape;462;p7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63" name="Google Shape;463;p7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64" name="Google Shape;464;p7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65" name="Google Shape;465;p7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66" name="Google Shape;466;p73"/>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67" name="Google Shape;467;p7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68" name="Google Shape;468;p73"/>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1">
  <p:cSld name="2_Section_02 (green)_layout 01">
    <p:spTree>
      <p:nvGrpSpPr>
        <p:cNvPr id="469" name="Shape 469"/>
        <p:cNvGrpSpPr/>
        <p:nvPr/>
      </p:nvGrpSpPr>
      <p:grpSpPr>
        <a:xfrm>
          <a:off x="0" y="0"/>
          <a:ext cx="0" cy="0"/>
          <a:chOff x="0" y="0"/>
          <a:chExt cx="0" cy="0"/>
        </a:xfrm>
      </p:grpSpPr>
      <p:sp>
        <p:nvSpPr>
          <p:cNvPr id="470" name="Google Shape;470;p7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71" name="Google Shape;471;p74"/>
          <p:cNvSpPr/>
          <p:nvPr/>
        </p:nvSpPr>
        <p:spPr>
          <a:xfrm>
            <a:off x="0" y="-335"/>
            <a:ext cx="9144000" cy="870000"/>
          </a:xfrm>
          <a:prstGeom prst="rect">
            <a:avLst/>
          </a:prstGeom>
          <a:solidFill>
            <a:srgbClr val="26226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72" name="Google Shape;472;p7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73" name="Google Shape;473;p7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74" name="Google Shape;474;p74"/>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75" name="Google Shape;475;p7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76" name="Google Shape;476;p74"/>
          <p:cNvSpPr txBox="1"/>
          <p:nvPr>
            <p:ph idx="1" type="body"/>
          </p:nvPr>
        </p:nvSpPr>
        <p:spPr>
          <a:xfrm>
            <a:off x="353196"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o"/>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
        <p:nvSpPr>
          <p:cNvPr id="477" name="Google Shape;477;p74"/>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o"/>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1000"/>
              <a:buNone/>
              <a:defRPr/>
            </a:lvl6pPr>
            <a:lvl7pPr indent="-228600" lvl="6" marL="3200400" algn="l">
              <a:lnSpc>
                <a:spcPct val="100000"/>
              </a:lnSpc>
              <a:spcBef>
                <a:spcPts val="0"/>
              </a:spcBef>
              <a:spcAft>
                <a:spcPts val="0"/>
              </a:spcAft>
              <a:buSzPts val="1000"/>
              <a:buNone/>
              <a:defRPr/>
            </a:lvl7pPr>
            <a:lvl8pPr indent="-228600" lvl="7" marL="3657600" algn="l">
              <a:lnSpc>
                <a:spcPct val="100000"/>
              </a:lnSpc>
              <a:spcBef>
                <a:spcPts val="0"/>
              </a:spcBef>
              <a:spcAft>
                <a:spcPts val="0"/>
              </a:spcAft>
              <a:buSzPts val="1000"/>
              <a:buNone/>
              <a:defRPr/>
            </a:lvl8pPr>
            <a:lvl9pPr indent="-228600" lvl="8" marL="4114800" algn="l">
              <a:lnSpc>
                <a:spcPct val="100000"/>
              </a:lnSpc>
              <a:spcBef>
                <a:spcPts val="0"/>
              </a:spcBef>
              <a:spcAft>
                <a:spcPts val="0"/>
              </a:spcAft>
              <a:buSzPts val="1000"/>
              <a:buNone/>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03 (orange)_layout 05">
  <p:cSld name="3_Section 03 (orange)_layout 05">
    <p:spTree>
      <p:nvGrpSpPr>
        <p:cNvPr id="478" name="Shape 478"/>
        <p:cNvGrpSpPr/>
        <p:nvPr/>
      </p:nvGrpSpPr>
      <p:grpSpPr>
        <a:xfrm>
          <a:off x="0" y="0"/>
          <a:ext cx="0" cy="0"/>
          <a:chOff x="0" y="0"/>
          <a:chExt cx="0" cy="0"/>
        </a:xfrm>
      </p:grpSpPr>
      <p:sp>
        <p:nvSpPr>
          <p:cNvPr id="479" name="Google Shape;479;p75"/>
          <p:cNvSpPr/>
          <p:nvPr/>
        </p:nvSpPr>
        <p:spPr>
          <a:xfrm>
            <a:off x="0" y="326174"/>
            <a:ext cx="9152400" cy="4817400"/>
          </a:xfrm>
          <a:prstGeom prst="rect">
            <a:avLst/>
          </a:prstGeom>
          <a:solidFill>
            <a:srgbClr val="FAFAFA"/>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80" name="Google Shape;480;p7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81" name="Google Shape;481;p75"/>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482" name="Google Shape;482;p75"/>
          <p:cNvSpPr txBox="1"/>
          <p:nvPr>
            <p:ph type="title"/>
          </p:nvPr>
        </p:nvSpPr>
        <p:spPr>
          <a:xfrm>
            <a:off x="349404" y="151515"/>
            <a:ext cx="84468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p:txBody>
      </p:sp>
      <p:sp>
        <p:nvSpPr>
          <p:cNvPr id="483" name="Google Shape;483;p75"/>
          <p:cNvSpPr/>
          <p:nvPr/>
        </p:nvSpPr>
        <p:spPr>
          <a:xfrm>
            <a:off x="8660526" y="4704908"/>
            <a:ext cx="491700" cy="191400"/>
          </a:xfrm>
          <a:prstGeom prst="rect">
            <a:avLst/>
          </a:prstGeom>
          <a:solidFill>
            <a:srgbClr val="F58D7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84" name="Google Shape;484;p75"/>
          <p:cNvSpPr txBox="1"/>
          <p:nvPr/>
        </p:nvSpPr>
        <p:spPr>
          <a:xfrm>
            <a:off x="8729098" y="4704908"/>
            <a:ext cx="2172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 sz="800" u="none" cap="none" strike="noStrike">
                <a:solidFill>
                  <a:srgbClr val="201F4B"/>
                </a:solidFill>
                <a:latin typeface="Arial"/>
                <a:ea typeface="Arial"/>
                <a:cs typeface="Arial"/>
                <a:sym typeface="Arial"/>
              </a:rPr>
              <a:t>‹#›</a:t>
            </a:fld>
            <a:endParaRPr b="1" i="0" sz="800" u="none" cap="none" strike="noStrike">
              <a:solidFill>
                <a:srgbClr val="201F4B"/>
              </a:solidFill>
              <a:latin typeface="Arial"/>
              <a:ea typeface="Arial"/>
              <a:cs typeface="Arial"/>
              <a:sym typeface="Arial"/>
            </a:endParaRPr>
          </a:p>
        </p:txBody>
      </p:sp>
      <p:sp>
        <p:nvSpPr>
          <p:cNvPr id="485" name="Google Shape;485;p75"/>
          <p:cNvSpPr txBox="1"/>
          <p:nvPr>
            <p:ph idx="1" type="body"/>
          </p:nvPr>
        </p:nvSpPr>
        <p:spPr>
          <a:xfrm>
            <a:off x="1212863" y="1194158"/>
            <a:ext cx="6517200" cy="459600"/>
          </a:xfrm>
          <a:prstGeom prst="rect">
            <a:avLst/>
          </a:prstGeom>
          <a:noFill/>
          <a:ln>
            <a:noFill/>
          </a:ln>
        </p:spPr>
        <p:txBody>
          <a:bodyPr anchorCtr="0" anchor="t" bIns="17150" lIns="34275" spcFirstLastPara="1" rIns="34275" wrap="square" tIns="17150">
            <a:normAutofit/>
          </a:bodyPr>
          <a:lstStyle>
            <a:lvl1pPr indent="-228600" lvl="0" marL="457200" algn="l">
              <a:lnSpc>
                <a:spcPct val="90000"/>
              </a:lnSpc>
              <a:spcBef>
                <a:spcPts val="400"/>
              </a:spcBef>
              <a:spcAft>
                <a:spcPts val="0"/>
              </a:spcAft>
              <a:buSzPts val="1200"/>
              <a:buNone/>
              <a:defRPr sz="1200"/>
            </a:lvl1pPr>
            <a:lvl2pPr indent="-304800" lvl="1" marL="914400" algn="l">
              <a:lnSpc>
                <a:spcPct val="90000"/>
              </a:lnSpc>
              <a:spcBef>
                <a:spcPts val="200"/>
              </a:spcBef>
              <a:spcAft>
                <a:spcPts val="0"/>
              </a:spcAft>
              <a:buSzPts val="1200"/>
              <a:buChar char="•"/>
              <a:defRPr sz="1200"/>
            </a:lvl2pPr>
            <a:lvl3pPr indent="-304800" lvl="2" marL="1371600" algn="l">
              <a:lnSpc>
                <a:spcPct val="90000"/>
              </a:lnSpc>
              <a:spcBef>
                <a:spcPts val="200"/>
              </a:spcBef>
              <a:spcAft>
                <a:spcPts val="0"/>
              </a:spcAft>
              <a:buSzPts val="1200"/>
              <a:buChar char="o"/>
              <a:defRPr sz="1200"/>
            </a:lvl3pPr>
            <a:lvl4pPr indent="-304800" lvl="3" marL="1828800" algn="l">
              <a:lnSpc>
                <a:spcPct val="90000"/>
              </a:lnSpc>
              <a:spcBef>
                <a:spcPts val="200"/>
              </a:spcBef>
              <a:spcAft>
                <a:spcPts val="0"/>
              </a:spcAft>
              <a:buSzPts val="1200"/>
              <a:buChar char="⦿"/>
              <a:defRPr sz="1200"/>
            </a:lvl4pPr>
            <a:lvl5pPr indent="-304800" lvl="4" marL="2286000" algn="l">
              <a:lnSpc>
                <a:spcPct val="90000"/>
              </a:lnSpc>
              <a:spcBef>
                <a:spcPts val="200"/>
              </a:spcBef>
              <a:spcAft>
                <a:spcPts val="0"/>
              </a:spcAft>
              <a:buSzPts val="1200"/>
              <a:buChar char="•"/>
              <a:defRPr sz="1200"/>
            </a:lvl5pPr>
            <a:lvl6pPr indent="-260350" lvl="5" marL="2743200" algn="l">
              <a:lnSpc>
                <a:spcPct val="100000"/>
              </a:lnSpc>
              <a:spcBef>
                <a:spcPts val="0"/>
              </a:spcBef>
              <a:spcAft>
                <a:spcPts val="0"/>
              </a:spcAft>
              <a:buSzPts val="500"/>
              <a:buChar char="•"/>
              <a:defRPr/>
            </a:lvl6pPr>
            <a:lvl7pPr indent="-260350" lvl="6" marL="3200400" algn="l">
              <a:lnSpc>
                <a:spcPct val="100000"/>
              </a:lnSpc>
              <a:spcBef>
                <a:spcPts val="0"/>
              </a:spcBef>
              <a:spcAft>
                <a:spcPts val="0"/>
              </a:spcAft>
              <a:buSzPts val="500"/>
              <a:buChar char="•"/>
              <a:defRPr/>
            </a:lvl7pPr>
            <a:lvl8pPr indent="-260350" lvl="7" marL="3657600" algn="l">
              <a:lnSpc>
                <a:spcPct val="100000"/>
              </a:lnSpc>
              <a:spcBef>
                <a:spcPts val="0"/>
              </a:spcBef>
              <a:spcAft>
                <a:spcPts val="0"/>
              </a:spcAft>
              <a:buSzPts val="500"/>
              <a:buChar char="•"/>
              <a:defRPr/>
            </a:lvl8pPr>
            <a:lvl9pPr indent="-260350" lvl="8" marL="4114800" algn="l">
              <a:lnSpc>
                <a:spcPct val="100000"/>
              </a:lnSpc>
              <a:spcBef>
                <a:spcPts val="0"/>
              </a:spcBef>
              <a:spcAft>
                <a:spcPts val="0"/>
              </a:spcAft>
              <a:buSzPts val="500"/>
              <a:buChar char="•"/>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05 (ice blue)_layout 02">
  <p:cSld name="6_Section 05 (ice blue)_layout 02">
    <p:bg>
      <p:bgPr>
        <a:solidFill>
          <a:srgbClr val="5EAEE0"/>
        </a:solidFill>
      </p:bgPr>
    </p:bg>
    <p:spTree>
      <p:nvGrpSpPr>
        <p:cNvPr id="486" name="Shape 486"/>
        <p:cNvGrpSpPr/>
        <p:nvPr/>
      </p:nvGrpSpPr>
      <p:grpSpPr>
        <a:xfrm>
          <a:off x="0" y="0"/>
          <a:ext cx="0" cy="0"/>
          <a:chOff x="0" y="0"/>
          <a:chExt cx="0" cy="0"/>
        </a:xfrm>
      </p:grpSpPr>
      <p:sp>
        <p:nvSpPr>
          <p:cNvPr id="487" name="Google Shape;487;p7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88" name="Google Shape;488;p7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489" name="Google Shape;489;p7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490" name="Google Shape;490;p7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491" name="Google Shape;491;p76"/>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492" name="Google Shape;492;p7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493" name="Google Shape;493;p76"/>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divder page">
  <p:cSld name="1_Section_01 (yellow)_divder page">
    <p:bg>
      <p:bgPr>
        <a:solidFill>
          <a:srgbClr val="FFDD7F"/>
        </a:solidFill>
      </p:bgPr>
    </p:bg>
    <p:spTree>
      <p:nvGrpSpPr>
        <p:cNvPr id="494" name="Shape 494"/>
        <p:cNvGrpSpPr/>
        <p:nvPr/>
      </p:nvGrpSpPr>
      <p:grpSpPr>
        <a:xfrm>
          <a:off x="0" y="0"/>
          <a:ext cx="0" cy="0"/>
          <a:chOff x="0" y="0"/>
          <a:chExt cx="0" cy="0"/>
        </a:xfrm>
      </p:grpSpPr>
      <p:sp>
        <p:nvSpPr>
          <p:cNvPr id="495" name="Google Shape;495;p77"/>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496" name="Google Shape;496;p77"/>
          <p:cNvPicPr preferRelativeResize="0"/>
          <p:nvPr/>
        </p:nvPicPr>
        <p:blipFill rotWithShape="1">
          <a:blip r:embed="rId2">
            <a:alphaModFix/>
          </a:blip>
          <a:srcRect b="0" l="0" r="0" t="0"/>
          <a:stretch/>
        </p:blipFill>
        <p:spPr>
          <a:xfrm>
            <a:off x="7452565" y="0"/>
            <a:ext cx="1177226" cy="1148745"/>
          </a:xfrm>
          <a:prstGeom prst="rect">
            <a:avLst/>
          </a:prstGeom>
          <a:noFill/>
          <a:ln>
            <a:noFill/>
          </a:ln>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2">
  <p:cSld name="Section 01 (yellow) layout 02">
    <p:spTree>
      <p:nvGrpSpPr>
        <p:cNvPr id="501" name="Shape 501"/>
        <p:cNvGrpSpPr/>
        <p:nvPr/>
      </p:nvGrpSpPr>
      <p:grpSpPr>
        <a:xfrm>
          <a:off x="0" y="0"/>
          <a:ext cx="0" cy="0"/>
          <a:chOff x="0" y="0"/>
          <a:chExt cx="0" cy="0"/>
        </a:xfrm>
      </p:grpSpPr>
      <p:sp>
        <p:nvSpPr>
          <p:cNvPr id="502" name="Google Shape;502;p7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03" name="Google Shape;503;p7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04" name="Google Shape;504;p7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05" name="Google Shape;505;p79"/>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06" name="Google Shape;506;p79"/>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07" name="Google Shape;507;p79"/>
          <p:cNvSpPr txBox="1"/>
          <p:nvPr>
            <p:ph idx="1" type="body"/>
          </p:nvPr>
        </p:nvSpPr>
        <p:spPr>
          <a:xfrm>
            <a:off x="353196" y="1194157"/>
            <a:ext cx="8410800" cy="3319500"/>
          </a:xfrm>
          <a:prstGeom prst="rect">
            <a:avLst/>
          </a:prstGeom>
          <a:noFill/>
          <a:ln>
            <a:noFill/>
          </a:ln>
        </p:spPr>
        <p:txBody>
          <a:bodyPr anchorCtr="0" anchor="t" bIns="0" lIns="0" spcFirstLastPara="1" rIns="0" wrap="square" tIns="0">
            <a:noAutofit/>
          </a:bodyPr>
          <a:lstStyle>
            <a:lvl1pPr indent="-273050" lvl="0" marL="457200" algn="l">
              <a:lnSpc>
                <a:spcPct val="90000"/>
              </a:lnSpc>
              <a:spcBef>
                <a:spcPts val="400"/>
              </a:spcBef>
              <a:spcAft>
                <a:spcPts val="0"/>
              </a:spcAft>
              <a:buClr>
                <a:srgbClr val="000000"/>
              </a:buClr>
              <a:buSzPts val="700"/>
              <a:buChar char="•"/>
              <a:defRPr/>
            </a:lvl1pPr>
            <a:lvl2pPr indent="-273050" lvl="1" marL="914400" algn="l">
              <a:lnSpc>
                <a:spcPct val="90000"/>
              </a:lnSpc>
              <a:spcBef>
                <a:spcPts val="200"/>
              </a:spcBef>
              <a:spcAft>
                <a:spcPts val="0"/>
              </a:spcAft>
              <a:buClr>
                <a:srgbClr val="000000"/>
              </a:buClr>
              <a:buSzPts val="700"/>
              <a:buChar char="▪"/>
              <a:defRPr/>
            </a:lvl2pPr>
            <a:lvl3pPr indent="-273050" lvl="2" marL="1371600" algn="l">
              <a:lnSpc>
                <a:spcPct val="90000"/>
              </a:lnSpc>
              <a:spcBef>
                <a:spcPts val="200"/>
              </a:spcBef>
              <a:spcAft>
                <a:spcPts val="0"/>
              </a:spcAft>
              <a:buClr>
                <a:srgbClr val="000000"/>
              </a:buClr>
              <a:buSzPts val="700"/>
              <a:buChar char="o"/>
              <a:defRPr/>
            </a:lvl3pPr>
            <a:lvl4pPr indent="-273050" lvl="3" marL="1828800" algn="l">
              <a:lnSpc>
                <a:spcPct val="90000"/>
              </a:lnSpc>
              <a:spcBef>
                <a:spcPts val="200"/>
              </a:spcBef>
              <a:spcAft>
                <a:spcPts val="0"/>
              </a:spcAft>
              <a:buClr>
                <a:srgbClr val="000000"/>
              </a:buClr>
              <a:buSzPts val="700"/>
              <a:buChar char="•"/>
              <a:defRPr/>
            </a:lvl4pPr>
            <a:lvl5pPr indent="-273050" lvl="4" marL="2286000" algn="l">
              <a:lnSpc>
                <a:spcPct val="90000"/>
              </a:lnSpc>
              <a:spcBef>
                <a:spcPts val="200"/>
              </a:spcBef>
              <a:spcAft>
                <a:spcPts val="0"/>
              </a:spcAft>
              <a:buClr>
                <a:srgbClr val="000000"/>
              </a:buClr>
              <a:buSzPts val="700"/>
              <a:buChar char="•"/>
              <a:defRPr/>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08" name="Google Shape;508;p7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_divder page">
  <p:cSld name="5_Section 05 (blue)_divder page">
    <p:bg>
      <p:bgPr>
        <a:solidFill>
          <a:srgbClr val="5EAEE0"/>
        </a:solidFill>
      </p:bgPr>
    </p:bg>
    <p:spTree>
      <p:nvGrpSpPr>
        <p:cNvPr id="509" name="Shape 509"/>
        <p:cNvGrpSpPr/>
        <p:nvPr/>
      </p:nvGrpSpPr>
      <p:grpSpPr>
        <a:xfrm>
          <a:off x="0" y="0"/>
          <a:ext cx="0" cy="0"/>
          <a:chOff x="0" y="0"/>
          <a:chExt cx="0" cy="0"/>
        </a:xfrm>
      </p:grpSpPr>
      <p:sp>
        <p:nvSpPr>
          <p:cNvPr id="510" name="Google Shape;510;p80"/>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511" name="Google Shape;511;p80"/>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
        <p:nvSpPr>
          <p:cNvPr id="512" name="Google Shape;512;p8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divder page">
  <p:cSld name="1_Section_01 (yellow)_divder page">
    <p:bg>
      <p:bgPr>
        <a:solidFill>
          <a:srgbClr val="FFDD7F"/>
        </a:solidFill>
      </p:bgPr>
    </p:bg>
    <p:spTree>
      <p:nvGrpSpPr>
        <p:cNvPr id="513" name="Shape 513"/>
        <p:cNvGrpSpPr/>
        <p:nvPr/>
      </p:nvGrpSpPr>
      <p:grpSpPr>
        <a:xfrm>
          <a:off x="0" y="0"/>
          <a:ext cx="0" cy="0"/>
          <a:chOff x="0" y="0"/>
          <a:chExt cx="0" cy="0"/>
        </a:xfrm>
      </p:grpSpPr>
      <p:sp>
        <p:nvSpPr>
          <p:cNvPr id="514" name="Google Shape;514;p81"/>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515" name="Google Shape;515;p81"/>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
        <p:nvSpPr>
          <p:cNvPr id="516" name="Google Shape;516;p8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_layout 02">
  <p:cSld name="1_Section_01 (yellow)_layout 02">
    <p:spTree>
      <p:nvGrpSpPr>
        <p:cNvPr id="517" name="Shape 517"/>
        <p:cNvGrpSpPr/>
        <p:nvPr/>
      </p:nvGrpSpPr>
      <p:grpSpPr>
        <a:xfrm>
          <a:off x="0" y="0"/>
          <a:ext cx="0" cy="0"/>
          <a:chOff x="0" y="0"/>
          <a:chExt cx="0" cy="0"/>
        </a:xfrm>
      </p:grpSpPr>
      <p:sp>
        <p:nvSpPr>
          <p:cNvPr id="518" name="Google Shape;518;p8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19" name="Google Shape;519;p8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20" name="Google Shape;520;p8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21" name="Google Shape;521;p8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22" name="Google Shape;522;p82"/>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23" name="Google Shape;523;p8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24" name="Google Shape;524;p82"/>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25" name="Google Shape;525;p8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divder page">
  <p:cSld name="2_Section_02 (green)_divder page">
    <p:bg>
      <p:bgPr>
        <a:solidFill>
          <a:srgbClr val="7AC79B"/>
        </a:solidFill>
      </p:bgPr>
    </p:bg>
    <p:spTree>
      <p:nvGrpSpPr>
        <p:cNvPr id="526" name="Shape 526"/>
        <p:cNvGrpSpPr/>
        <p:nvPr/>
      </p:nvGrpSpPr>
      <p:grpSpPr>
        <a:xfrm>
          <a:off x="0" y="0"/>
          <a:ext cx="0" cy="0"/>
          <a:chOff x="0" y="0"/>
          <a:chExt cx="0" cy="0"/>
        </a:xfrm>
      </p:grpSpPr>
      <p:sp>
        <p:nvSpPr>
          <p:cNvPr id="527" name="Google Shape;527;p83"/>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528" name="Google Shape;528;p83"/>
          <p:cNvPicPr preferRelativeResize="0"/>
          <p:nvPr/>
        </p:nvPicPr>
        <p:blipFill rotWithShape="1">
          <a:blip r:embed="rId2">
            <a:alphaModFix/>
          </a:blip>
          <a:srcRect b="0" l="0" r="0" t="0"/>
          <a:stretch/>
        </p:blipFill>
        <p:spPr>
          <a:xfrm>
            <a:off x="7452565" y="0"/>
            <a:ext cx="1177531" cy="1149042"/>
          </a:xfrm>
          <a:prstGeom prst="rect">
            <a:avLst/>
          </a:prstGeom>
          <a:noFill/>
          <a:ln>
            <a:noFill/>
          </a:ln>
        </p:spPr>
      </p:pic>
      <p:sp>
        <p:nvSpPr>
          <p:cNvPr id="529" name="Google Shape;529;p8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type="titleOnly">
  <p:cSld name="TITLE_ONLY">
    <p:spTree>
      <p:nvGrpSpPr>
        <p:cNvPr id="530" name="Shape 530"/>
        <p:cNvGrpSpPr/>
        <p:nvPr/>
      </p:nvGrpSpPr>
      <p:grpSpPr>
        <a:xfrm>
          <a:off x="0" y="0"/>
          <a:ext cx="0" cy="0"/>
          <a:chOff x="0" y="0"/>
          <a:chExt cx="0" cy="0"/>
        </a:xfrm>
      </p:grpSpPr>
      <p:sp>
        <p:nvSpPr>
          <p:cNvPr id="531" name="Google Shape;531;p84"/>
          <p:cNvSpPr txBox="1"/>
          <p:nvPr>
            <p:ph type="title"/>
          </p:nvPr>
        </p:nvSpPr>
        <p:spPr>
          <a:xfrm>
            <a:off x="1562100" y="0"/>
            <a:ext cx="6019800" cy="342900"/>
          </a:xfrm>
          <a:prstGeom prst="rect">
            <a:avLst/>
          </a:prstGeom>
          <a:noFill/>
          <a:ln>
            <a:noFill/>
          </a:ln>
        </p:spPr>
        <p:txBody>
          <a:bodyPr anchorCtr="0" anchor="t" bIns="0" lIns="0" spcFirstLastPara="1" rIns="0" wrap="square" tIns="0">
            <a:normAutofit/>
          </a:bodyPr>
          <a:lstStyle>
            <a:lvl1pPr lvl="0" algn="ctr">
              <a:lnSpc>
                <a:spcPct val="100000"/>
              </a:lnSpc>
              <a:spcBef>
                <a:spcPts val="0"/>
              </a:spcBef>
              <a:spcAft>
                <a:spcPts val="0"/>
              </a:spcAft>
              <a:buSzPts val="3600"/>
              <a:buNone/>
              <a:defRPr b="0" sz="180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32" name="Google Shape;532;p84"/>
          <p:cNvSpPr txBox="1"/>
          <p:nvPr>
            <p:ph idx="10" type="dt"/>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33" name="Google Shape;533;p84"/>
          <p:cNvSpPr txBox="1"/>
          <p:nvPr>
            <p:ph idx="11" type="ftr"/>
          </p:nvPr>
        </p:nvSpPr>
        <p:spPr>
          <a:xfrm>
            <a:off x="0" y="0"/>
            <a:ext cx="2250000" cy="22500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Arial"/>
                <a:ea typeface="Arial"/>
                <a:cs typeface="Arial"/>
                <a:sym typeface="Arial"/>
              </a:defRPr>
            </a:lvl9pPr>
          </a:lstStyle>
          <a:p/>
        </p:txBody>
      </p:sp>
      <p:sp>
        <p:nvSpPr>
          <p:cNvPr id="534" name="Google Shape;534;p84"/>
          <p:cNvSpPr txBox="1"/>
          <p:nvPr>
            <p:ph idx="12" type="sldNum"/>
          </p:nvPr>
        </p:nvSpPr>
        <p:spPr>
          <a:xfrm>
            <a:off x="6738656"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p:cSld name="1_Section_01 (yellow) layout 02">
    <p:spTree>
      <p:nvGrpSpPr>
        <p:cNvPr id="535" name="Shape 535"/>
        <p:cNvGrpSpPr/>
        <p:nvPr/>
      </p:nvGrpSpPr>
      <p:grpSpPr>
        <a:xfrm>
          <a:off x="0" y="0"/>
          <a:ext cx="0" cy="0"/>
          <a:chOff x="0" y="0"/>
          <a:chExt cx="0" cy="0"/>
        </a:xfrm>
      </p:grpSpPr>
      <p:sp>
        <p:nvSpPr>
          <p:cNvPr id="536" name="Google Shape;536;p8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37" name="Google Shape;537;p8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38" name="Google Shape;538;p8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39" name="Google Shape;539;p8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40" name="Google Shape;540;p85"/>
          <p:cNvSpPr/>
          <p:nvPr/>
        </p:nvSpPr>
        <p:spPr>
          <a:xfrm>
            <a:off x="8660526" y="4704907"/>
            <a:ext cx="4920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41" name="Google Shape;541;p8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42" name="Google Shape;542;p85"/>
          <p:cNvSpPr txBox="1"/>
          <p:nvPr>
            <p:ph idx="1" type="body"/>
          </p:nvPr>
        </p:nvSpPr>
        <p:spPr>
          <a:xfrm>
            <a:off x="353196" y="1194158"/>
            <a:ext cx="8407200" cy="3378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100"/>
              </a:spcBef>
              <a:spcAft>
                <a:spcPts val="0"/>
              </a:spcAft>
              <a:buClr>
                <a:srgbClr val="000000"/>
              </a:buClr>
              <a:buSzPts val="1200"/>
              <a:buChar char="•"/>
              <a:defRPr sz="1200"/>
            </a:lvl2pPr>
            <a:lvl3pPr indent="-304800" lvl="2" marL="1371600" algn="l">
              <a:lnSpc>
                <a:spcPct val="90000"/>
              </a:lnSpc>
              <a:spcBef>
                <a:spcPts val="100"/>
              </a:spcBef>
              <a:spcAft>
                <a:spcPts val="0"/>
              </a:spcAft>
              <a:buClr>
                <a:srgbClr val="000000"/>
              </a:buClr>
              <a:buSzPts val="1200"/>
              <a:buChar char="•"/>
              <a:defRPr sz="1200"/>
            </a:lvl3pPr>
            <a:lvl4pPr indent="-304800" lvl="3" marL="1828800" algn="l">
              <a:lnSpc>
                <a:spcPct val="90000"/>
              </a:lnSpc>
              <a:spcBef>
                <a:spcPts val="100"/>
              </a:spcBef>
              <a:spcAft>
                <a:spcPts val="0"/>
              </a:spcAft>
              <a:buClr>
                <a:srgbClr val="000000"/>
              </a:buClr>
              <a:buSzPts val="1200"/>
              <a:buChar char="•"/>
              <a:defRPr sz="1200"/>
            </a:lvl4pPr>
            <a:lvl5pPr indent="-304800" lvl="4" marL="2286000" algn="l">
              <a:lnSpc>
                <a:spcPct val="90000"/>
              </a:lnSpc>
              <a:spcBef>
                <a:spcPts val="1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43" name="Google Shape;543;p8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_divder page">
  <p:cSld name="Section 01 (yellow)_divder page">
    <p:bg>
      <p:bgPr>
        <a:solidFill>
          <a:srgbClr val="FFDD7F"/>
        </a:solidFill>
      </p:bgPr>
    </p:bg>
    <p:spTree>
      <p:nvGrpSpPr>
        <p:cNvPr id="544" name="Shape 544"/>
        <p:cNvGrpSpPr/>
        <p:nvPr/>
      </p:nvGrpSpPr>
      <p:grpSpPr>
        <a:xfrm>
          <a:off x="0" y="0"/>
          <a:ext cx="0" cy="0"/>
          <a:chOff x="0" y="0"/>
          <a:chExt cx="0" cy="0"/>
        </a:xfrm>
      </p:grpSpPr>
      <p:sp>
        <p:nvSpPr>
          <p:cNvPr id="545" name="Google Shape;545;p86"/>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546" name="Google Shape;546;p86"/>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
        <p:nvSpPr>
          <p:cNvPr id="547" name="Google Shape;547;p86"/>
          <p:cNvSpPr txBox="1"/>
          <p:nvPr/>
        </p:nvSpPr>
        <p:spPr>
          <a:xfrm>
            <a:off x="-1895788" y="1445559"/>
            <a:ext cx="0" cy="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200" u="sng" cap="none" strike="noStrike">
              <a:solidFill>
                <a:srgbClr val="000000"/>
              </a:solidFill>
              <a:latin typeface="Arial"/>
              <a:ea typeface="Arial"/>
              <a:cs typeface="Arial"/>
              <a:sym typeface="Arial"/>
            </a:endParaRPr>
          </a:p>
        </p:txBody>
      </p:sp>
      <p:sp>
        <p:nvSpPr>
          <p:cNvPr id="548" name="Google Shape;548;p8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549" name="Shape 549"/>
        <p:cNvGrpSpPr/>
        <p:nvPr/>
      </p:nvGrpSpPr>
      <p:grpSpPr>
        <a:xfrm>
          <a:off x="0" y="0"/>
          <a:ext cx="0" cy="0"/>
          <a:chOff x="0" y="0"/>
          <a:chExt cx="0" cy="0"/>
        </a:xfrm>
      </p:grpSpPr>
      <p:sp>
        <p:nvSpPr>
          <p:cNvPr id="550" name="Google Shape;550;p87"/>
          <p:cNvSpPr txBox="1"/>
          <p:nvPr>
            <p:ph type="title"/>
          </p:nvPr>
        </p:nvSpPr>
        <p:spPr>
          <a:xfrm>
            <a:off x="628568" y="273844"/>
            <a:ext cx="7887000" cy="9942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3600"/>
              <a:buNone/>
              <a:defRPr>
                <a:latin typeface="Arial"/>
                <a:ea typeface="Arial"/>
                <a:cs typeface="Arial"/>
                <a:sym typeface="Aria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1" name="Google Shape;551;p87"/>
          <p:cNvSpPr txBox="1"/>
          <p:nvPr>
            <p:ph idx="12" type="sldNum"/>
          </p:nvPr>
        </p:nvSpPr>
        <p:spPr>
          <a:xfrm>
            <a:off x="6457705" y="4767263"/>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52" name="Google Shape;552;p87"/>
          <p:cNvSpPr txBox="1"/>
          <p:nvPr/>
        </p:nvSpPr>
        <p:spPr>
          <a:xfrm>
            <a:off x="349404" y="713232"/>
            <a:ext cx="8537400" cy="3833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3000"/>
              <a:buFont typeface="Arial"/>
              <a:buNone/>
            </a:pPr>
            <a:r>
              <a:t/>
            </a:r>
            <a:endParaRPr b="0" i="0" sz="1200" u="sng" cap="none" strike="noStrike">
              <a:solidFill>
                <a:srgbClr val="000000"/>
              </a:solidFill>
              <a:latin typeface="Arial"/>
              <a:ea typeface="Arial"/>
              <a:cs typeface="Arial"/>
              <a:sym typeface="Aria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ction_02 (green)_layout 02">
  <p:cSld name="2_Section_02 (green)_layout 02">
    <p:spTree>
      <p:nvGrpSpPr>
        <p:cNvPr id="553" name="Shape 553"/>
        <p:cNvGrpSpPr/>
        <p:nvPr/>
      </p:nvGrpSpPr>
      <p:grpSpPr>
        <a:xfrm>
          <a:off x="0" y="0"/>
          <a:ext cx="0" cy="0"/>
          <a:chOff x="0" y="0"/>
          <a:chExt cx="0" cy="0"/>
        </a:xfrm>
      </p:grpSpPr>
      <p:sp>
        <p:nvSpPr>
          <p:cNvPr id="554" name="Google Shape;554;p8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55" name="Google Shape;555;p8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56" name="Google Shape;556;p8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57" name="Google Shape;557;p8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58" name="Google Shape;558;p88"/>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59" name="Google Shape;559;p8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60" name="Google Shape;560;p88"/>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o"/>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61" name="Google Shape;561;p8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ction 03 (orange)_layout 02">
  <p:cSld name="3_Section 03 (orange)_layout 02">
    <p:spTree>
      <p:nvGrpSpPr>
        <p:cNvPr id="562" name="Shape 562"/>
        <p:cNvGrpSpPr/>
        <p:nvPr/>
      </p:nvGrpSpPr>
      <p:grpSpPr>
        <a:xfrm>
          <a:off x="0" y="0"/>
          <a:ext cx="0" cy="0"/>
          <a:chOff x="0" y="0"/>
          <a:chExt cx="0" cy="0"/>
        </a:xfrm>
      </p:grpSpPr>
      <p:sp>
        <p:nvSpPr>
          <p:cNvPr id="563" name="Google Shape;563;p89"/>
          <p:cNvSpPr/>
          <p:nvPr/>
        </p:nvSpPr>
        <p:spPr>
          <a:xfrm>
            <a:off x="0" y="326174"/>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64" name="Google Shape;564;p89"/>
          <p:cNvSpPr/>
          <p:nvPr/>
        </p:nvSpPr>
        <p:spPr>
          <a:xfrm>
            <a:off x="0" y="-336"/>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65" name="Google Shape;565;p8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66" name="Google Shape;566;p8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24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1400"/>
              <a:buNone/>
              <a:defRPr sz="1400"/>
            </a:lvl2pPr>
            <a:lvl3pPr lvl="2" algn="l">
              <a:lnSpc>
                <a:spcPct val="100000"/>
              </a:lnSpc>
              <a:spcBef>
                <a:spcPts val="0"/>
              </a:spcBef>
              <a:spcAft>
                <a:spcPts val="0"/>
              </a:spcAft>
              <a:buSzPts val="1400"/>
              <a:buNone/>
              <a:defRPr sz="1400"/>
            </a:lvl3pPr>
            <a:lvl4pPr lvl="3" algn="l">
              <a:lnSpc>
                <a:spcPct val="100000"/>
              </a:lnSpc>
              <a:spcBef>
                <a:spcPts val="0"/>
              </a:spcBef>
              <a:spcAft>
                <a:spcPts val="0"/>
              </a:spcAft>
              <a:buSzPts val="1400"/>
              <a:buNone/>
              <a:defRPr sz="1400"/>
            </a:lvl4pPr>
            <a:lvl5pPr lvl="4" algn="l">
              <a:lnSpc>
                <a:spcPct val="100000"/>
              </a:lnSpc>
              <a:spcBef>
                <a:spcPts val="0"/>
              </a:spcBef>
              <a:spcAft>
                <a:spcPts val="0"/>
              </a:spcAft>
              <a:buSzPts val="1400"/>
              <a:buNone/>
              <a:defRPr sz="1400"/>
            </a:lvl5pPr>
            <a:lvl6pPr lvl="5" algn="l">
              <a:lnSpc>
                <a:spcPct val="100000"/>
              </a:lnSpc>
              <a:spcBef>
                <a:spcPts val="0"/>
              </a:spcBef>
              <a:spcAft>
                <a:spcPts val="0"/>
              </a:spcAft>
              <a:buSzPts val="1400"/>
              <a:buNone/>
              <a:defRPr sz="1400"/>
            </a:lvl6pPr>
            <a:lvl7pPr lvl="6" algn="l">
              <a:lnSpc>
                <a:spcPct val="100000"/>
              </a:lnSpc>
              <a:spcBef>
                <a:spcPts val="0"/>
              </a:spcBef>
              <a:spcAft>
                <a:spcPts val="0"/>
              </a:spcAft>
              <a:buSzPts val="1400"/>
              <a:buNone/>
              <a:defRPr sz="1400"/>
            </a:lvl7pPr>
            <a:lvl8pPr lvl="7" algn="l">
              <a:lnSpc>
                <a:spcPct val="100000"/>
              </a:lnSpc>
              <a:spcBef>
                <a:spcPts val="0"/>
              </a:spcBef>
              <a:spcAft>
                <a:spcPts val="0"/>
              </a:spcAft>
              <a:buSzPts val="1400"/>
              <a:buNone/>
              <a:defRPr sz="1400"/>
            </a:lvl8pPr>
            <a:lvl9pPr lvl="8" algn="l">
              <a:lnSpc>
                <a:spcPct val="100000"/>
              </a:lnSpc>
              <a:spcBef>
                <a:spcPts val="0"/>
              </a:spcBef>
              <a:spcAft>
                <a:spcPts val="0"/>
              </a:spcAft>
              <a:buSzPts val="1400"/>
              <a:buNone/>
              <a:defRPr sz="1400"/>
            </a:lvl9pPr>
          </a:lstStyle>
          <a:p/>
        </p:txBody>
      </p:sp>
      <p:sp>
        <p:nvSpPr>
          <p:cNvPr id="567" name="Google Shape;567;p89"/>
          <p:cNvSpPr/>
          <p:nvPr/>
        </p:nvSpPr>
        <p:spPr>
          <a:xfrm>
            <a:off x="8660527" y="4704908"/>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68" name="Google Shape;568;p89"/>
          <p:cNvSpPr txBox="1"/>
          <p:nvPr/>
        </p:nvSpPr>
        <p:spPr>
          <a:xfrm>
            <a:off x="8729097" y="4704908"/>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1" i="0" lang="en" sz="800" u="none" cap="none" strike="noStrike">
                <a:solidFill>
                  <a:srgbClr val="201F4B"/>
                </a:solidFill>
                <a:latin typeface="Arial"/>
                <a:ea typeface="Arial"/>
                <a:cs typeface="Arial"/>
                <a:sym typeface="Arial"/>
              </a:rPr>
              <a:t>‹#›</a:t>
            </a:fld>
            <a:endParaRPr b="1" i="0" sz="800" u="none" cap="none" strike="noStrike">
              <a:solidFill>
                <a:srgbClr val="201F4B"/>
              </a:solidFill>
              <a:latin typeface="Arial"/>
              <a:ea typeface="Arial"/>
              <a:cs typeface="Arial"/>
              <a:sym typeface="Arial"/>
            </a:endParaRPr>
          </a:p>
        </p:txBody>
      </p:sp>
      <p:sp>
        <p:nvSpPr>
          <p:cNvPr id="569" name="Google Shape;569;p89"/>
          <p:cNvSpPr txBox="1"/>
          <p:nvPr>
            <p:ph idx="1" type="body"/>
          </p:nvPr>
        </p:nvSpPr>
        <p:spPr>
          <a:xfrm>
            <a:off x="353196" y="1194157"/>
            <a:ext cx="8406900" cy="33777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00"/>
              </a:spcBef>
              <a:spcAft>
                <a:spcPts val="0"/>
              </a:spcAft>
              <a:buClr>
                <a:srgbClr val="262261"/>
              </a:buClr>
              <a:buSzPts val="3200"/>
              <a:buFont typeface="Arial"/>
              <a:buNone/>
              <a:defRPr sz="1200"/>
            </a:lvl1pPr>
            <a:lvl2pPr indent="-431800" lvl="1" marL="914400" algn="l">
              <a:lnSpc>
                <a:spcPct val="90000"/>
              </a:lnSpc>
              <a:spcBef>
                <a:spcPts val="200"/>
              </a:spcBef>
              <a:spcAft>
                <a:spcPts val="0"/>
              </a:spcAft>
              <a:buClr>
                <a:srgbClr val="262261"/>
              </a:buClr>
              <a:buSzPts val="3200"/>
              <a:buChar char="•"/>
              <a:defRPr sz="1200"/>
            </a:lvl2pPr>
            <a:lvl3pPr indent="-431800" lvl="2" marL="1371600" algn="l">
              <a:lnSpc>
                <a:spcPct val="90000"/>
              </a:lnSpc>
              <a:spcBef>
                <a:spcPts val="200"/>
              </a:spcBef>
              <a:spcAft>
                <a:spcPts val="0"/>
              </a:spcAft>
              <a:buClr>
                <a:srgbClr val="262261"/>
              </a:buClr>
              <a:buSzPts val="3200"/>
              <a:buChar char="•"/>
              <a:defRPr sz="1200"/>
            </a:lvl3pPr>
            <a:lvl4pPr indent="-431800" lvl="3" marL="1828800" algn="l">
              <a:lnSpc>
                <a:spcPct val="90000"/>
              </a:lnSpc>
              <a:spcBef>
                <a:spcPts val="200"/>
              </a:spcBef>
              <a:spcAft>
                <a:spcPts val="0"/>
              </a:spcAft>
              <a:buClr>
                <a:srgbClr val="262261"/>
              </a:buClr>
              <a:buSzPts val="3200"/>
              <a:buChar char="•"/>
              <a:defRPr sz="1200"/>
            </a:lvl4pPr>
            <a:lvl5pPr indent="-431800" lvl="4" marL="2286000" algn="l">
              <a:lnSpc>
                <a:spcPct val="90000"/>
              </a:lnSpc>
              <a:spcBef>
                <a:spcPts val="200"/>
              </a:spcBef>
              <a:spcAft>
                <a:spcPts val="0"/>
              </a:spcAft>
              <a:buClr>
                <a:srgbClr val="262261"/>
              </a:buClr>
              <a:buSzPts val="3200"/>
              <a:buChar char="•"/>
              <a:defRPr sz="1200"/>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70" name="Google Shape;570;p8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p:cSld name="End Slide">
    <p:spTree>
      <p:nvGrpSpPr>
        <p:cNvPr id="571" name="Shape 571"/>
        <p:cNvGrpSpPr/>
        <p:nvPr/>
      </p:nvGrpSpPr>
      <p:grpSpPr>
        <a:xfrm>
          <a:off x="0" y="0"/>
          <a:ext cx="0" cy="0"/>
          <a:chOff x="0" y="0"/>
          <a:chExt cx="0" cy="0"/>
        </a:xfrm>
      </p:grpSpPr>
      <p:sp>
        <p:nvSpPr>
          <p:cNvPr id="572" name="Google Shape;572;p90"/>
          <p:cNvSpPr txBox="1"/>
          <p:nvPr>
            <p:ph idx="1" type="subTitle"/>
          </p:nvPr>
        </p:nvSpPr>
        <p:spPr>
          <a:xfrm>
            <a:off x="820163" y="820215"/>
            <a:ext cx="7361400" cy="6936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rgbClr val="26226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
        <p:nvSpPr>
          <p:cNvPr id="573" name="Google Shape;573;p9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_divder page">
  <p:cSld name="Section 07 (light green)_divder page">
    <p:bg>
      <p:bgPr>
        <a:solidFill>
          <a:srgbClr val="7AC79B"/>
        </a:solidFill>
      </p:bgPr>
    </p:bg>
    <p:spTree>
      <p:nvGrpSpPr>
        <p:cNvPr id="574" name="Shape 574"/>
        <p:cNvGrpSpPr/>
        <p:nvPr/>
      </p:nvGrpSpPr>
      <p:grpSpPr>
        <a:xfrm>
          <a:off x="0" y="0"/>
          <a:ext cx="0" cy="0"/>
          <a:chOff x="0" y="0"/>
          <a:chExt cx="0" cy="0"/>
        </a:xfrm>
      </p:grpSpPr>
      <p:sp>
        <p:nvSpPr>
          <p:cNvPr id="575" name="Google Shape;575;p91"/>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576" name="Google Shape;576;p91"/>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
        <p:nvSpPr>
          <p:cNvPr id="577" name="Google Shape;577;p9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1">
  <p:cSld name="Section 07 (light green) layout 01">
    <p:spTree>
      <p:nvGrpSpPr>
        <p:cNvPr id="578" name="Shape 578"/>
        <p:cNvGrpSpPr/>
        <p:nvPr/>
      </p:nvGrpSpPr>
      <p:grpSpPr>
        <a:xfrm>
          <a:off x="0" y="0"/>
          <a:ext cx="0" cy="0"/>
          <a:chOff x="0" y="0"/>
          <a:chExt cx="0" cy="0"/>
        </a:xfrm>
      </p:grpSpPr>
      <p:sp>
        <p:nvSpPr>
          <p:cNvPr id="579" name="Google Shape;579;p9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80" name="Google Shape;580;p9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81" name="Google Shape;581;p9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82" name="Google Shape;582;p9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83" name="Google Shape;583;p92"/>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84" name="Google Shape;584;p9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85" name="Google Shape;585;p92"/>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86" name="Google Shape;586;p92"/>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87" name="Google Shape;587;p92"/>
          <p:cNvSpPr txBox="1"/>
          <p:nvPr>
            <p:ph idx="1" type="body"/>
          </p:nvPr>
        </p:nvSpPr>
        <p:spPr>
          <a:xfrm>
            <a:off x="353196"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88" name="Google Shape;588;p92"/>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89" name="Google Shape;589;p9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2">
  <p:cSld name="Section 07 (light green) layout 02">
    <p:spTree>
      <p:nvGrpSpPr>
        <p:cNvPr id="590" name="Shape 590"/>
        <p:cNvGrpSpPr/>
        <p:nvPr/>
      </p:nvGrpSpPr>
      <p:grpSpPr>
        <a:xfrm>
          <a:off x="0" y="0"/>
          <a:ext cx="0" cy="0"/>
          <a:chOff x="0" y="0"/>
          <a:chExt cx="0" cy="0"/>
        </a:xfrm>
      </p:grpSpPr>
      <p:sp>
        <p:nvSpPr>
          <p:cNvPr id="591" name="Google Shape;591;p9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92" name="Google Shape;592;p9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593" name="Google Shape;593;p9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594" name="Google Shape;594;p9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595" name="Google Shape;595;p93"/>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596" name="Google Shape;596;p9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597" name="Google Shape;597;p93"/>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598" name="Google Shape;598;p9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3">
  <p:cSld name="Section 07 (light green) layout 03">
    <p:spTree>
      <p:nvGrpSpPr>
        <p:cNvPr id="599" name="Shape 599"/>
        <p:cNvGrpSpPr/>
        <p:nvPr/>
      </p:nvGrpSpPr>
      <p:grpSpPr>
        <a:xfrm>
          <a:off x="0" y="0"/>
          <a:ext cx="0" cy="0"/>
          <a:chOff x="0" y="0"/>
          <a:chExt cx="0" cy="0"/>
        </a:xfrm>
      </p:grpSpPr>
      <p:sp>
        <p:nvSpPr>
          <p:cNvPr id="600" name="Google Shape;600;p9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01" name="Google Shape;601;p9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02" name="Google Shape;602;p9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03" name="Google Shape;603;p9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04" name="Google Shape;604;p94"/>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05" name="Google Shape;605;p9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06" name="Google Shape;606;p94"/>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07" name="Google Shape;607;p94"/>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08" name="Google Shape;608;p94"/>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09" name="Google Shape;609;p9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4">
  <p:cSld name="Section 07 (light green) layout 04">
    <p:spTree>
      <p:nvGrpSpPr>
        <p:cNvPr id="610" name="Shape 610"/>
        <p:cNvGrpSpPr/>
        <p:nvPr/>
      </p:nvGrpSpPr>
      <p:grpSpPr>
        <a:xfrm>
          <a:off x="0" y="0"/>
          <a:ext cx="0" cy="0"/>
          <a:chOff x="0" y="0"/>
          <a:chExt cx="0" cy="0"/>
        </a:xfrm>
      </p:grpSpPr>
      <p:sp>
        <p:nvSpPr>
          <p:cNvPr id="611" name="Google Shape;611;p9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12" name="Google Shape;612;p9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13" name="Google Shape;613;p9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14" name="Google Shape;614;p9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15" name="Google Shape;615;p95"/>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16" name="Google Shape;616;p9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17" name="Google Shape;617;p95"/>
          <p:cNvSpPr txBox="1"/>
          <p:nvPr>
            <p:ph idx="1" type="body"/>
          </p:nvPr>
        </p:nvSpPr>
        <p:spPr>
          <a:xfrm>
            <a:off x="605392" y="1323527"/>
            <a:ext cx="3969600" cy="452700"/>
          </a:xfrm>
          <a:prstGeom prst="rect">
            <a:avLst/>
          </a:prstGeom>
          <a:noFill/>
          <a:ln>
            <a:noFill/>
          </a:ln>
        </p:spPr>
        <p:txBody>
          <a:bodyPr anchorCtr="0" anchor="t" bIns="17125" lIns="34275" spcFirstLastPara="1" rIns="34275" wrap="square" tIns="17125">
            <a:normAutofit/>
          </a:bodyPr>
          <a:lstStyle>
            <a:lvl1pPr indent="-228600" lvl="0" marL="457200" algn="ctr">
              <a:lnSpc>
                <a:spcPct val="90000"/>
              </a:lnSpc>
              <a:spcBef>
                <a:spcPts val="400"/>
              </a:spcBef>
              <a:spcAft>
                <a:spcPts val="0"/>
              </a:spcAft>
              <a:buClr>
                <a:srgbClr val="000000"/>
              </a:buClr>
              <a:buSzPts val="1300"/>
              <a:buNone/>
              <a:defRPr b="1" sz="13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18" name="Google Shape;618;p95"/>
          <p:cNvSpPr txBox="1"/>
          <p:nvPr>
            <p:ph idx="2" type="body"/>
          </p:nvPr>
        </p:nvSpPr>
        <p:spPr>
          <a:xfrm>
            <a:off x="4790746" y="1323527"/>
            <a:ext cx="1311900" cy="1515300"/>
          </a:xfrm>
          <a:prstGeom prst="rect">
            <a:avLst/>
          </a:prstGeom>
          <a:noFill/>
          <a:ln>
            <a:noFill/>
          </a:ln>
        </p:spPr>
        <p:txBody>
          <a:bodyPr anchorCtr="0" anchor="ctr"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19" name="Google Shape;619;p95"/>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20" name="Google Shape;620;p95"/>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21" name="Google Shape;621;p95"/>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22" name="Google Shape;622;p95"/>
          <p:cNvSpPr txBox="1"/>
          <p:nvPr>
            <p:ph idx="3" type="body"/>
          </p:nvPr>
        </p:nvSpPr>
        <p:spPr>
          <a:xfrm>
            <a:off x="4790451" y="2990255"/>
            <a:ext cx="1312500" cy="1515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23" name="Google Shape;623;p9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05">
  <p:cSld name="Section 07 (light green) layout 05">
    <p:spTree>
      <p:nvGrpSpPr>
        <p:cNvPr id="624" name="Shape 624"/>
        <p:cNvGrpSpPr/>
        <p:nvPr/>
      </p:nvGrpSpPr>
      <p:grpSpPr>
        <a:xfrm>
          <a:off x="0" y="0"/>
          <a:ext cx="0" cy="0"/>
          <a:chOff x="0" y="0"/>
          <a:chExt cx="0" cy="0"/>
        </a:xfrm>
      </p:grpSpPr>
      <p:sp>
        <p:nvSpPr>
          <p:cNvPr id="625" name="Google Shape;625;p9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26" name="Google Shape;626;p9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27" name="Google Shape;627;p9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28" name="Google Shape;628;p9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29" name="Google Shape;629;p96"/>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30" name="Google Shape;630;p9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31" name="Google Shape;631;p96"/>
          <p:cNvSpPr txBox="1"/>
          <p:nvPr>
            <p:ph idx="1" type="body"/>
          </p:nvPr>
        </p:nvSpPr>
        <p:spPr>
          <a:xfrm>
            <a:off x="353196" y="1194157"/>
            <a:ext cx="34767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32" name="Google Shape;632;p96"/>
          <p:cNvSpPr txBox="1"/>
          <p:nvPr>
            <p:ph idx="2" type="body"/>
          </p:nvPr>
        </p:nvSpPr>
        <p:spPr>
          <a:xfrm>
            <a:off x="4206250" y="1194157"/>
            <a:ext cx="45900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33" name="Google Shape;633;p96"/>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34" name="Google Shape;634;p96"/>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35" name="Google Shape;635;p9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06">
  <p:cSld name="Section 07 (light green) 06">
    <p:spTree>
      <p:nvGrpSpPr>
        <p:cNvPr id="636" name="Shape 636"/>
        <p:cNvGrpSpPr/>
        <p:nvPr/>
      </p:nvGrpSpPr>
      <p:grpSpPr>
        <a:xfrm>
          <a:off x="0" y="0"/>
          <a:ext cx="0" cy="0"/>
          <a:chOff x="0" y="0"/>
          <a:chExt cx="0" cy="0"/>
        </a:xfrm>
      </p:grpSpPr>
      <p:sp>
        <p:nvSpPr>
          <p:cNvPr id="637" name="Google Shape;637;p9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38" name="Google Shape;638;p9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39" name="Google Shape;639;p9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40" name="Google Shape;640;p9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41" name="Google Shape;641;p97"/>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42" name="Google Shape;642;p9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43" name="Google Shape;643;p97"/>
          <p:cNvSpPr txBox="1"/>
          <p:nvPr>
            <p:ph idx="1" type="body"/>
          </p:nvPr>
        </p:nvSpPr>
        <p:spPr>
          <a:xfrm>
            <a:off x="1212863" y="1194157"/>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44" name="Google Shape;644;p97"/>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45" name="Google Shape;645;p9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7 (light green) layout blank">
  <p:cSld name="Section 07 (light green) layout blank">
    <p:spTree>
      <p:nvGrpSpPr>
        <p:cNvPr id="646" name="Shape 646"/>
        <p:cNvGrpSpPr/>
        <p:nvPr/>
      </p:nvGrpSpPr>
      <p:grpSpPr>
        <a:xfrm>
          <a:off x="0" y="0"/>
          <a:ext cx="0" cy="0"/>
          <a:chOff x="0" y="0"/>
          <a:chExt cx="0" cy="0"/>
        </a:xfrm>
      </p:grpSpPr>
      <p:sp>
        <p:nvSpPr>
          <p:cNvPr id="647" name="Google Shape;647;p98"/>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330200" lvl="0" marL="457200" marR="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23850" lvl="1" marL="914400" marR="0" algn="l">
              <a:lnSpc>
                <a:spcPct val="90000"/>
              </a:lnSpc>
              <a:spcBef>
                <a:spcPts val="200"/>
              </a:spcBef>
              <a:spcAft>
                <a:spcPts val="0"/>
              </a:spcAft>
              <a:buClr>
                <a:schemeClr val="dk1"/>
              </a:buClr>
              <a:buSzPts val="1500"/>
              <a:buFont typeface="Noto Sans"/>
              <a:buChar char="▪"/>
              <a:defRPr b="0" i="0" sz="1500" u="none" cap="none" strike="noStrike">
                <a:solidFill>
                  <a:schemeClr val="dk1"/>
                </a:solidFill>
                <a:latin typeface="Arial"/>
                <a:ea typeface="Arial"/>
                <a:cs typeface="Arial"/>
                <a:sym typeface="Arial"/>
              </a:defRPr>
            </a:lvl2pPr>
            <a:lvl3pPr indent="-323850" lvl="2" marL="1371600" marR="0" algn="l">
              <a:lnSpc>
                <a:spcPct val="90000"/>
              </a:lnSpc>
              <a:spcBef>
                <a:spcPts val="200"/>
              </a:spcBef>
              <a:spcAft>
                <a:spcPts val="0"/>
              </a:spcAft>
              <a:buClr>
                <a:schemeClr val="dk1"/>
              </a:buClr>
              <a:buSzPts val="1500"/>
              <a:buFont typeface="Courier New"/>
              <a:buChar char="o"/>
              <a:defRPr b="0" i="0" sz="1500" u="none" cap="none" strike="noStrike">
                <a:solidFill>
                  <a:schemeClr val="dk1"/>
                </a:solidFill>
                <a:latin typeface="Arial"/>
                <a:ea typeface="Arial"/>
                <a:cs typeface="Arial"/>
                <a:sym typeface="Arial"/>
              </a:defRPr>
            </a:lvl3pPr>
            <a:lvl4pPr indent="-323850" lvl="3" marL="1828800" marR="0" algn="l">
              <a:lnSpc>
                <a:spcPct val="90000"/>
              </a:lnSpc>
              <a:spcBef>
                <a:spcPts val="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algn="l">
              <a:lnSpc>
                <a:spcPct val="90000"/>
              </a:lnSpc>
              <a:spcBef>
                <a:spcPts val="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648" name="Google Shape;648;p9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49" name="Google Shape;649;p98"/>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50" name="Google Shape;650;p98"/>
          <p:cNvSpPr txBox="1"/>
          <p:nvPr/>
        </p:nvSpPr>
        <p:spPr>
          <a:xfrm>
            <a:off x="7149789" y="4704907"/>
            <a:ext cx="17964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51" name="Google Shape;651;p9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rgbClr val="262261"/>
        </a:solidFill>
      </p:bgPr>
    </p:bg>
    <p:spTree>
      <p:nvGrpSpPr>
        <p:cNvPr id="652" name="Shape 652"/>
        <p:cNvGrpSpPr/>
        <p:nvPr/>
      </p:nvGrpSpPr>
      <p:grpSpPr>
        <a:xfrm>
          <a:off x="0" y="0"/>
          <a:ext cx="0" cy="0"/>
          <a:chOff x="0" y="0"/>
          <a:chExt cx="0" cy="0"/>
        </a:xfrm>
      </p:grpSpPr>
      <p:sp>
        <p:nvSpPr>
          <p:cNvPr id="653" name="Google Shape;653;p99"/>
          <p:cNvSpPr txBox="1"/>
          <p:nvPr>
            <p:ph idx="1" type="body"/>
          </p:nvPr>
        </p:nvSpPr>
        <p:spPr>
          <a:xfrm>
            <a:off x="6339470" y="3692171"/>
            <a:ext cx="2571600" cy="685800"/>
          </a:xfrm>
          <a:prstGeom prst="rect">
            <a:avLst/>
          </a:prstGeom>
          <a:noFill/>
          <a:ln>
            <a:noFill/>
          </a:ln>
        </p:spPr>
        <p:txBody>
          <a:bodyPr anchorCtr="0" anchor="b"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200">
                <a:solidFill>
                  <a:schemeClr val="lt1"/>
                </a:solidFill>
              </a:defRPr>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7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sp>
        <p:nvSpPr>
          <p:cNvPr id="654" name="Google Shape;654;p99"/>
          <p:cNvSpPr txBox="1"/>
          <p:nvPr>
            <p:ph idx="2" type="subTitle"/>
          </p:nvPr>
        </p:nvSpPr>
        <p:spPr>
          <a:xfrm>
            <a:off x="585579" y="0"/>
            <a:ext cx="6488100" cy="16893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pic>
        <p:nvPicPr>
          <p:cNvPr descr="A group of people posing for a photo&#10;&#10;Description automatically generated" id="655" name="Google Shape;655;p99"/>
          <p:cNvPicPr preferRelativeResize="0"/>
          <p:nvPr/>
        </p:nvPicPr>
        <p:blipFill rotWithShape="1">
          <a:blip r:embed="rId2">
            <a:alphaModFix/>
          </a:blip>
          <a:srcRect b="0" l="0" r="0" t="0"/>
          <a:stretch/>
        </p:blipFill>
        <p:spPr>
          <a:xfrm>
            <a:off x="0" y="1622502"/>
            <a:ext cx="6342609" cy="3520539"/>
          </a:xfrm>
          <a:prstGeom prst="rect">
            <a:avLst/>
          </a:prstGeom>
          <a:noFill/>
          <a:ln>
            <a:noFill/>
          </a:ln>
        </p:spPr>
      </p:pic>
      <p:pic>
        <p:nvPicPr>
          <p:cNvPr id="656" name="Google Shape;656;p99"/>
          <p:cNvPicPr preferRelativeResize="0"/>
          <p:nvPr/>
        </p:nvPicPr>
        <p:blipFill rotWithShape="1">
          <a:blip r:embed="rId3">
            <a:alphaModFix/>
          </a:blip>
          <a:srcRect b="0" l="0" r="0" t="0"/>
          <a:stretch/>
        </p:blipFill>
        <p:spPr>
          <a:xfrm>
            <a:off x="6214205" y="4451399"/>
            <a:ext cx="2287623" cy="444359"/>
          </a:xfrm>
          <a:prstGeom prst="rect">
            <a:avLst/>
          </a:prstGeom>
          <a:noFill/>
          <a:ln>
            <a:noFill/>
          </a:ln>
        </p:spPr>
      </p:pic>
      <p:pic>
        <p:nvPicPr>
          <p:cNvPr id="657" name="Google Shape;657;p99"/>
          <p:cNvPicPr preferRelativeResize="0"/>
          <p:nvPr/>
        </p:nvPicPr>
        <p:blipFill rotWithShape="1">
          <a:blip r:embed="rId4">
            <a:alphaModFix/>
          </a:blip>
          <a:srcRect b="0" l="0" r="0" t="0"/>
          <a:stretch/>
        </p:blipFill>
        <p:spPr>
          <a:xfrm>
            <a:off x="7472367" y="0"/>
            <a:ext cx="1290462" cy="1259241"/>
          </a:xfrm>
          <a:prstGeom prst="rect">
            <a:avLst/>
          </a:prstGeom>
          <a:noFill/>
          <a:ln>
            <a:noFill/>
          </a:ln>
        </p:spPr>
      </p:pic>
      <p:sp>
        <p:nvSpPr>
          <p:cNvPr id="658" name="Google Shape;658;p9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1">
  <p:cSld name="Section 01 (yellow) layout 01">
    <p:spTree>
      <p:nvGrpSpPr>
        <p:cNvPr id="659" name="Shape 659"/>
        <p:cNvGrpSpPr/>
        <p:nvPr/>
      </p:nvGrpSpPr>
      <p:grpSpPr>
        <a:xfrm>
          <a:off x="0" y="0"/>
          <a:ext cx="0" cy="0"/>
          <a:chOff x="0" y="0"/>
          <a:chExt cx="0" cy="0"/>
        </a:xfrm>
      </p:grpSpPr>
      <p:sp>
        <p:nvSpPr>
          <p:cNvPr id="660" name="Google Shape;660;p10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61" name="Google Shape;661;p10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62" name="Google Shape;662;p10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63" name="Google Shape;663;p10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64" name="Google Shape;664;p100"/>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65" name="Google Shape;665;p10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66" name="Google Shape;666;p100"/>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67" name="Google Shape;667;p100"/>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68" name="Google Shape;668;p100"/>
          <p:cNvSpPr txBox="1"/>
          <p:nvPr>
            <p:ph idx="1" type="body"/>
          </p:nvPr>
        </p:nvSpPr>
        <p:spPr>
          <a:xfrm>
            <a:off x="353196"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69" name="Google Shape;669;p100"/>
          <p:cNvSpPr txBox="1"/>
          <p:nvPr>
            <p:ph idx="2" type="body"/>
          </p:nvPr>
        </p:nvSpPr>
        <p:spPr>
          <a:xfrm>
            <a:off x="4790745"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70" name="Google Shape;670;p10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2 1">
  <p:cSld name="Section 01 (yellow) layout 02_1">
    <p:spTree>
      <p:nvGrpSpPr>
        <p:cNvPr id="671" name="Shape 671"/>
        <p:cNvGrpSpPr/>
        <p:nvPr/>
      </p:nvGrpSpPr>
      <p:grpSpPr>
        <a:xfrm>
          <a:off x="0" y="0"/>
          <a:ext cx="0" cy="0"/>
          <a:chOff x="0" y="0"/>
          <a:chExt cx="0" cy="0"/>
        </a:xfrm>
      </p:grpSpPr>
      <p:sp>
        <p:nvSpPr>
          <p:cNvPr id="672" name="Google Shape;672;p10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73" name="Google Shape;673;p10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74" name="Google Shape;674;p10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75" name="Google Shape;675;p101"/>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76" name="Google Shape;676;p10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77" name="Google Shape;677;p101"/>
          <p:cNvSpPr txBox="1"/>
          <p:nvPr>
            <p:ph idx="1" type="body"/>
          </p:nvPr>
        </p:nvSpPr>
        <p:spPr>
          <a:xfrm>
            <a:off x="353196" y="1194157"/>
            <a:ext cx="8410500" cy="3319500"/>
          </a:xfrm>
          <a:prstGeom prst="rect">
            <a:avLst/>
          </a:prstGeom>
          <a:noFill/>
          <a:ln>
            <a:noFill/>
          </a:ln>
        </p:spPr>
        <p:txBody>
          <a:bodyPr anchorCtr="0" anchor="t" bIns="0" lIns="0" spcFirstLastPara="1" rIns="0" wrap="square" tIns="0">
            <a:noAutofit/>
          </a:bodyPr>
          <a:lstStyle>
            <a:lvl1pPr indent="-273050" lvl="0" marL="457200" algn="l">
              <a:lnSpc>
                <a:spcPct val="90000"/>
              </a:lnSpc>
              <a:spcBef>
                <a:spcPts val="400"/>
              </a:spcBef>
              <a:spcAft>
                <a:spcPts val="0"/>
              </a:spcAft>
              <a:buClr>
                <a:srgbClr val="000000"/>
              </a:buClr>
              <a:buSzPts val="700"/>
              <a:buChar char="•"/>
              <a:defRPr/>
            </a:lvl1pPr>
            <a:lvl2pPr indent="-273050" lvl="1" marL="914400" algn="l">
              <a:lnSpc>
                <a:spcPct val="90000"/>
              </a:lnSpc>
              <a:spcBef>
                <a:spcPts val="200"/>
              </a:spcBef>
              <a:spcAft>
                <a:spcPts val="0"/>
              </a:spcAft>
              <a:buClr>
                <a:srgbClr val="000000"/>
              </a:buClr>
              <a:buSzPts val="700"/>
              <a:buChar char="▪"/>
              <a:defRPr/>
            </a:lvl2pPr>
            <a:lvl3pPr indent="-273050" lvl="2" marL="1371600" algn="l">
              <a:lnSpc>
                <a:spcPct val="90000"/>
              </a:lnSpc>
              <a:spcBef>
                <a:spcPts val="200"/>
              </a:spcBef>
              <a:spcAft>
                <a:spcPts val="0"/>
              </a:spcAft>
              <a:buClr>
                <a:srgbClr val="000000"/>
              </a:buClr>
              <a:buSzPts val="700"/>
              <a:buChar char="o"/>
              <a:defRPr/>
            </a:lvl3pPr>
            <a:lvl4pPr indent="-273050" lvl="3" marL="1828800" algn="l">
              <a:lnSpc>
                <a:spcPct val="90000"/>
              </a:lnSpc>
              <a:spcBef>
                <a:spcPts val="200"/>
              </a:spcBef>
              <a:spcAft>
                <a:spcPts val="0"/>
              </a:spcAft>
              <a:buClr>
                <a:srgbClr val="000000"/>
              </a:buClr>
              <a:buSzPts val="700"/>
              <a:buChar char="•"/>
              <a:defRPr/>
            </a:lvl4pPr>
            <a:lvl5pPr indent="-273050" lvl="4" marL="2286000" algn="l">
              <a:lnSpc>
                <a:spcPct val="90000"/>
              </a:lnSpc>
              <a:spcBef>
                <a:spcPts val="200"/>
              </a:spcBef>
              <a:spcAft>
                <a:spcPts val="0"/>
              </a:spcAft>
              <a:buClr>
                <a:srgbClr val="000000"/>
              </a:buClr>
              <a:buSzPts val="700"/>
              <a:buChar char="•"/>
              <a:defRPr/>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78" name="Google Shape;678;p10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3">
  <p:cSld name="Section 01 (yellow) layout 03">
    <p:spTree>
      <p:nvGrpSpPr>
        <p:cNvPr id="679" name="Shape 679"/>
        <p:cNvGrpSpPr/>
        <p:nvPr/>
      </p:nvGrpSpPr>
      <p:grpSpPr>
        <a:xfrm>
          <a:off x="0" y="0"/>
          <a:ext cx="0" cy="0"/>
          <a:chOff x="0" y="0"/>
          <a:chExt cx="0" cy="0"/>
        </a:xfrm>
      </p:grpSpPr>
      <p:sp>
        <p:nvSpPr>
          <p:cNvPr id="680" name="Google Shape;680;p10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81" name="Google Shape;681;p10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82" name="Google Shape;682;p10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83" name="Google Shape;683;p10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84" name="Google Shape;684;p102"/>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85" name="Google Shape;685;p10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86" name="Google Shape;686;p102"/>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87" name="Google Shape;687;p102"/>
          <p:cNvSpPr txBox="1"/>
          <p:nvPr>
            <p:ph idx="1" type="body"/>
          </p:nvPr>
        </p:nvSpPr>
        <p:spPr>
          <a:xfrm>
            <a:off x="353196" y="1763411"/>
            <a:ext cx="3969600" cy="27420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88" name="Google Shape;688;p102"/>
          <p:cNvSpPr txBox="1"/>
          <p:nvPr>
            <p:ph idx="2" type="body"/>
          </p:nvPr>
        </p:nvSpPr>
        <p:spPr>
          <a:xfrm>
            <a:off x="4790745"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89" name="Google Shape;689;p10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5">
  <p:cSld name="Section 01 (yellow) layout 05">
    <p:spTree>
      <p:nvGrpSpPr>
        <p:cNvPr id="690" name="Shape 690"/>
        <p:cNvGrpSpPr/>
        <p:nvPr/>
      </p:nvGrpSpPr>
      <p:grpSpPr>
        <a:xfrm>
          <a:off x="0" y="0"/>
          <a:ext cx="0" cy="0"/>
          <a:chOff x="0" y="0"/>
          <a:chExt cx="0" cy="0"/>
        </a:xfrm>
      </p:grpSpPr>
      <p:sp>
        <p:nvSpPr>
          <p:cNvPr id="691" name="Google Shape;691;p10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92" name="Google Shape;692;p10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693" name="Google Shape;693;p10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694" name="Google Shape;694;p10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695" name="Google Shape;695;p103"/>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696" name="Google Shape;696;p10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697" name="Google Shape;697;p103"/>
          <p:cNvSpPr txBox="1"/>
          <p:nvPr>
            <p:ph idx="1" type="body"/>
          </p:nvPr>
        </p:nvSpPr>
        <p:spPr>
          <a:xfrm>
            <a:off x="353196" y="1194157"/>
            <a:ext cx="34767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98" name="Google Shape;698;p103"/>
          <p:cNvSpPr txBox="1"/>
          <p:nvPr>
            <p:ph idx="2" type="body"/>
          </p:nvPr>
        </p:nvSpPr>
        <p:spPr>
          <a:xfrm>
            <a:off x="4206250" y="1194157"/>
            <a:ext cx="45900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699" name="Google Shape;699;p103"/>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00" name="Google Shape;700;p103"/>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01" name="Google Shape;701;p10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6 1">
  <p:cSld name="Section 01 (yellow) layout 06_1">
    <p:spTree>
      <p:nvGrpSpPr>
        <p:cNvPr id="702" name="Shape 702"/>
        <p:cNvGrpSpPr/>
        <p:nvPr/>
      </p:nvGrpSpPr>
      <p:grpSpPr>
        <a:xfrm>
          <a:off x="0" y="0"/>
          <a:ext cx="0" cy="0"/>
          <a:chOff x="0" y="0"/>
          <a:chExt cx="0" cy="0"/>
        </a:xfrm>
      </p:grpSpPr>
      <p:sp>
        <p:nvSpPr>
          <p:cNvPr id="703" name="Google Shape;703;p10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04" name="Google Shape;704;p10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05" name="Google Shape;705;p10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06" name="Google Shape;706;p10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07" name="Google Shape;707;p104"/>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08" name="Google Shape;708;p10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09" name="Google Shape;709;p104"/>
          <p:cNvSpPr txBox="1"/>
          <p:nvPr>
            <p:ph idx="1" type="body"/>
          </p:nvPr>
        </p:nvSpPr>
        <p:spPr>
          <a:xfrm>
            <a:off x="1212863" y="1194157"/>
            <a:ext cx="65172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10" name="Google Shape;710;p104"/>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11" name="Google Shape;711;p10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4">
  <p:cSld name="Section 01 (yellow) layout 04">
    <p:spTree>
      <p:nvGrpSpPr>
        <p:cNvPr id="712" name="Shape 712"/>
        <p:cNvGrpSpPr/>
        <p:nvPr/>
      </p:nvGrpSpPr>
      <p:grpSpPr>
        <a:xfrm>
          <a:off x="0" y="0"/>
          <a:ext cx="0" cy="0"/>
          <a:chOff x="0" y="0"/>
          <a:chExt cx="0" cy="0"/>
        </a:xfrm>
      </p:grpSpPr>
      <p:sp>
        <p:nvSpPr>
          <p:cNvPr id="713" name="Google Shape;713;p10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14" name="Google Shape;714;p10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15" name="Google Shape;715;p10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16" name="Google Shape;716;p10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17" name="Google Shape;717;p105"/>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18" name="Google Shape;718;p10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19" name="Google Shape;719;p105"/>
          <p:cNvSpPr txBox="1"/>
          <p:nvPr>
            <p:ph idx="1" type="body"/>
          </p:nvPr>
        </p:nvSpPr>
        <p:spPr>
          <a:xfrm>
            <a:off x="605392" y="1323527"/>
            <a:ext cx="3969600" cy="452700"/>
          </a:xfrm>
          <a:prstGeom prst="rect">
            <a:avLst/>
          </a:prstGeom>
          <a:noFill/>
          <a:ln>
            <a:noFill/>
          </a:ln>
        </p:spPr>
        <p:txBody>
          <a:bodyPr anchorCtr="0" anchor="t" bIns="0" lIns="0" spcFirstLastPara="1" rIns="0" wrap="square" tIns="0">
            <a:noAutofit/>
          </a:bodyPr>
          <a:lstStyle>
            <a:lvl1pPr indent="-228600" lvl="0" marL="457200" algn="ctr">
              <a:lnSpc>
                <a:spcPct val="90000"/>
              </a:lnSpc>
              <a:spcBef>
                <a:spcPts val="400"/>
              </a:spcBef>
              <a:spcAft>
                <a:spcPts val="0"/>
              </a:spcAft>
              <a:buClr>
                <a:srgbClr val="000000"/>
              </a:buClr>
              <a:buSzPts val="1300"/>
              <a:buNone/>
              <a:defRPr b="1" sz="13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20" name="Google Shape;720;p105"/>
          <p:cNvSpPr txBox="1"/>
          <p:nvPr>
            <p:ph idx="2" type="body"/>
          </p:nvPr>
        </p:nvSpPr>
        <p:spPr>
          <a:xfrm>
            <a:off x="4790746" y="1323527"/>
            <a:ext cx="1311900" cy="1515300"/>
          </a:xfrm>
          <a:prstGeom prst="rect">
            <a:avLst/>
          </a:prstGeom>
          <a:noFill/>
          <a:ln>
            <a:noFill/>
          </a:ln>
        </p:spPr>
        <p:txBody>
          <a:bodyPr anchorCtr="0" anchor="ctr"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21" name="Google Shape;721;p105"/>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22" name="Google Shape;722;p105"/>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23" name="Google Shape;723;p105"/>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24" name="Google Shape;724;p105"/>
          <p:cNvSpPr txBox="1"/>
          <p:nvPr>
            <p:ph idx="3" type="body"/>
          </p:nvPr>
        </p:nvSpPr>
        <p:spPr>
          <a:xfrm>
            <a:off x="4790451" y="2990255"/>
            <a:ext cx="1312500" cy="1515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25" name="Google Shape;725;p10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1 (yellow) layout 06">
  <p:cSld name="Section 01 (yellow) layout 06">
    <p:spTree>
      <p:nvGrpSpPr>
        <p:cNvPr id="726" name="Shape 726"/>
        <p:cNvGrpSpPr/>
        <p:nvPr/>
      </p:nvGrpSpPr>
      <p:grpSpPr>
        <a:xfrm>
          <a:off x="0" y="0"/>
          <a:ext cx="0" cy="0"/>
          <a:chOff x="0" y="0"/>
          <a:chExt cx="0" cy="0"/>
        </a:xfrm>
      </p:grpSpPr>
      <p:sp>
        <p:nvSpPr>
          <p:cNvPr id="727" name="Google Shape;727;p10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28" name="Google Shape;728;p10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29" name="Google Shape;729;p10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30" name="Google Shape;730;p10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31" name="Google Shape;731;p106"/>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32" name="Google Shape;732;p10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33" name="Google Shape;733;p106"/>
          <p:cNvSpPr txBox="1"/>
          <p:nvPr>
            <p:ph idx="1" type="body"/>
          </p:nvPr>
        </p:nvSpPr>
        <p:spPr>
          <a:xfrm>
            <a:off x="1212863" y="1194157"/>
            <a:ext cx="6517200" cy="45960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34" name="Google Shape;734;p106"/>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35" name="Google Shape;735;p10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_divder page">
  <p:cSld name="Section 03 (salmon)_divder page">
    <p:bg>
      <p:bgPr>
        <a:solidFill>
          <a:srgbClr val="F58D77"/>
        </a:solidFill>
      </p:bgPr>
    </p:bg>
    <p:spTree>
      <p:nvGrpSpPr>
        <p:cNvPr id="736" name="Shape 736"/>
        <p:cNvGrpSpPr/>
        <p:nvPr/>
      </p:nvGrpSpPr>
      <p:grpSpPr>
        <a:xfrm>
          <a:off x="0" y="0"/>
          <a:ext cx="0" cy="0"/>
          <a:chOff x="0" y="0"/>
          <a:chExt cx="0" cy="0"/>
        </a:xfrm>
      </p:grpSpPr>
      <p:sp>
        <p:nvSpPr>
          <p:cNvPr id="737" name="Google Shape;737;p107"/>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738" name="Google Shape;738;p107"/>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
        <p:nvSpPr>
          <p:cNvPr id="739" name="Google Shape;739;p10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1">
  <p:cSld name="Section 03 (salmon) layout 01">
    <p:spTree>
      <p:nvGrpSpPr>
        <p:cNvPr id="740" name="Shape 740"/>
        <p:cNvGrpSpPr/>
        <p:nvPr/>
      </p:nvGrpSpPr>
      <p:grpSpPr>
        <a:xfrm>
          <a:off x="0" y="0"/>
          <a:ext cx="0" cy="0"/>
          <a:chOff x="0" y="0"/>
          <a:chExt cx="0" cy="0"/>
        </a:xfrm>
      </p:grpSpPr>
      <p:sp>
        <p:nvSpPr>
          <p:cNvPr id="741" name="Google Shape;741;p10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42" name="Google Shape;742;p10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43" name="Google Shape;743;p10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44" name="Google Shape;744;p10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45" name="Google Shape;745;p108"/>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46" name="Google Shape;746;p10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47" name="Google Shape;747;p108"/>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48" name="Google Shape;748;p108"/>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49" name="Google Shape;749;p108"/>
          <p:cNvSpPr txBox="1"/>
          <p:nvPr>
            <p:ph idx="1" type="body"/>
          </p:nvPr>
        </p:nvSpPr>
        <p:spPr>
          <a:xfrm>
            <a:off x="353196"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50" name="Google Shape;750;p108"/>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51" name="Google Shape;751;p10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2">
  <p:cSld name="Section 03 (salmon) layout 02">
    <p:spTree>
      <p:nvGrpSpPr>
        <p:cNvPr id="752" name="Shape 752"/>
        <p:cNvGrpSpPr/>
        <p:nvPr/>
      </p:nvGrpSpPr>
      <p:grpSpPr>
        <a:xfrm>
          <a:off x="0" y="0"/>
          <a:ext cx="0" cy="0"/>
          <a:chOff x="0" y="0"/>
          <a:chExt cx="0" cy="0"/>
        </a:xfrm>
      </p:grpSpPr>
      <p:sp>
        <p:nvSpPr>
          <p:cNvPr id="753" name="Google Shape;753;p10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54" name="Google Shape;754;p10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55" name="Google Shape;755;p10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56" name="Google Shape;756;p109"/>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57" name="Google Shape;757;p109"/>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58" name="Google Shape;758;p109"/>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304800" lvl="0" marL="457200" algn="l">
              <a:lnSpc>
                <a:spcPct val="90000"/>
              </a:lnSpc>
              <a:spcBef>
                <a:spcPts val="400"/>
              </a:spcBef>
              <a:spcAft>
                <a:spcPts val="0"/>
              </a:spcAft>
              <a:buClr>
                <a:srgbClr val="000000"/>
              </a:buClr>
              <a:buSzPts val="1200"/>
              <a:buFont typeface="Arial"/>
              <a:buChar char="•"/>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59" name="Google Shape;759;p10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3">
  <p:cSld name="Section 03 (salmon) layout 03">
    <p:spTree>
      <p:nvGrpSpPr>
        <p:cNvPr id="760" name="Shape 760"/>
        <p:cNvGrpSpPr/>
        <p:nvPr/>
      </p:nvGrpSpPr>
      <p:grpSpPr>
        <a:xfrm>
          <a:off x="0" y="0"/>
          <a:ext cx="0" cy="0"/>
          <a:chOff x="0" y="0"/>
          <a:chExt cx="0" cy="0"/>
        </a:xfrm>
      </p:grpSpPr>
      <p:sp>
        <p:nvSpPr>
          <p:cNvPr id="761" name="Google Shape;761;p11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62" name="Google Shape;762;p11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63" name="Google Shape;763;p11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64" name="Google Shape;764;p11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65" name="Google Shape;765;p110"/>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66" name="Google Shape;766;p11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67" name="Google Shape;767;p110"/>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68" name="Google Shape;768;p110"/>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69" name="Google Shape;769;p110"/>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70" name="Google Shape;770;p11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4">
  <p:cSld name="Section 03 (salmon) layout 04">
    <p:spTree>
      <p:nvGrpSpPr>
        <p:cNvPr id="771" name="Shape 771"/>
        <p:cNvGrpSpPr/>
        <p:nvPr/>
      </p:nvGrpSpPr>
      <p:grpSpPr>
        <a:xfrm>
          <a:off x="0" y="0"/>
          <a:ext cx="0" cy="0"/>
          <a:chOff x="0" y="0"/>
          <a:chExt cx="0" cy="0"/>
        </a:xfrm>
      </p:grpSpPr>
      <p:sp>
        <p:nvSpPr>
          <p:cNvPr id="772" name="Google Shape;772;p11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73" name="Google Shape;773;p11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74" name="Google Shape;774;p11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75" name="Google Shape;775;p11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76" name="Google Shape;776;p111"/>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77" name="Google Shape;777;p11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78" name="Google Shape;778;p111"/>
          <p:cNvSpPr txBox="1"/>
          <p:nvPr>
            <p:ph idx="1" type="body"/>
          </p:nvPr>
        </p:nvSpPr>
        <p:spPr>
          <a:xfrm>
            <a:off x="605392" y="1323527"/>
            <a:ext cx="3969600" cy="452700"/>
          </a:xfrm>
          <a:prstGeom prst="rect">
            <a:avLst/>
          </a:prstGeom>
          <a:noFill/>
          <a:ln>
            <a:noFill/>
          </a:ln>
        </p:spPr>
        <p:txBody>
          <a:bodyPr anchorCtr="0" anchor="t" bIns="17125" lIns="34275" spcFirstLastPara="1" rIns="34275" wrap="square" tIns="17125">
            <a:normAutofit/>
          </a:bodyPr>
          <a:lstStyle>
            <a:lvl1pPr indent="-228600" lvl="0" marL="457200" algn="ctr">
              <a:lnSpc>
                <a:spcPct val="90000"/>
              </a:lnSpc>
              <a:spcBef>
                <a:spcPts val="400"/>
              </a:spcBef>
              <a:spcAft>
                <a:spcPts val="0"/>
              </a:spcAft>
              <a:buClr>
                <a:srgbClr val="000000"/>
              </a:buClr>
              <a:buSzPts val="1300"/>
              <a:buNone/>
              <a:defRPr b="1" sz="13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79" name="Google Shape;779;p111"/>
          <p:cNvSpPr txBox="1"/>
          <p:nvPr>
            <p:ph idx="2" type="body"/>
          </p:nvPr>
        </p:nvSpPr>
        <p:spPr>
          <a:xfrm>
            <a:off x="4790746" y="1323527"/>
            <a:ext cx="1311900" cy="1515300"/>
          </a:xfrm>
          <a:prstGeom prst="rect">
            <a:avLst/>
          </a:prstGeom>
          <a:noFill/>
          <a:ln>
            <a:noFill/>
          </a:ln>
        </p:spPr>
        <p:txBody>
          <a:bodyPr anchorCtr="0" anchor="ctr"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80" name="Google Shape;780;p111"/>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81" name="Google Shape;781;p111"/>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82" name="Google Shape;782;p111"/>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83" name="Google Shape;783;p111"/>
          <p:cNvSpPr txBox="1"/>
          <p:nvPr>
            <p:ph idx="3" type="body"/>
          </p:nvPr>
        </p:nvSpPr>
        <p:spPr>
          <a:xfrm>
            <a:off x="4790451" y="2990255"/>
            <a:ext cx="1312500" cy="1515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84" name="Google Shape;784;p11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5">
  <p:cSld name="Section 03 (salmon) layout 05">
    <p:spTree>
      <p:nvGrpSpPr>
        <p:cNvPr id="785" name="Shape 785"/>
        <p:cNvGrpSpPr/>
        <p:nvPr/>
      </p:nvGrpSpPr>
      <p:grpSpPr>
        <a:xfrm>
          <a:off x="0" y="0"/>
          <a:ext cx="0" cy="0"/>
          <a:chOff x="0" y="0"/>
          <a:chExt cx="0" cy="0"/>
        </a:xfrm>
      </p:grpSpPr>
      <p:sp>
        <p:nvSpPr>
          <p:cNvPr id="786" name="Google Shape;786;p11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87" name="Google Shape;787;p11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788" name="Google Shape;788;p11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789" name="Google Shape;789;p11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790" name="Google Shape;790;p112"/>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91" name="Google Shape;791;p11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792" name="Google Shape;792;p112"/>
          <p:cNvSpPr txBox="1"/>
          <p:nvPr>
            <p:ph idx="1" type="body"/>
          </p:nvPr>
        </p:nvSpPr>
        <p:spPr>
          <a:xfrm>
            <a:off x="353196" y="1194157"/>
            <a:ext cx="34767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93" name="Google Shape;793;p112"/>
          <p:cNvSpPr txBox="1"/>
          <p:nvPr>
            <p:ph idx="2" type="body"/>
          </p:nvPr>
        </p:nvSpPr>
        <p:spPr>
          <a:xfrm>
            <a:off x="4206250" y="1194157"/>
            <a:ext cx="45900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794" name="Google Shape;794;p112"/>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95" name="Google Shape;795;p112"/>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96" name="Google Shape;796;p11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06">
  <p:cSld name="Section 03 (salmon) layout 06">
    <p:spTree>
      <p:nvGrpSpPr>
        <p:cNvPr id="797" name="Shape 797"/>
        <p:cNvGrpSpPr/>
        <p:nvPr/>
      </p:nvGrpSpPr>
      <p:grpSpPr>
        <a:xfrm>
          <a:off x="0" y="0"/>
          <a:ext cx="0" cy="0"/>
          <a:chOff x="0" y="0"/>
          <a:chExt cx="0" cy="0"/>
        </a:xfrm>
      </p:grpSpPr>
      <p:sp>
        <p:nvSpPr>
          <p:cNvPr id="798" name="Google Shape;798;p11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799" name="Google Shape;799;p11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00" name="Google Shape;800;p11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01" name="Google Shape;801;p11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02" name="Google Shape;802;p113"/>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03" name="Google Shape;803;p11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04" name="Google Shape;804;p113"/>
          <p:cNvSpPr txBox="1"/>
          <p:nvPr>
            <p:ph idx="1" type="body"/>
          </p:nvPr>
        </p:nvSpPr>
        <p:spPr>
          <a:xfrm>
            <a:off x="1212863" y="1194157"/>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05" name="Google Shape;805;p113"/>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06" name="Google Shape;806;p11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3 (salmon) layout blank">
  <p:cSld name="Section 03 (salmon) layout blank">
    <p:spTree>
      <p:nvGrpSpPr>
        <p:cNvPr id="807" name="Shape 807"/>
        <p:cNvGrpSpPr/>
        <p:nvPr/>
      </p:nvGrpSpPr>
      <p:grpSpPr>
        <a:xfrm>
          <a:off x="0" y="0"/>
          <a:ext cx="0" cy="0"/>
          <a:chOff x="0" y="0"/>
          <a:chExt cx="0" cy="0"/>
        </a:xfrm>
      </p:grpSpPr>
      <p:sp>
        <p:nvSpPr>
          <p:cNvPr id="808" name="Google Shape;808;p114"/>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330200" lvl="0" marL="457200" marR="0" algn="l">
              <a:lnSpc>
                <a:spcPct val="90000"/>
              </a:lnSpc>
              <a:spcBef>
                <a:spcPts val="4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1pPr>
            <a:lvl2pPr indent="-323850" lvl="1" marL="914400" marR="0" algn="l">
              <a:lnSpc>
                <a:spcPct val="90000"/>
              </a:lnSpc>
              <a:spcBef>
                <a:spcPts val="200"/>
              </a:spcBef>
              <a:spcAft>
                <a:spcPts val="0"/>
              </a:spcAft>
              <a:buClr>
                <a:schemeClr val="dk1"/>
              </a:buClr>
              <a:buSzPts val="1500"/>
              <a:buFont typeface="Noto Sans"/>
              <a:buChar char="▪"/>
              <a:defRPr b="0" i="0" sz="1500" u="none" cap="none" strike="noStrike">
                <a:solidFill>
                  <a:schemeClr val="dk1"/>
                </a:solidFill>
                <a:latin typeface="Arial"/>
                <a:ea typeface="Arial"/>
                <a:cs typeface="Arial"/>
                <a:sym typeface="Arial"/>
              </a:defRPr>
            </a:lvl2pPr>
            <a:lvl3pPr indent="-323850" lvl="2" marL="1371600" marR="0" algn="l">
              <a:lnSpc>
                <a:spcPct val="90000"/>
              </a:lnSpc>
              <a:spcBef>
                <a:spcPts val="200"/>
              </a:spcBef>
              <a:spcAft>
                <a:spcPts val="0"/>
              </a:spcAft>
              <a:buClr>
                <a:schemeClr val="dk1"/>
              </a:buClr>
              <a:buSzPts val="1500"/>
              <a:buFont typeface="Courier New"/>
              <a:buChar char="o"/>
              <a:defRPr b="0" i="0" sz="1500" u="none" cap="none" strike="noStrike">
                <a:solidFill>
                  <a:schemeClr val="dk1"/>
                </a:solidFill>
                <a:latin typeface="Arial"/>
                <a:ea typeface="Arial"/>
                <a:cs typeface="Arial"/>
                <a:sym typeface="Arial"/>
              </a:defRPr>
            </a:lvl3pPr>
            <a:lvl4pPr indent="-323850" lvl="3" marL="1828800" marR="0" algn="l">
              <a:lnSpc>
                <a:spcPct val="90000"/>
              </a:lnSpc>
              <a:spcBef>
                <a:spcPts val="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algn="l">
              <a:lnSpc>
                <a:spcPct val="90000"/>
              </a:lnSpc>
              <a:spcBef>
                <a:spcPts val="2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809" name="Google Shape;809;p11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10" name="Google Shape;810;p114"/>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11" name="Google Shape;811;p114"/>
          <p:cNvSpPr txBox="1"/>
          <p:nvPr/>
        </p:nvSpPr>
        <p:spPr>
          <a:xfrm>
            <a:off x="7149789" y="4704907"/>
            <a:ext cx="17964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12" name="Google Shape;812;p11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13" name="Shape 813"/>
        <p:cNvGrpSpPr/>
        <p:nvPr/>
      </p:nvGrpSpPr>
      <p:grpSpPr>
        <a:xfrm>
          <a:off x="0" y="0"/>
          <a:ext cx="0" cy="0"/>
          <a:chOff x="0" y="0"/>
          <a:chExt cx="0" cy="0"/>
        </a:xfrm>
      </p:grpSpPr>
      <p:sp>
        <p:nvSpPr>
          <p:cNvPr id="814" name="Google Shape;814;p115"/>
          <p:cNvSpPr/>
          <p:nvPr/>
        </p:nvSpPr>
        <p:spPr>
          <a:xfrm>
            <a:off x="3424847" y="279835"/>
            <a:ext cx="5719200" cy="4883100"/>
          </a:xfrm>
          <a:prstGeom prst="rect">
            <a:avLst/>
          </a:prstGeom>
          <a:solidFill>
            <a:srgbClr val="262261"/>
          </a:solidFill>
          <a:ln>
            <a:noFill/>
          </a:ln>
        </p:spPr>
        <p:txBody>
          <a:bodyPr anchorCtr="0" anchor="t" bIns="34250" lIns="274300" spcFirstLastPara="1" rIns="68550" wrap="square" tIns="34250">
            <a:no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rgbClr val="000000"/>
              </a:solidFill>
              <a:latin typeface="Arial"/>
              <a:ea typeface="Arial"/>
              <a:cs typeface="Arial"/>
              <a:sym typeface="Arial"/>
            </a:endParaRPr>
          </a:p>
        </p:txBody>
      </p:sp>
      <p:sp>
        <p:nvSpPr>
          <p:cNvPr id="815" name="Google Shape;815;p115"/>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816" name="Google Shape;816;p115"/>
          <p:cNvSpPr txBox="1"/>
          <p:nvPr>
            <p:ph type="title"/>
          </p:nvPr>
        </p:nvSpPr>
        <p:spPr>
          <a:xfrm>
            <a:off x="341042"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17" name="Google Shape;817;p115"/>
          <p:cNvSpPr/>
          <p:nvPr/>
        </p:nvSpPr>
        <p:spPr>
          <a:xfrm>
            <a:off x="8660526" y="4704907"/>
            <a:ext cx="491700" cy="191400"/>
          </a:xfrm>
          <a:prstGeom prst="rect">
            <a:avLst/>
          </a:prstGeom>
          <a:solidFill>
            <a:srgbClr val="F58D77"/>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18" name="Google Shape;818;p115"/>
          <p:cNvSpPr txBox="1"/>
          <p:nvPr/>
        </p:nvSpPr>
        <p:spPr>
          <a:xfrm>
            <a:off x="8643801" y="4704907"/>
            <a:ext cx="3024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19" name="Google Shape;819;p115"/>
          <p:cNvSpPr/>
          <p:nvPr/>
        </p:nvSpPr>
        <p:spPr>
          <a:xfrm>
            <a:off x="0" y="-335"/>
            <a:ext cx="9144000" cy="280200"/>
          </a:xfrm>
          <a:prstGeom prst="rect">
            <a:avLst/>
          </a:prstGeom>
          <a:solidFill>
            <a:srgbClr val="26226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20" name="Google Shape;820;p11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_divder page">
  <p:cSld name="Section 04 (pink)_divder page">
    <p:bg>
      <p:bgPr>
        <a:solidFill>
          <a:srgbClr val="F2728C"/>
        </a:solidFill>
      </p:bgPr>
    </p:bg>
    <p:spTree>
      <p:nvGrpSpPr>
        <p:cNvPr id="821" name="Shape 821"/>
        <p:cNvGrpSpPr/>
        <p:nvPr/>
      </p:nvGrpSpPr>
      <p:grpSpPr>
        <a:xfrm>
          <a:off x="0" y="0"/>
          <a:ext cx="0" cy="0"/>
          <a:chOff x="0" y="0"/>
          <a:chExt cx="0" cy="0"/>
        </a:xfrm>
      </p:grpSpPr>
      <p:sp>
        <p:nvSpPr>
          <p:cNvPr id="822" name="Google Shape;822;p116"/>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823" name="Google Shape;823;p116"/>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
        <p:nvSpPr>
          <p:cNvPr id="824" name="Google Shape;824;p11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1">
  <p:cSld name="Section 04 (pink) layout 01">
    <p:spTree>
      <p:nvGrpSpPr>
        <p:cNvPr id="825" name="Shape 825"/>
        <p:cNvGrpSpPr/>
        <p:nvPr/>
      </p:nvGrpSpPr>
      <p:grpSpPr>
        <a:xfrm>
          <a:off x="0" y="0"/>
          <a:ext cx="0" cy="0"/>
          <a:chOff x="0" y="0"/>
          <a:chExt cx="0" cy="0"/>
        </a:xfrm>
      </p:grpSpPr>
      <p:sp>
        <p:nvSpPr>
          <p:cNvPr id="826" name="Google Shape;826;p11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27" name="Google Shape;827;p11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28" name="Google Shape;828;p11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29" name="Google Shape;829;p11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30" name="Google Shape;830;p117"/>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31" name="Google Shape;831;p11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32" name="Google Shape;832;p117"/>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33" name="Google Shape;833;p117"/>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34" name="Google Shape;834;p117"/>
          <p:cNvSpPr txBox="1"/>
          <p:nvPr>
            <p:ph idx="1" type="body"/>
          </p:nvPr>
        </p:nvSpPr>
        <p:spPr>
          <a:xfrm>
            <a:off x="353196"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35" name="Google Shape;835;p117"/>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36" name="Google Shape;836;p11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2">
  <p:cSld name="Section 04 (pink) layout 02">
    <p:spTree>
      <p:nvGrpSpPr>
        <p:cNvPr id="837" name="Shape 837"/>
        <p:cNvGrpSpPr/>
        <p:nvPr/>
      </p:nvGrpSpPr>
      <p:grpSpPr>
        <a:xfrm>
          <a:off x="0" y="0"/>
          <a:ext cx="0" cy="0"/>
          <a:chOff x="0" y="0"/>
          <a:chExt cx="0" cy="0"/>
        </a:xfrm>
      </p:grpSpPr>
      <p:sp>
        <p:nvSpPr>
          <p:cNvPr id="838" name="Google Shape;838;p11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39" name="Google Shape;839;p11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40" name="Google Shape;840;p11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41" name="Google Shape;841;p11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42" name="Google Shape;842;p118"/>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43" name="Google Shape;843;p11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44" name="Google Shape;844;p118"/>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304800" lvl="0" marL="457200" algn="l">
              <a:lnSpc>
                <a:spcPct val="90000"/>
              </a:lnSpc>
              <a:spcBef>
                <a:spcPts val="400"/>
              </a:spcBef>
              <a:spcAft>
                <a:spcPts val="0"/>
              </a:spcAft>
              <a:buClr>
                <a:srgbClr val="000000"/>
              </a:buClr>
              <a:buSzPts val="1200"/>
              <a:buFont typeface="Arial"/>
              <a:buChar char="•"/>
              <a:defRPr sz="1200"/>
            </a:lvl1pPr>
            <a:lvl2pPr indent="-292100" lvl="1" marL="914400" algn="l">
              <a:lnSpc>
                <a:spcPct val="90000"/>
              </a:lnSpc>
              <a:spcBef>
                <a:spcPts val="200"/>
              </a:spcBef>
              <a:spcAft>
                <a:spcPts val="0"/>
              </a:spcAft>
              <a:buClr>
                <a:srgbClr val="000000"/>
              </a:buClr>
              <a:buSzPts val="1000"/>
              <a:buChar char="▪"/>
              <a:defRPr sz="1000"/>
            </a:lvl2pPr>
            <a:lvl3pPr indent="-285750" lvl="2" marL="1371600" algn="l">
              <a:lnSpc>
                <a:spcPct val="90000"/>
              </a:lnSpc>
              <a:spcBef>
                <a:spcPts val="200"/>
              </a:spcBef>
              <a:spcAft>
                <a:spcPts val="0"/>
              </a:spcAft>
              <a:buClr>
                <a:srgbClr val="000000"/>
              </a:buClr>
              <a:buSzPts val="900"/>
              <a:buChar char="o"/>
              <a:defRPr sz="900"/>
            </a:lvl3pPr>
            <a:lvl4pPr indent="-273050" lvl="3" marL="1828800" algn="l">
              <a:lnSpc>
                <a:spcPct val="90000"/>
              </a:lnSpc>
              <a:spcBef>
                <a:spcPts val="200"/>
              </a:spcBef>
              <a:spcAft>
                <a:spcPts val="0"/>
              </a:spcAft>
              <a:buClr>
                <a:srgbClr val="000000"/>
              </a:buClr>
              <a:buSzPts val="700"/>
              <a:buChar char="•"/>
              <a:defRPr sz="7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45" name="Google Shape;845;p11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3">
  <p:cSld name="Section 04 (pink) layout 03">
    <p:spTree>
      <p:nvGrpSpPr>
        <p:cNvPr id="846" name="Shape 846"/>
        <p:cNvGrpSpPr/>
        <p:nvPr/>
      </p:nvGrpSpPr>
      <p:grpSpPr>
        <a:xfrm>
          <a:off x="0" y="0"/>
          <a:ext cx="0" cy="0"/>
          <a:chOff x="0" y="0"/>
          <a:chExt cx="0" cy="0"/>
        </a:xfrm>
      </p:grpSpPr>
      <p:sp>
        <p:nvSpPr>
          <p:cNvPr id="847" name="Google Shape;847;p119"/>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48" name="Google Shape;848;p11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49" name="Google Shape;849;p11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50" name="Google Shape;850;p11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51" name="Google Shape;851;p119"/>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52" name="Google Shape;852;p119"/>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53" name="Google Shape;853;p119"/>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54" name="Google Shape;854;p119"/>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55" name="Google Shape;855;p119"/>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56" name="Google Shape;856;p11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4">
  <p:cSld name="Section 04 (pink) layout 04">
    <p:spTree>
      <p:nvGrpSpPr>
        <p:cNvPr id="857" name="Shape 857"/>
        <p:cNvGrpSpPr/>
        <p:nvPr/>
      </p:nvGrpSpPr>
      <p:grpSpPr>
        <a:xfrm>
          <a:off x="0" y="0"/>
          <a:ext cx="0" cy="0"/>
          <a:chOff x="0" y="0"/>
          <a:chExt cx="0" cy="0"/>
        </a:xfrm>
      </p:grpSpPr>
      <p:sp>
        <p:nvSpPr>
          <p:cNvPr id="858" name="Google Shape;858;p120"/>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59" name="Google Shape;859;p12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60" name="Google Shape;860;p120"/>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61" name="Google Shape;861;p120"/>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62" name="Google Shape;862;p120"/>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63" name="Google Shape;863;p120"/>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64" name="Google Shape;864;p120"/>
          <p:cNvSpPr txBox="1"/>
          <p:nvPr>
            <p:ph idx="1" type="body"/>
          </p:nvPr>
        </p:nvSpPr>
        <p:spPr>
          <a:xfrm>
            <a:off x="605392" y="1323527"/>
            <a:ext cx="3969600" cy="452700"/>
          </a:xfrm>
          <a:prstGeom prst="rect">
            <a:avLst/>
          </a:prstGeom>
          <a:noFill/>
          <a:ln>
            <a:noFill/>
          </a:ln>
        </p:spPr>
        <p:txBody>
          <a:bodyPr anchorCtr="0" anchor="t" bIns="17125" lIns="34275" spcFirstLastPara="1" rIns="34275" wrap="square" tIns="17125">
            <a:normAutofit/>
          </a:bodyPr>
          <a:lstStyle>
            <a:lvl1pPr indent="-228600" lvl="0" marL="457200" algn="ctr">
              <a:lnSpc>
                <a:spcPct val="90000"/>
              </a:lnSpc>
              <a:spcBef>
                <a:spcPts val="400"/>
              </a:spcBef>
              <a:spcAft>
                <a:spcPts val="0"/>
              </a:spcAft>
              <a:buClr>
                <a:srgbClr val="000000"/>
              </a:buClr>
              <a:buSzPts val="1300"/>
              <a:buNone/>
              <a:defRPr b="1" sz="13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65" name="Google Shape;865;p120"/>
          <p:cNvSpPr txBox="1"/>
          <p:nvPr>
            <p:ph idx="2" type="body"/>
          </p:nvPr>
        </p:nvSpPr>
        <p:spPr>
          <a:xfrm>
            <a:off x="4790746" y="1323527"/>
            <a:ext cx="1311900" cy="1515300"/>
          </a:xfrm>
          <a:prstGeom prst="rect">
            <a:avLst/>
          </a:prstGeom>
          <a:noFill/>
          <a:ln>
            <a:noFill/>
          </a:ln>
        </p:spPr>
        <p:txBody>
          <a:bodyPr anchorCtr="0" anchor="ctr"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66" name="Google Shape;866;p120"/>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67" name="Google Shape;867;p120"/>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68" name="Google Shape;868;p120"/>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69" name="Google Shape;869;p120"/>
          <p:cNvSpPr txBox="1"/>
          <p:nvPr>
            <p:ph idx="3" type="body"/>
          </p:nvPr>
        </p:nvSpPr>
        <p:spPr>
          <a:xfrm>
            <a:off x="4790451" y="2990255"/>
            <a:ext cx="1312500" cy="1515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70" name="Google Shape;870;p12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5">
  <p:cSld name="Section 04 (pink) layout 05">
    <p:spTree>
      <p:nvGrpSpPr>
        <p:cNvPr id="871" name="Shape 871"/>
        <p:cNvGrpSpPr/>
        <p:nvPr/>
      </p:nvGrpSpPr>
      <p:grpSpPr>
        <a:xfrm>
          <a:off x="0" y="0"/>
          <a:ext cx="0" cy="0"/>
          <a:chOff x="0" y="0"/>
          <a:chExt cx="0" cy="0"/>
        </a:xfrm>
      </p:grpSpPr>
      <p:sp>
        <p:nvSpPr>
          <p:cNvPr id="872" name="Google Shape;872;p12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73" name="Google Shape;873;p12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74" name="Google Shape;874;p12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75" name="Google Shape;875;p12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76" name="Google Shape;876;p121"/>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77" name="Google Shape;877;p12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78" name="Google Shape;878;p121"/>
          <p:cNvSpPr txBox="1"/>
          <p:nvPr>
            <p:ph idx="1" type="body"/>
          </p:nvPr>
        </p:nvSpPr>
        <p:spPr>
          <a:xfrm>
            <a:off x="353196" y="1194157"/>
            <a:ext cx="34767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79" name="Google Shape;879;p121"/>
          <p:cNvSpPr txBox="1"/>
          <p:nvPr>
            <p:ph idx="2" type="body"/>
          </p:nvPr>
        </p:nvSpPr>
        <p:spPr>
          <a:xfrm>
            <a:off x="4206250" y="1194157"/>
            <a:ext cx="45900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80" name="Google Shape;880;p121"/>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81" name="Google Shape;881;p121"/>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82" name="Google Shape;882;p12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4 (pink) layout 06">
  <p:cSld name="Section 04 (pink) layout 06">
    <p:spTree>
      <p:nvGrpSpPr>
        <p:cNvPr id="883" name="Shape 883"/>
        <p:cNvGrpSpPr/>
        <p:nvPr/>
      </p:nvGrpSpPr>
      <p:grpSpPr>
        <a:xfrm>
          <a:off x="0" y="0"/>
          <a:ext cx="0" cy="0"/>
          <a:chOff x="0" y="0"/>
          <a:chExt cx="0" cy="0"/>
        </a:xfrm>
      </p:grpSpPr>
      <p:sp>
        <p:nvSpPr>
          <p:cNvPr id="884" name="Google Shape;884;p12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85" name="Google Shape;885;p12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886" name="Google Shape;886;p12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887" name="Google Shape;887;p12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888" name="Google Shape;888;p122"/>
          <p:cNvSpPr/>
          <p:nvPr/>
        </p:nvSpPr>
        <p:spPr>
          <a:xfrm>
            <a:off x="8660526" y="4704907"/>
            <a:ext cx="491700" cy="191400"/>
          </a:xfrm>
          <a:prstGeom prst="rect">
            <a:avLst/>
          </a:prstGeom>
          <a:solidFill>
            <a:srgbClr val="F0718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89" name="Google Shape;889;p12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890" name="Google Shape;890;p122"/>
          <p:cNvSpPr txBox="1"/>
          <p:nvPr>
            <p:ph idx="1" type="body"/>
          </p:nvPr>
        </p:nvSpPr>
        <p:spPr>
          <a:xfrm>
            <a:off x="1212863" y="1194157"/>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891" name="Google Shape;891;p122"/>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92" name="Google Shape;892;p12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_divder page">
  <p:cSld name="Section 05 (blue)_divder page">
    <p:bg>
      <p:bgPr>
        <a:solidFill>
          <a:srgbClr val="5EAEE0"/>
        </a:solidFill>
      </p:bgPr>
    </p:bg>
    <p:spTree>
      <p:nvGrpSpPr>
        <p:cNvPr id="893" name="Shape 893"/>
        <p:cNvGrpSpPr/>
        <p:nvPr/>
      </p:nvGrpSpPr>
      <p:grpSpPr>
        <a:xfrm>
          <a:off x="0" y="0"/>
          <a:ext cx="0" cy="0"/>
          <a:chOff x="0" y="0"/>
          <a:chExt cx="0" cy="0"/>
        </a:xfrm>
      </p:grpSpPr>
      <p:sp>
        <p:nvSpPr>
          <p:cNvPr id="894" name="Google Shape;894;p123"/>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895" name="Google Shape;895;p123"/>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
        <p:nvSpPr>
          <p:cNvPr id="896" name="Google Shape;896;p12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1">
  <p:cSld name="Section 05 (blue) layout 01">
    <p:spTree>
      <p:nvGrpSpPr>
        <p:cNvPr id="897" name="Shape 897"/>
        <p:cNvGrpSpPr/>
        <p:nvPr/>
      </p:nvGrpSpPr>
      <p:grpSpPr>
        <a:xfrm>
          <a:off x="0" y="0"/>
          <a:ext cx="0" cy="0"/>
          <a:chOff x="0" y="0"/>
          <a:chExt cx="0" cy="0"/>
        </a:xfrm>
      </p:grpSpPr>
      <p:sp>
        <p:nvSpPr>
          <p:cNvPr id="898" name="Google Shape;898;p12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899" name="Google Shape;899;p12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00" name="Google Shape;900;p12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01" name="Google Shape;901;p12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02" name="Google Shape;902;p124"/>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03" name="Google Shape;903;p12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04" name="Google Shape;904;p124"/>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05" name="Google Shape;905;p124"/>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06" name="Google Shape;906;p124"/>
          <p:cNvSpPr txBox="1"/>
          <p:nvPr>
            <p:ph idx="1" type="body"/>
          </p:nvPr>
        </p:nvSpPr>
        <p:spPr>
          <a:xfrm>
            <a:off x="353196"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07" name="Google Shape;907;p124"/>
          <p:cNvSpPr txBox="1"/>
          <p:nvPr>
            <p:ph idx="2" type="body"/>
          </p:nvPr>
        </p:nvSpPr>
        <p:spPr>
          <a:xfrm>
            <a:off x="4790745"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08" name="Google Shape;908;p12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2">
  <p:cSld name="Section 05 (blue) layout 02">
    <p:spTree>
      <p:nvGrpSpPr>
        <p:cNvPr id="909" name="Shape 909"/>
        <p:cNvGrpSpPr/>
        <p:nvPr/>
      </p:nvGrpSpPr>
      <p:grpSpPr>
        <a:xfrm>
          <a:off x="0" y="0"/>
          <a:ext cx="0" cy="0"/>
          <a:chOff x="0" y="0"/>
          <a:chExt cx="0" cy="0"/>
        </a:xfrm>
      </p:grpSpPr>
      <p:sp>
        <p:nvSpPr>
          <p:cNvPr id="910" name="Google Shape;910;p12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11" name="Google Shape;911;p12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12" name="Google Shape;912;p12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13" name="Google Shape;913;p12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14" name="Google Shape;914;p125"/>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15" name="Google Shape;915;p12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16" name="Google Shape;916;p125"/>
          <p:cNvSpPr txBox="1"/>
          <p:nvPr>
            <p:ph idx="1" type="body"/>
          </p:nvPr>
        </p:nvSpPr>
        <p:spPr>
          <a:xfrm>
            <a:off x="353196" y="1194157"/>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17" name="Google Shape;917;p12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3">
  <p:cSld name="Section 05 (blue) layout 03">
    <p:spTree>
      <p:nvGrpSpPr>
        <p:cNvPr id="918" name="Shape 918"/>
        <p:cNvGrpSpPr/>
        <p:nvPr/>
      </p:nvGrpSpPr>
      <p:grpSpPr>
        <a:xfrm>
          <a:off x="0" y="0"/>
          <a:ext cx="0" cy="0"/>
          <a:chOff x="0" y="0"/>
          <a:chExt cx="0" cy="0"/>
        </a:xfrm>
      </p:grpSpPr>
      <p:sp>
        <p:nvSpPr>
          <p:cNvPr id="919" name="Google Shape;919;p12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20" name="Google Shape;920;p12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21" name="Google Shape;921;p12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22" name="Google Shape;922;p12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23" name="Google Shape;923;p126"/>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24" name="Google Shape;924;p12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25" name="Google Shape;925;p126"/>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26" name="Google Shape;926;p126"/>
          <p:cNvSpPr txBox="1"/>
          <p:nvPr>
            <p:ph idx="1" type="body"/>
          </p:nvPr>
        </p:nvSpPr>
        <p:spPr>
          <a:xfrm>
            <a:off x="353196" y="1763411"/>
            <a:ext cx="3969600" cy="27420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27" name="Google Shape;927;p126"/>
          <p:cNvSpPr txBox="1"/>
          <p:nvPr>
            <p:ph idx="2" type="body"/>
          </p:nvPr>
        </p:nvSpPr>
        <p:spPr>
          <a:xfrm>
            <a:off x="4790745" y="1194157"/>
            <a:ext cx="39696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28" name="Google Shape;928;p12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4">
  <p:cSld name="Section 05 (blue) layout 04">
    <p:spTree>
      <p:nvGrpSpPr>
        <p:cNvPr id="929" name="Shape 929"/>
        <p:cNvGrpSpPr/>
        <p:nvPr/>
      </p:nvGrpSpPr>
      <p:grpSpPr>
        <a:xfrm>
          <a:off x="0" y="0"/>
          <a:ext cx="0" cy="0"/>
          <a:chOff x="0" y="0"/>
          <a:chExt cx="0" cy="0"/>
        </a:xfrm>
      </p:grpSpPr>
      <p:sp>
        <p:nvSpPr>
          <p:cNvPr id="930" name="Google Shape;930;p12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31" name="Google Shape;931;p12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32" name="Google Shape;932;p12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33" name="Google Shape;933;p12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34" name="Google Shape;934;p127"/>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35" name="Google Shape;935;p127"/>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36" name="Google Shape;936;p127"/>
          <p:cNvSpPr txBox="1"/>
          <p:nvPr>
            <p:ph idx="1" type="body"/>
          </p:nvPr>
        </p:nvSpPr>
        <p:spPr>
          <a:xfrm>
            <a:off x="605392" y="1323527"/>
            <a:ext cx="3969600" cy="452700"/>
          </a:xfrm>
          <a:prstGeom prst="rect">
            <a:avLst/>
          </a:prstGeom>
          <a:noFill/>
          <a:ln>
            <a:noFill/>
          </a:ln>
        </p:spPr>
        <p:txBody>
          <a:bodyPr anchorCtr="0" anchor="t" bIns="0" lIns="0" spcFirstLastPara="1" rIns="0" wrap="square" tIns="0">
            <a:noAutofit/>
          </a:bodyPr>
          <a:lstStyle>
            <a:lvl1pPr indent="-228600" lvl="0" marL="457200" algn="ctr">
              <a:lnSpc>
                <a:spcPct val="114000"/>
              </a:lnSpc>
              <a:spcBef>
                <a:spcPts val="0"/>
              </a:spcBef>
              <a:spcAft>
                <a:spcPts val="0"/>
              </a:spcAft>
              <a:buSzPts val="1000"/>
              <a:buNone/>
              <a:defRPr b="1" sz="13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37" name="Google Shape;937;p127"/>
          <p:cNvSpPr txBox="1"/>
          <p:nvPr>
            <p:ph idx="2" type="body"/>
          </p:nvPr>
        </p:nvSpPr>
        <p:spPr>
          <a:xfrm>
            <a:off x="4790746" y="1323527"/>
            <a:ext cx="1311900" cy="1515300"/>
          </a:xfrm>
          <a:prstGeom prst="rect">
            <a:avLst/>
          </a:prstGeom>
          <a:noFill/>
          <a:ln>
            <a:noFill/>
          </a:ln>
        </p:spPr>
        <p:txBody>
          <a:bodyPr anchorCtr="0" anchor="ctr"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38" name="Google Shape;938;p127"/>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39" name="Google Shape;939;p127"/>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40" name="Google Shape;940;p127"/>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41" name="Google Shape;941;p127"/>
          <p:cNvSpPr txBox="1"/>
          <p:nvPr>
            <p:ph idx="3" type="body"/>
          </p:nvPr>
        </p:nvSpPr>
        <p:spPr>
          <a:xfrm>
            <a:off x="4790451" y="2990255"/>
            <a:ext cx="1312500" cy="1515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Font typeface="Arial"/>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42" name="Google Shape;942;p12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5">
  <p:cSld name="Section 05 (blue) layout 05">
    <p:spTree>
      <p:nvGrpSpPr>
        <p:cNvPr id="943" name="Shape 943"/>
        <p:cNvGrpSpPr/>
        <p:nvPr/>
      </p:nvGrpSpPr>
      <p:grpSpPr>
        <a:xfrm>
          <a:off x="0" y="0"/>
          <a:ext cx="0" cy="0"/>
          <a:chOff x="0" y="0"/>
          <a:chExt cx="0" cy="0"/>
        </a:xfrm>
      </p:grpSpPr>
      <p:sp>
        <p:nvSpPr>
          <p:cNvPr id="944" name="Google Shape;944;p12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45" name="Google Shape;945;p12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46" name="Google Shape;946;p12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47" name="Google Shape;947;p12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48" name="Google Shape;948;p128"/>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49" name="Google Shape;949;p12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50" name="Google Shape;950;p128"/>
          <p:cNvSpPr txBox="1"/>
          <p:nvPr>
            <p:ph idx="1" type="body"/>
          </p:nvPr>
        </p:nvSpPr>
        <p:spPr>
          <a:xfrm>
            <a:off x="353196" y="1194157"/>
            <a:ext cx="34767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51" name="Google Shape;951;p128"/>
          <p:cNvSpPr txBox="1"/>
          <p:nvPr>
            <p:ph idx="2" type="body"/>
          </p:nvPr>
        </p:nvSpPr>
        <p:spPr>
          <a:xfrm>
            <a:off x="4206250" y="1194157"/>
            <a:ext cx="45900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52" name="Google Shape;952;p128"/>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53" name="Google Shape;953;p128"/>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54" name="Google Shape;954;p12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5 (blue) layout 06">
  <p:cSld name="Section 05 (blue) layout 06">
    <p:spTree>
      <p:nvGrpSpPr>
        <p:cNvPr id="955" name="Shape 955"/>
        <p:cNvGrpSpPr/>
        <p:nvPr/>
      </p:nvGrpSpPr>
      <p:grpSpPr>
        <a:xfrm>
          <a:off x="0" y="0"/>
          <a:ext cx="0" cy="0"/>
          <a:chOff x="0" y="0"/>
          <a:chExt cx="0" cy="0"/>
        </a:xfrm>
      </p:grpSpPr>
      <p:sp>
        <p:nvSpPr>
          <p:cNvPr id="956" name="Google Shape;956;p129"/>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57" name="Google Shape;957;p12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58" name="Google Shape;958;p12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59" name="Google Shape;959;p12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60" name="Google Shape;960;p129"/>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61" name="Google Shape;961;p129"/>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62" name="Google Shape;962;p129"/>
          <p:cNvSpPr txBox="1"/>
          <p:nvPr>
            <p:ph idx="1" type="body"/>
          </p:nvPr>
        </p:nvSpPr>
        <p:spPr>
          <a:xfrm>
            <a:off x="1212863" y="1194157"/>
            <a:ext cx="6517200" cy="4596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28600" lvl="5" marL="2743200" algn="l">
              <a:lnSpc>
                <a:spcPct val="90000"/>
              </a:lnSpc>
              <a:spcBef>
                <a:spcPts val="300"/>
              </a:spcBef>
              <a:spcAft>
                <a:spcPts val="0"/>
              </a:spcAft>
              <a:buSzPts val="1000"/>
              <a:buNone/>
              <a:defRPr/>
            </a:lvl6pPr>
            <a:lvl7pPr indent="-228600" lvl="6" marL="3200400" algn="l">
              <a:lnSpc>
                <a:spcPct val="90000"/>
              </a:lnSpc>
              <a:spcBef>
                <a:spcPts val="300"/>
              </a:spcBef>
              <a:spcAft>
                <a:spcPts val="0"/>
              </a:spcAft>
              <a:buSzPts val="1000"/>
              <a:buNone/>
              <a:defRPr/>
            </a:lvl7pPr>
            <a:lvl8pPr indent="-228600" lvl="7" marL="3657600" algn="l">
              <a:lnSpc>
                <a:spcPct val="90000"/>
              </a:lnSpc>
              <a:spcBef>
                <a:spcPts val="300"/>
              </a:spcBef>
              <a:spcAft>
                <a:spcPts val="0"/>
              </a:spcAft>
              <a:buSzPts val="1000"/>
              <a:buNone/>
              <a:defRPr/>
            </a:lvl8pPr>
            <a:lvl9pPr indent="-228600" lvl="8" marL="4114800" algn="l">
              <a:lnSpc>
                <a:spcPct val="90000"/>
              </a:lnSpc>
              <a:spcBef>
                <a:spcPts val="300"/>
              </a:spcBef>
              <a:spcAft>
                <a:spcPts val="0"/>
              </a:spcAft>
              <a:buSzPts val="1000"/>
              <a:buNone/>
              <a:defRPr/>
            </a:lvl9pPr>
          </a:lstStyle>
          <a:p/>
        </p:txBody>
      </p:sp>
      <p:sp>
        <p:nvSpPr>
          <p:cNvPr id="963" name="Google Shape;963;p129"/>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64" name="Google Shape;964;p12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_divder page">
  <p:cSld name="Section 06 (purple)_divder page">
    <p:bg>
      <p:bgPr>
        <a:solidFill>
          <a:srgbClr val="ECF7FF"/>
        </a:solidFill>
      </p:bgPr>
    </p:bg>
    <p:spTree>
      <p:nvGrpSpPr>
        <p:cNvPr id="965" name="Shape 965"/>
        <p:cNvGrpSpPr/>
        <p:nvPr/>
      </p:nvGrpSpPr>
      <p:grpSpPr>
        <a:xfrm>
          <a:off x="0" y="0"/>
          <a:ext cx="0" cy="0"/>
          <a:chOff x="0" y="0"/>
          <a:chExt cx="0" cy="0"/>
        </a:xfrm>
      </p:grpSpPr>
      <p:sp>
        <p:nvSpPr>
          <p:cNvPr id="966" name="Google Shape;966;p130"/>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967" name="Google Shape;967;p130"/>
          <p:cNvPicPr preferRelativeResize="0"/>
          <p:nvPr/>
        </p:nvPicPr>
        <p:blipFill rotWithShape="1">
          <a:blip r:embed="rId2">
            <a:alphaModFix/>
          </a:blip>
          <a:srcRect b="0" l="0" r="0" t="0"/>
          <a:stretch/>
        </p:blipFill>
        <p:spPr>
          <a:xfrm>
            <a:off x="7452565" y="0"/>
            <a:ext cx="1177684" cy="1149192"/>
          </a:xfrm>
          <a:prstGeom prst="rect">
            <a:avLst/>
          </a:prstGeom>
          <a:noFill/>
          <a:ln>
            <a:noFill/>
          </a:ln>
        </p:spPr>
      </p:pic>
      <p:sp>
        <p:nvSpPr>
          <p:cNvPr id="968" name="Google Shape;968;p13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1">
  <p:cSld name="Section 06 (purple) layout 01">
    <p:spTree>
      <p:nvGrpSpPr>
        <p:cNvPr id="969" name="Shape 969"/>
        <p:cNvGrpSpPr/>
        <p:nvPr/>
      </p:nvGrpSpPr>
      <p:grpSpPr>
        <a:xfrm>
          <a:off x="0" y="0"/>
          <a:ext cx="0" cy="0"/>
          <a:chOff x="0" y="0"/>
          <a:chExt cx="0" cy="0"/>
        </a:xfrm>
      </p:grpSpPr>
      <p:sp>
        <p:nvSpPr>
          <p:cNvPr id="970" name="Google Shape;970;p131"/>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71" name="Google Shape;971;p131"/>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72" name="Google Shape;972;p131"/>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73" name="Google Shape;973;p131"/>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74" name="Google Shape;974;p131"/>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75" name="Google Shape;975;p131"/>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76" name="Google Shape;976;p131"/>
          <p:cNvSpPr/>
          <p:nvPr/>
        </p:nvSpPr>
        <p:spPr>
          <a:xfrm>
            <a:off x="383800" y="1763410"/>
            <a:ext cx="3969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77" name="Google Shape;977;p131"/>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78" name="Google Shape;978;p131"/>
          <p:cNvSpPr txBox="1"/>
          <p:nvPr>
            <p:ph idx="1" type="body"/>
          </p:nvPr>
        </p:nvSpPr>
        <p:spPr>
          <a:xfrm>
            <a:off x="353196"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979" name="Google Shape;979;p131"/>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980" name="Google Shape;980;p13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2">
  <p:cSld name="Section 06 (purple) layout 02">
    <p:spTree>
      <p:nvGrpSpPr>
        <p:cNvPr id="981" name="Shape 981"/>
        <p:cNvGrpSpPr/>
        <p:nvPr/>
      </p:nvGrpSpPr>
      <p:grpSpPr>
        <a:xfrm>
          <a:off x="0" y="0"/>
          <a:ext cx="0" cy="0"/>
          <a:chOff x="0" y="0"/>
          <a:chExt cx="0" cy="0"/>
        </a:xfrm>
      </p:grpSpPr>
      <p:sp>
        <p:nvSpPr>
          <p:cNvPr id="982" name="Google Shape;982;p13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83" name="Google Shape;983;p13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84" name="Google Shape;984;p13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85" name="Google Shape;985;p13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86" name="Google Shape;986;p132"/>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87" name="Google Shape;987;p13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88" name="Google Shape;988;p132"/>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989" name="Google Shape;989;p13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3">
  <p:cSld name="Section 06 (purple) layout 03">
    <p:spTree>
      <p:nvGrpSpPr>
        <p:cNvPr id="990" name="Shape 990"/>
        <p:cNvGrpSpPr/>
        <p:nvPr/>
      </p:nvGrpSpPr>
      <p:grpSpPr>
        <a:xfrm>
          <a:off x="0" y="0"/>
          <a:ext cx="0" cy="0"/>
          <a:chOff x="0" y="0"/>
          <a:chExt cx="0" cy="0"/>
        </a:xfrm>
      </p:grpSpPr>
      <p:sp>
        <p:nvSpPr>
          <p:cNvPr id="991" name="Google Shape;991;p13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92" name="Google Shape;992;p133"/>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993" name="Google Shape;993;p13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994" name="Google Shape;994;p13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995" name="Google Shape;995;p133"/>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96" name="Google Shape;996;p13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997" name="Google Shape;997;p133"/>
          <p:cNvSpPr/>
          <p:nvPr/>
        </p:nvSpPr>
        <p:spPr>
          <a:xfrm>
            <a:off x="4790745" y="1763411"/>
            <a:ext cx="40056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998" name="Google Shape;998;p133"/>
          <p:cNvSpPr txBox="1"/>
          <p:nvPr>
            <p:ph idx="1" type="body"/>
          </p:nvPr>
        </p:nvSpPr>
        <p:spPr>
          <a:xfrm>
            <a:off x="353196" y="1763411"/>
            <a:ext cx="3969600" cy="27420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999" name="Google Shape;999;p133"/>
          <p:cNvSpPr txBox="1"/>
          <p:nvPr>
            <p:ph idx="2" type="body"/>
          </p:nvPr>
        </p:nvSpPr>
        <p:spPr>
          <a:xfrm>
            <a:off x="4790745" y="1194157"/>
            <a:ext cx="39696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00" name="Google Shape;1000;p13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4">
  <p:cSld name="Section 06 (purple) layout 04">
    <p:spTree>
      <p:nvGrpSpPr>
        <p:cNvPr id="1001" name="Shape 1001"/>
        <p:cNvGrpSpPr/>
        <p:nvPr/>
      </p:nvGrpSpPr>
      <p:grpSpPr>
        <a:xfrm>
          <a:off x="0" y="0"/>
          <a:ext cx="0" cy="0"/>
          <a:chOff x="0" y="0"/>
          <a:chExt cx="0" cy="0"/>
        </a:xfrm>
      </p:grpSpPr>
      <p:sp>
        <p:nvSpPr>
          <p:cNvPr id="1002" name="Google Shape;1002;p134"/>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03" name="Google Shape;1003;p13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04" name="Google Shape;1004;p134"/>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05" name="Google Shape;1005;p134"/>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06" name="Google Shape;1006;p134"/>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07" name="Google Shape;1007;p134"/>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08" name="Google Shape;1008;p134"/>
          <p:cNvSpPr txBox="1"/>
          <p:nvPr>
            <p:ph idx="1" type="body"/>
          </p:nvPr>
        </p:nvSpPr>
        <p:spPr>
          <a:xfrm>
            <a:off x="605392" y="1323527"/>
            <a:ext cx="3969600" cy="452700"/>
          </a:xfrm>
          <a:prstGeom prst="rect">
            <a:avLst/>
          </a:prstGeom>
          <a:noFill/>
          <a:ln>
            <a:noFill/>
          </a:ln>
        </p:spPr>
        <p:txBody>
          <a:bodyPr anchorCtr="0" anchor="t" bIns="17125" lIns="34275" spcFirstLastPara="1" rIns="34275" wrap="square" tIns="17125">
            <a:normAutofit/>
          </a:bodyPr>
          <a:lstStyle>
            <a:lvl1pPr indent="-228600" lvl="0" marL="457200" algn="ctr">
              <a:lnSpc>
                <a:spcPct val="90000"/>
              </a:lnSpc>
              <a:spcBef>
                <a:spcPts val="400"/>
              </a:spcBef>
              <a:spcAft>
                <a:spcPts val="0"/>
              </a:spcAft>
              <a:buClr>
                <a:srgbClr val="000000"/>
              </a:buClr>
              <a:buSzPts val="1300"/>
              <a:buNone/>
              <a:defRPr b="1" sz="13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09" name="Google Shape;1009;p134"/>
          <p:cNvSpPr txBox="1"/>
          <p:nvPr>
            <p:ph idx="2" type="body"/>
          </p:nvPr>
        </p:nvSpPr>
        <p:spPr>
          <a:xfrm>
            <a:off x="4790746" y="1323527"/>
            <a:ext cx="1311900" cy="1515300"/>
          </a:xfrm>
          <a:prstGeom prst="rect">
            <a:avLst/>
          </a:prstGeom>
          <a:noFill/>
          <a:ln>
            <a:noFill/>
          </a:ln>
        </p:spPr>
        <p:txBody>
          <a:bodyPr anchorCtr="0" anchor="ctr"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10" name="Google Shape;1010;p134"/>
          <p:cNvSpPr/>
          <p:nvPr/>
        </p:nvSpPr>
        <p:spPr>
          <a:xfrm>
            <a:off x="6225958" y="2990403"/>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11" name="Google Shape;1011;p134"/>
          <p:cNvSpPr/>
          <p:nvPr/>
        </p:nvSpPr>
        <p:spPr>
          <a:xfrm>
            <a:off x="605393" y="1850011"/>
            <a:ext cx="3969600" cy="28359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12" name="Google Shape;1012;p134"/>
          <p:cNvSpPr/>
          <p:nvPr/>
        </p:nvSpPr>
        <p:spPr>
          <a:xfrm>
            <a:off x="6225958" y="1323528"/>
            <a:ext cx="2507100" cy="15153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13" name="Google Shape;1013;p134"/>
          <p:cNvSpPr txBox="1"/>
          <p:nvPr>
            <p:ph idx="3" type="body"/>
          </p:nvPr>
        </p:nvSpPr>
        <p:spPr>
          <a:xfrm>
            <a:off x="4790451" y="2990255"/>
            <a:ext cx="1312500" cy="1515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14" name="Google Shape;1014;p13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5">
  <p:cSld name="Section 06 (purple) layout 05">
    <p:spTree>
      <p:nvGrpSpPr>
        <p:cNvPr id="1015" name="Shape 1015"/>
        <p:cNvGrpSpPr/>
        <p:nvPr/>
      </p:nvGrpSpPr>
      <p:grpSpPr>
        <a:xfrm>
          <a:off x="0" y="0"/>
          <a:ext cx="0" cy="0"/>
          <a:chOff x="0" y="0"/>
          <a:chExt cx="0" cy="0"/>
        </a:xfrm>
      </p:grpSpPr>
      <p:sp>
        <p:nvSpPr>
          <p:cNvPr id="1016" name="Google Shape;1016;p13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17" name="Google Shape;1017;p13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18" name="Google Shape;1018;p13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19" name="Google Shape;1019;p13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20" name="Google Shape;1020;p135"/>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21" name="Google Shape;1021;p13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22" name="Google Shape;1022;p135"/>
          <p:cNvSpPr txBox="1"/>
          <p:nvPr>
            <p:ph idx="1" type="body"/>
          </p:nvPr>
        </p:nvSpPr>
        <p:spPr>
          <a:xfrm>
            <a:off x="353196" y="1194157"/>
            <a:ext cx="34767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23" name="Google Shape;1023;p135"/>
          <p:cNvSpPr txBox="1"/>
          <p:nvPr>
            <p:ph idx="2" type="body"/>
          </p:nvPr>
        </p:nvSpPr>
        <p:spPr>
          <a:xfrm>
            <a:off x="4206250" y="1194157"/>
            <a:ext cx="45900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24" name="Google Shape;1024;p135"/>
          <p:cNvSpPr/>
          <p:nvPr/>
        </p:nvSpPr>
        <p:spPr>
          <a:xfrm>
            <a:off x="383800" y="1780248"/>
            <a:ext cx="34461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25" name="Google Shape;1025;p135"/>
          <p:cNvSpPr/>
          <p:nvPr/>
        </p:nvSpPr>
        <p:spPr>
          <a:xfrm>
            <a:off x="4206250" y="1780249"/>
            <a:ext cx="4590000" cy="27420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26" name="Google Shape;1026;p13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6 (purple) layout 06">
  <p:cSld name="Section 06 (purple) layout 06">
    <p:spTree>
      <p:nvGrpSpPr>
        <p:cNvPr id="1027" name="Shape 1027"/>
        <p:cNvGrpSpPr/>
        <p:nvPr/>
      </p:nvGrpSpPr>
      <p:grpSpPr>
        <a:xfrm>
          <a:off x="0" y="0"/>
          <a:ext cx="0" cy="0"/>
          <a:chOff x="0" y="0"/>
          <a:chExt cx="0" cy="0"/>
        </a:xfrm>
      </p:grpSpPr>
      <p:sp>
        <p:nvSpPr>
          <p:cNvPr id="1028" name="Google Shape;1028;p136"/>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29" name="Google Shape;1029;p136"/>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30" name="Google Shape;1030;p136"/>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31" name="Google Shape;1031;p136"/>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32" name="Google Shape;1032;p136"/>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33" name="Google Shape;1033;p136"/>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34" name="Google Shape;1034;p136"/>
          <p:cNvSpPr txBox="1"/>
          <p:nvPr>
            <p:ph idx="1" type="body"/>
          </p:nvPr>
        </p:nvSpPr>
        <p:spPr>
          <a:xfrm>
            <a:off x="1212863" y="1194157"/>
            <a:ext cx="6517200" cy="4596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o"/>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35" name="Google Shape;1035;p136"/>
          <p:cNvSpPr/>
          <p:nvPr/>
        </p:nvSpPr>
        <p:spPr>
          <a:xfrm>
            <a:off x="1212863" y="1653739"/>
            <a:ext cx="6517200" cy="3038700"/>
          </a:xfrm>
          <a:prstGeom prst="rect">
            <a:avLst/>
          </a:prstGeom>
          <a:solidFill>
            <a:schemeClr val="lt1"/>
          </a:solidFill>
          <a:ln>
            <a:noFill/>
          </a:ln>
          <a:effectLst>
            <a:outerShdw blurRad="292100" rotWithShape="0" algn="ctr" dir="2700000" dist="139700">
              <a:srgbClr val="000000">
                <a:alpha val="20000"/>
              </a:srgbClr>
            </a:outerShdw>
          </a:effectLst>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36" name="Google Shape;1036;p13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p:cSld name="2_Full Column Bullets">
    <p:spTree>
      <p:nvGrpSpPr>
        <p:cNvPr id="1037" name="Shape 1037"/>
        <p:cNvGrpSpPr/>
        <p:nvPr/>
      </p:nvGrpSpPr>
      <p:grpSpPr>
        <a:xfrm>
          <a:off x="0" y="0"/>
          <a:ext cx="0" cy="0"/>
          <a:chOff x="0" y="0"/>
          <a:chExt cx="0" cy="0"/>
        </a:xfrm>
      </p:grpSpPr>
      <p:pic>
        <p:nvPicPr>
          <p:cNvPr id="1038" name="Google Shape;1038;p137"/>
          <p:cNvPicPr preferRelativeResize="0"/>
          <p:nvPr/>
        </p:nvPicPr>
        <p:blipFill rotWithShape="1">
          <a:blip r:embed="rId2">
            <a:alphaModFix/>
          </a:blip>
          <a:srcRect b="0" l="0" r="0" t="0"/>
          <a:stretch/>
        </p:blipFill>
        <p:spPr>
          <a:xfrm>
            <a:off x="0" y="-335"/>
            <a:ext cx="9144000" cy="5143500"/>
          </a:xfrm>
          <a:prstGeom prst="rect">
            <a:avLst/>
          </a:prstGeom>
          <a:noFill/>
          <a:ln>
            <a:noFill/>
          </a:ln>
        </p:spPr>
      </p:pic>
      <p:sp>
        <p:nvSpPr>
          <p:cNvPr id="1039" name="Google Shape;1039;p137"/>
          <p:cNvSpPr txBox="1"/>
          <p:nvPr>
            <p:ph idx="1" type="body"/>
          </p:nvPr>
        </p:nvSpPr>
        <p:spPr>
          <a:xfrm>
            <a:off x="339880" y="956930"/>
            <a:ext cx="8460300" cy="3434100"/>
          </a:xfrm>
          <a:prstGeom prst="rect">
            <a:avLst/>
          </a:prstGeom>
          <a:noFill/>
          <a:ln>
            <a:noFill/>
          </a:ln>
        </p:spPr>
        <p:txBody>
          <a:bodyPr anchorCtr="0" anchor="t" bIns="0" lIns="0" spcFirstLastPara="1" rIns="0" wrap="square" tIns="0">
            <a:no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1040" name="Google Shape;1040;p13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41" name="Google Shape;1041;p13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42" name="Google Shape;1042;p13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Numbers">
  <p:cSld name="Full Column Numbers">
    <p:spTree>
      <p:nvGrpSpPr>
        <p:cNvPr id="1043" name="Shape 1043"/>
        <p:cNvGrpSpPr/>
        <p:nvPr/>
      </p:nvGrpSpPr>
      <p:grpSpPr>
        <a:xfrm>
          <a:off x="0" y="0"/>
          <a:ext cx="0" cy="0"/>
          <a:chOff x="0" y="0"/>
          <a:chExt cx="0" cy="0"/>
        </a:xfrm>
      </p:grpSpPr>
      <p:sp>
        <p:nvSpPr>
          <p:cNvPr id="1044" name="Google Shape;1044;p138"/>
          <p:cNvSpPr txBox="1"/>
          <p:nvPr>
            <p:ph type="title"/>
          </p:nvPr>
        </p:nvSpPr>
        <p:spPr>
          <a:xfrm>
            <a:off x="349404" y="285655"/>
            <a:ext cx="8447100" cy="169500"/>
          </a:xfrm>
          <a:prstGeom prst="rect">
            <a:avLst/>
          </a:prstGeom>
          <a:noFill/>
          <a:ln>
            <a:noFill/>
          </a:ln>
        </p:spPr>
        <p:txBody>
          <a:bodyPr anchorCtr="0" anchor="t" bIns="0" lIns="0" spcFirstLastPara="1" rIns="0" wrap="square" tIns="0">
            <a:noAutofit/>
          </a:bodyPr>
          <a:lstStyle>
            <a:lvl1pPr lvl="0" algn="l">
              <a:lnSpc>
                <a:spcPct val="133333"/>
              </a:lnSpc>
              <a:spcBef>
                <a:spcPts val="0"/>
              </a:spcBef>
              <a:spcAft>
                <a:spcPts val="0"/>
              </a:spcAft>
              <a:buClr>
                <a:schemeClr val="dk1"/>
              </a:buClr>
              <a:buSzPts val="13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045" name="Google Shape;1045;p138"/>
          <p:cNvSpPr txBox="1"/>
          <p:nvPr>
            <p:ph idx="12" type="sldNum"/>
          </p:nvPr>
        </p:nvSpPr>
        <p:spPr>
          <a:xfrm>
            <a:off x="6738654"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46" name="Google Shape;1046;p138"/>
          <p:cNvSpPr txBox="1"/>
          <p:nvPr>
            <p:ph idx="1" type="body"/>
          </p:nvPr>
        </p:nvSpPr>
        <p:spPr>
          <a:xfrm>
            <a:off x="358612" y="915065"/>
            <a:ext cx="8437800" cy="3598500"/>
          </a:xfrm>
          <a:prstGeom prst="rect">
            <a:avLst/>
          </a:prstGeom>
          <a:noFill/>
          <a:ln>
            <a:noFill/>
          </a:ln>
        </p:spPr>
        <p:txBody>
          <a:bodyPr anchorCtr="0" anchor="t" bIns="0" lIns="0" spcFirstLastPara="1" rIns="0" wrap="square" tIns="0">
            <a:noAutofit/>
          </a:bodyPr>
          <a:lstStyle>
            <a:lvl1pPr indent="-330200" lvl="0" marL="457200" algn="l">
              <a:lnSpc>
                <a:spcPct val="114000"/>
              </a:lnSpc>
              <a:spcBef>
                <a:spcPts val="0"/>
              </a:spcBef>
              <a:spcAft>
                <a:spcPts val="0"/>
              </a:spcAft>
              <a:buClr>
                <a:schemeClr val="dk1"/>
              </a:buClr>
              <a:buSzPts val="1600"/>
              <a:buFont typeface="Arial"/>
              <a:buAutoNum type="arabicPeriod"/>
              <a:defRPr/>
            </a:lvl1pPr>
            <a:lvl2pPr indent="-323850" lvl="1" marL="914400" algn="l">
              <a:lnSpc>
                <a:spcPct val="114000"/>
              </a:lnSpc>
              <a:spcBef>
                <a:spcPts val="0"/>
              </a:spcBef>
              <a:spcAft>
                <a:spcPts val="0"/>
              </a:spcAft>
              <a:buClr>
                <a:schemeClr val="dk1"/>
              </a:buClr>
              <a:buSzPts val="1500"/>
              <a:buFont typeface="Arial"/>
              <a:buAutoNum type="alphaUcPeriod"/>
              <a:defRPr/>
            </a:lvl2pPr>
            <a:lvl3pPr indent="-323850" lvl="2" marL="1371600" algn="l">
              <a:lnSpc>
                <a:spcPct val="114000"/>
              </a:lnSpc>
              <a:spcBef>
                <a:spcPts val="0"/>
              </a:spcBef>
              <a:spcAft>
                <a:spcPts val="0"/>
              </a:spcAft>
              <a:buClr>
                <a:schemeClr val="dk1"/>
              </a:buClr>
              <a:buSzPts val="1500"/>
              <a:buFont typeface="Arial"/>
              <a:buAutoNum type="romanLcPeriod"/>
              <a:defRPr/>
            </a:lvl3pPr>
            <a:lvl4pPr indent="-323850" lvl="3" marL="1828800" algn="l">
              <a:lnSpc>
                <a:spcPct val="114000"/>
              </a:lnSpc>
              <a:spcBef>
                <a:spcPts val="0"/>
              </a:spcBef>
              <a:spcAft>
                <a:spcPts val="0"/>
              </a:spcAft>
              <a:buClr>
                <a:schemeClr val="dk1"/>
              </a:buClr>
              <a:buSzPts val="1500"/>
              <a:buFont typeface="Arial"/>
              <a:buAutoNum type="arabicPeriod"/>
              <a:defRPr/>
            </a:lvl4pPr>
            <a:lvl5pPr indent="-323850" lvl="4" marL="2286000" algn="l">
              <a:lnSpc>
                <a:spcPct val="114000"/>
              </a:lnSpc>
              <a:spcBef>
                <a:spcPts val="0"/>
              </a:spcBef>
              <a:spcAft>
                <a:spcPts val="0"/>
              </a:spcAft>
              <a:buClr>
                <a:schemeClr val="dk1"/>
              </a:buClr>
              <a:buSzPts val="1500"/>
              <a:buFont typeface="Arial"/>
              <a:buAutoNum type="alphaLcPeriod"/>
              <a:defRPr/>
            </a:lvl5pPr>
            <a:lvl6pPr indent="-311150" lvl="5" marL="2743200" algn="l">
              <a:lnSpc>
                <a:spcPct val="90000"/>
              </a:lnSpc>
              <a:spcBef>
                <a:spcPts val="300"/>
              </a:spcBef>
              <a:spcAft>
                <a:spcPts val="0"/>
              </a:spcAft>
              <a:buClr>
                <a:schemeClr val="dk1"/>
              </a:buClr>
              <a:buSzPts val="1300"/>
              <a:buChar char="•"/>
              <a:defRPr/>
            </a:lvl6pPr>
            <a:lvl7pPr indent="-311150" lvl="6" marL="3200400" algn="l">
              <a:lnSpc>
                <a:spcPct val="90000"/>
              </a:lnSpc>
              <a:spcBef>
                <a:spcPts val="300"/>
              </a:spcBef>
              <a:spcAft>
                <a:spcPts val="0"/>
              </a:spcAft>
              <a:buClr>
                <a:schemeClr val="dk1"/>
              </a:buClr>
              <a:buSzPts val="1300"/>
              <a:buChar char="•"/>
              <a:defRPr/>
            </a:lvl7pPr>
            <a:lvl8pPr indent="-311150" lvl="7" marL="3657600" algn="l">
              <a:lnSpc>
                <a:spcPct val="90000"/>
              </a:lnSpc>
              <a:spcBef>
                <a:spcPts val="300"/>
              </a:spcBef>
              <a:spcAft>
                <a:spcPts val="0"/>
              </a:spcAft>
              <a:buClr>
                <a:schemeClr val="dk1"/>
              </a:buClr>
              <a:buSzPts val="1300"/>
              <a:buChar char="•"/>
              <a:defRPr/>
            </a:lvl8pPr>
            <a:lvl9pPr indent="-311150" lvl="8" marL="4114800" algn="l">
              <a:lnSpc>
                <a:spcPct val="90000"/>
              </a:lnSpc>
              <a:spcBef>
                <a:spcPts val="300"/>
              </a:spcBef>
              <a:spcAft>
                <a:spcPts val="0"/>
              </a:spcAft>
              <a:buClr>
                <a:schemeClr val="dk1"/>
              </a:buClr>
              <a:buSzPts val="1300"/>
              <a:buChar char="•"/>
              <a:defRPr/>
            </a:lvl9pPr>
          </a:lstStyle>
          <a:p/>
        </p:txBody>
      </p:sp>
      <p:sp>
        <p:nvSpPr>
          <p:cNvPr id="1047" name="Google Shape;1047;p138"/>
          <p:cNvSpPr txBox="1"/>
          <p:nvPr>
            <p:ph idx="2" type="body"/>
          </p:nvPr>
        </p:nvSpPr>
        <p:spPr>
          <a:xfrm>
            <a:off x="0" y="4214159"/>
            <a:ext cx="9144000" cy="929100"/>
          </a:xfrm>
          <a:prstGeom prst="rect">
            <a:avLst/>
          </a:prstGeom>
          <a:solidFill>
            <a:schemeClr val="dk1"/>
          </a:solidFill>
          <a:ln>
            <a:noFill/>
          </a:ln>
        </p:spPr>
        <p:txBody>
          <a:bodyPr anchorCtr="0" anchor="b" bIns="342900" lIns="685800" spcFirstLastPara="1" rIns="685800" wrap="square" tIns="342900">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311150" lvl="5" marL="2743200" algn="l">
              <a:lnSpc>
                <a:spcPct val="90000"/>
              </a:lnSpc>
              <a:spcBef>
                <a:spcPts val="300"/>
              </a:spcBef>
              <a:spcAft>
                <a:spcPts val="0"/>
              </a:spcAft>
              <a:buClr>
                <a:schemeClr val="dk1"/>
              </a:buClr>
              <a:buSzPts val="1300"/>
              <a:buChar char="•"/>
              <a:defRPr/>
            </a:lvl6pPr>
            <a:lvl7pPr indent="-311150" lvl="6" marL="3200400" algn="l">
              <a:lnSpc>
                <a:spcPct val="90000"/>
              </a:lnSpc>
              <a:spcBef>
                <a:spcPts val="300"/>
              </a:spcBef>
              <a:spcAft>
                <a:spcPts val="0"/>
              </a:spcAft>
              <a:buClr>
                <a:schemeClr val="dk1"/>
              </a:buClr>
              <a:buSzPts val="1300"/>
              <a:buChar char="•"/>
              <a:defRPr/>
            </a:lvl7pPr>
            <a:lvl8pPr indent="-311150" lvl="7" marL="3657600" algn="l">
              <a:lnSpc>
                <a:spcPct val="90000"/>
              </a:lnSpc>
              <a:spcBef>
                <a:spcPts val="300"/>
              </a:spcBef>
              <a:spcAft>
                <a:spcPts val="0"/>
              </a:spcAft>
              <a:buClr>
                <a:schemeClr val="dk1"/>
              </a:buClr>
              <a:buSzPts val="1300"/>
              <a:buChar char="•"/>
              <a:defRPr/>
            </a:lvl8pPr>
            <a:lvl9pPr indent="-311150" lvl="8" marL="4114800" algn="l">
              <a:lnSpc>
                <a:spcPct val="90000"/>
              </a:lnSpc>
              <a:spcBef>
                <a:spcPts val="300"/>
              </a:spcBef>
              <a:spcAft>
                <a:spcPts val="0"/>
              </a:spcAft>
              <a:buClr>
                <a:schemeClr val="dk1"/>
              </a:buClr>
              <a:buSzPts val="1300"/>
              <a:buChar char="•"/>
              <a:defRPr/>
            </a:lvl9pPr>
          </a:lstStyle>
          <a:p/>
        </p:txBody>
      </p:sp>
      <p:cxnSp>
        <p:nvCxnSpPr>
          <p:cNvPr id="1048" name="Google Shape;1048;p13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Column Bullets 1">
  <p:cSld name="Full Column Bullets">
    <p:spTree>
      <p:nvGrpSpPr>
        <p:cNvPr id="1049" name="Shape 1049"/>
        <p:cNvGrpSpPr/>
        <p:nvPr/>
      </p:nvGrpSpPr>
      <p:grpSpPr>
        <a:xfrm>
          <a:off x="0" y="0"/>
          <a:ext cx="0" cy="0"/>
          <a:chOff x="0" y="0"/>
          <a:chExt cx="0" cy="0"/>
        </a:xfrm>
      </p:grpSpPr>
      <p:sp>
        <p:nvSpPr>
          <p:cNvPr id="1050" name="Google Shape;1050;p139"/>
          <p:cNvSpPr txBox="1"/>
          <p:nvPr>
            <p:ph idx="1" type="body"/>
          </p:nvPr>
        </p:nvSpPr>
        <p:spPr>
          <a:xfrm>
            <a:off x="339879" y="744736"/>
            <a:ext cx="8460300" cy="3646200"/>
          </a:xfrm>
          <a:prstGeom prst="rect">
            <a:avLst/>
          </a:prstGeom>
          <a:noFill/>
          <a:ln>
            <a:noFill/>
          </a:ln>
        </p:spPr>
        <p:txBody>
          <a:bodyPr anchorCtr="0" anchor="t" bIns="0" lIns="0" spcFirstLastPara="1" rIns="0" wrap="square" tIns="0">
            <a:noAutofit/>
          </a:bodyPr>
          <a:lstStyle>
            <a:lvl1pPr indent="-292100" lvl="0" marL="457200" algn="l">
              <a:lnSpc>
                <a:spcPct val="114000"/>
              </a:lnSpc>
              <a:spcBef>
                <a:spcPts val="0"/>
              </a:spcBef>
              <a:spcAft>
                <a:spcPts val="0"/>
              </a:spcAft>
              <a:buClr>
                <a:schemeClr val="dk1"/>
              </a:buClr>
              <a:buSzPts val="1000"/>
              <a:buFont typeface="Noto Sans"/>
              <a:buChar char="⦿"/>
              <a:defRPr sz="1600"/>
            </a:lvl1pPr>
            <a:lvl2pPr indent="-279400" lvl="1" marL="914400" algn="l">
              <a:lnSpc>
                <a:spcPct val="114000"/>
              </a:lnSpc>
              <a:spcBef>
                <a:spcPts val="0"/>
              </a:spcBef>
              <a:spcAft>
                <a:spcPts val="0"/>
              </a:spcAft>
              <a:buClr>
                <a:schemeClr val="dk1"/>
              </a:buClr>
              <a:buSzPts val="800"/>
              <a:buChar char="•"/>
              <a:defRPr/>
            </a:lvl2pPr>
            <a:lvl3pPr indent="-273050" lvl="2" marL="1371600" algn="l">
              <a:lnSpc>
                <a:spcPct val="114000"/>
              </a:lnSpc>
              <a:spcBef>
                <a:spcPts val="0"/>
              </a:spcBef>
              <a:spcAft>
                <a:spcPts val="0"/>
              </a:spcAft>
              <a:buClr>
                <a:schemeClr val="dk1"/>
              </a:buClr>
              <a:buSzPts val="700"/>
              <a:buChar char="•"/>
              <a:defRPr/>
            </a:lvl3pPr>
            <a:lvl4pPr indent="-254000" lvl="3" marL="1828800" algn="l">
              <a:lnSpc>
                <a:spcPct val="114000"/>
              </a:lnSpc>
              <a:spcBef>
                <a:spcPts val="0"/>
              </a:spcBef>
              <a:spcAft>
                <a:spcPts val="0"/>
              </a:spcAft>
              <a:buClr>
                <a:schemeClr val="dk1"/>
              </a:buClr>
              <a:buSzPts val="400"/>
              <a:buChar char="•"/>
              <a:defRPr/>
            </a:lvl4pPr>
            <a:lvl5pPr indent="-279400" lvl="4" marL="2286000" algn="l">
              <a:lnSpc>
                <a:spcPct val="114000"/>
              </a:lnSpc>
              <a:spcBef>
                <a:spcPts val="0"/>
              </a:spcBef>
              <a:spcAft>
                <a:spcPts val="0"/>
              </a:spcAft>
              <a:buClr>
                <a:schemeClr val="dk1"/>
              </a:buClr>
              <a:buSzPts val="800"/>
              <a:buChar char="•"/>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cxnSp>
        <p:nvCxnSpPr>
          <p:cNvPr id="1051" name="Google Shape;1051;p139"/>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052" name="Google Shape;1052;p139"/>
          <p:cNvSpPr txBox="1"/>
          <p:nvPr>
            <p:ph idx="12" type="sldNum"/>
          </p:nvPr>
        </p:nvSpPr>
        <p:spPr>
          <a:xfrm>
            <a:off x="6738654"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53" name="Google Shape;1053;p13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None/>
              <a:defRPr/>
            </a:lvl1pPr>
            <a:lvl2pPr lvl="1" algn="l">
              <a:lnSpc>
                <a:spcPct val="100000"/>
              </a:lnSpc>
              <a:spcBef>
                <a:spcPts val="0"/>
              </a:spcBef>
              <a:spcAft>
                <a:spcPts val="0"/>
              </a:spcAft>
              <a:buSzPts val="1000"/>
              <a:buNone/>
              <a:defRPr/>
            </a:lvl2pPr>
            <a:lvl3pPr lvl="2" algn="l">
              <a:lnSpc>
                <a:spcPct val="100000"/>
              </a:lnSpc>
              <a:spcBef>
                <a:spcPts val="0"/>
              </a:spcBef>
              <a:spcAft>
                <a:spcPts val="0"/>
              </a:spcAft>
              <a:buSzPts val="1000"/>
              <a:buNone/>
              <a:defRPr/>
            </a:lvl3pPr>
            <a:lvl4pPr lvl="3" algn="l">
              <a:lnSpc>
                <a:spcPct val="100000"/>
              </a:lnSpc>
              <a:spcBef>
                <a:spcPts val="0"/>
              </a:spcBef>
              <a:spcAft>
                <a:spcPts val="0"/>
              </a:spcAft>
              <a:buSzPts val="1000"/>
              <a:buNone/>
              <a:defRPr/>
            </a:lvl4pPr>
            <a:lvl5pPr lvl="4" algn="l">
              <a:lnSpc>
                <a:spcPct val="100000"/>
              </a:lnSpc>
              <a:spcBef>
                <a:spcPts val="0"/>
              </a:spcBef>
              <a:spcAft>
                <a:spcPts val="0"/>
              </a:spcAft>
              <a:buSzPts val="1000"/>
              <a:buNone/>
              <a:defRPr/>
            </a:lvl5pPr>
            <a:lvl6pPr lvl="5" algn="l">
              <a:lnSpc>
                <a:spcPct val="100000"/>
              </a:lnSpc>
              <a:spcBef>
                <a:spcPts val="0"/>
              </a:spcBef>
              <a:spcAft>
                <a:spcPts val="0"/>
              </a:spcAft>
              <a:buSzPts val="1000"/>
              <a:buNone/>
              <a:defRPr/>
            </a:lvl6pPr>
            <a:lvl7pPr lvl="6" algn="l">
              <a:lnSpc>
                <a:spcPct val="100000"/>
              </a:lnSpc>
              <a:spcBef>
                <a:spcPts val="0"/>
              </a:spcBef>
              <a:spcAft>
                <a:spcPts val="0"/>
              </a:spcAft>
              <a:buSzPts val="1000"/>
              <a:buNone/>
              <a:defRPr/>
            </a:lvl7pPr>
            <a:lvl8pPr lvl="7" algn="l">
              <a:lnSpc>
                <a:spcPct val="100000"/>
              </a:lnSpc>
              <a:spcBef>
                <a:spcPts val="0"/>
              </a:spcBef>
              <a:spcAft>
                <a:spcPts val="0"/>
              </a:spcAft>
              <a:buSzPts val="1000"/>
              <a:buNone/>
              <a:defRPr/>
            </a:lvl8pPr>
            <a:lvl9pPr lvl="8" algn="l">
              <a:lnSpc>
                <a:spcPct val="100000"/>
              </a:lnSpc>
              <a:spcBef>
                <a:spcPts val="0"/>
              </a:spcBef>
              <a:spcAft>
                <a:spcPts val="0"/>
              </a:spcAft>
              <a:buSzPts val="1000"/>
              <a:buNone/>
              <a:defRPr/>
            </a:lvl9pPr>
          </a:lstStyle>
          <a:p/>
        </p:txBody>
      </p:sp>
      <p:sp>
        <p:nvSpPr>
          <p:cNvPr id="1054" name="Google Shape;1054;p139"/>
          <p:cNvSpPr txBox="1"/>
          <p:nvPr>
            <p:ph idx="2"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no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
    <p:spTree>
      <p:nvGrpSpPr>
        <p:cNvPr id="1055" name="Shape 1055"/>
        <p:cNvGrpSpPr/>
        <p:nvPr/>
      </p:nvGrpSpPr>
      <p:grpSpPr>
        <a:xfrm>
          <a:off x="0" y="0"/>
          <a:ext cx="0" cy="0"/>
          <a:chOff x="0" y="0"/>
          <a:chExt cx="0" cy="0"/>
        </a:xfrm>
      </p:grpSpPr>
      <p:sp>
        <p:nvSpPr>
          <p:cNvPr id="1056" name="Google Shape;1056;p140"/>
          <p:cNvSpPr txBox="1"/>
          <p:nvPr>
            <p:ph type="title"/>
          </p:nvPr>
        </p:nvSpPr>
        <p:spPr>
          <a:xfrm>
            <a:off x="685800" y="521208"/>
            <a:ext cx="7772400" cy="445800"/>
          </a:xfrm>
          <a:prstGeom prst="rect">
            <a:avLst/>
          </a:prstGeom>
          <a:noFill/>
          <a:ln>
            <a:noFill/>
          </a:ln>
        </p:spPr>
        <p:txBody>
          <a:bodyPr anchorCtr="0" anchor="b" bIns="0" lIns="0" spcFirstLastPara="1" rIns="0" wrap="square" tIns="25700">
            <a:noAutofit/>
          </a:bodyPr>
          <a:lstStyle>
            <a:lvl1pPr lvl="0" algn="l">
              <a:lnSpc>
                <a:spcPct val="90000"/>
              </a:lnSpc>
              <a:spcBef>
                <a:spcPts val="0"/>
              </a:spcBef>
              <a:spcAft>
                <a:spcPts val="0"/>
              </a:spcAft>
              <a:buClr>
                <a:schemeClr val="dk1"/>
              </a:buClr>
              <a:buSzPts val="2600"/>
              <a:buFont typeface="Calibri"/>
              <a:buNone/>
              <a:defRPr b="0" sz="26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7" name="Google Shape;1057;p140"/>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1058" name="Shape 1058"/>
        <p:cNvGrpSpPr/>
        <p:nvPr/>
      </p:nvGrpSpPr>
      <p:grpSpPr>
        <a:xfrm>
          <a:off x="0" y="0"/>
          <a:ext cx="0" cy="0"/>
          <a:chOff x="0" y="0"/>
          <a:chExt cx="0" cy="0"/>
        </a:xfrm>
      </p:grpSpPr>
      <p:cxnSp>
        <p:nvCxnSpPr>
          <p:cNvPr id="1059" name="Google Shape;1059;p141"/>
          <p:cNvCxnSpPr/>
          <p:nvPr/>
        </p:nvCxnSpPr>
        <p:spPr>
          <a:xfrm>
            <a:off x="339879" y="571500"/>
            <a:ext cx="8457600" cy="0"/>
          </a:xfrm>
          <a:prstGeom prst="straightConnector1">
            <a:avLst/>
          </a:prstGeom>
          <a:noFill/>
          <a:ln cap="flat" cmpd="sng" w="9525">
            <a:solidFill>
              <a:schemeClr val="accent1"/>
            </a:solidFill>
            <a:prstDash val="solid"/>
            <a:miter lim="800000"/>
            <a:headEnd len="sm" w="sm" type="none"/>
            <a:tailEnd len="sm" w="sm" type="none"/>
          </a:ln>
        </p:spPr>
      </p:cxnSp>
      <p:sp>
        <p:nvSpPr>
          <p:cNvPr id="1060" name="Google Shape;1060;p141"/>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888888"/>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61" name="Google Shape;1061;p141"/>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algn="l">
              <a:lnSpc>
                <a:spcPct val="266666"/>
              </a:lnSpc>
              <a:spcBef>
                <a:spcPts val="0"/>
              </a:spcBef>
              <a:spcAft>
                <a:spcPts val="0"/>
              </a:spcAft>
              <a:buClr>
                <a:schemeClr val="dk1"/>
              </a:buClr>
              <a:buSzPts val="700"/>
              <a:buFont typeface="Arial"/>
              <a:buNone/>
              <a:defRPr/>
            </a:lvl1pPr>
            <a:lvl2pPr lvl="1" algn="l">
              <a:lnSpc>
                <a:spcPct val="100000"/>
              </a:lnSpc>
              <a:spcBef>
                <a:spcPts val="0"/>
              </a:spcBef>
              <a:spcAft>
                <a:spcPts val="0"/>
              </a:spcAft>
              <a:buSzPts val="500"/>
              <a:buNone/>
              <a:defRPr/>
            </a:lvl2pPr>
            <a:lvl3pPr lvl="2" algn="l">
              <a:lnSpc>
                <a:spcPct val="100000"/>
              </a:lnSpc>
              <a:spcBef>
                <a:spcPts val="0"/>
              </a:spcBef>
              <a:spcAft>
                <a:spcPts val="0"/>
              </a:spcAft>
              <a:buSzPts val="500"/>
              <a:buNone/>
              <a:defRPr/>
            </a:lvl3pPr>
            <a:lvl4pPr lvl="3" algn="l">
              <a:lnSpc>
                <a:spcPct val="100000"/>
              </a:lnSpc>
              <a:spcBef>
                <a:spcPts val="0"/>
              </a:spcBef>
              <a:spcAft>
                <a:spcPts val="0"/>
              </a:spcAft>
              <a:buSzPts val="500"/>
              <a:buNone/>
              <a:defRPr/>
            </a:lvl4pPr>
            <a:lvl5pPr lvl="4" algn="l">
              <a:lnSpc>
                <a:spcPct val="100000"/>
              </a:lnSpc>
              <a:spcBef>
                <a:spcPts val="0"/>
              </a:spcBef>
              <a:spcAft>
                <a:spcPts val="0"/>
              </a:spcAft>
              <a:buSzPts val="500"/>
              <a:buNone/>
              <a:defRPr/>
            </a:lvl5pPr>
            <a:lvl6pPr lvl="5" algn="l">
              <a:lnSpc>
                <a:spcPct val="100000"/>
              </a:lnSpc>
              <a:spcBef>
                <a:spcPts val="0"/>
              </a:spcBef>
              <a:spcAft>
                <a:spcPts val="0"/>
              </a:spcAft>
              <a:buSzPts val="500"/>
              <a:buNone/>
              <a:defRPr/>
            </a:lvl6pPr>
            <a:lvl7pPr lvl="6" algn="l">
              <a:lnSpc>
                <a:spcPct val="100000"/>
              </a:lnSpc>
              <a:spcBef>
                <a:spcPts val="0"/>
              </a:spcBef>
              <a:spcAft>
                <a:spcPts val="0"/>
              </a:spcAft>
              <a:buSzPts val="500"/>
              <a:buNone/>
              <a:defRPr/>
            </a:lvl7pPr>
            <a:lvl8pPr lvl="7" algn="l">
              <a:lnSpc>
                <a:spcPct val="100000"/>
              </a:lnSpc>
              <a:spcBef>
                <a:spcPts val="0"/>
              </a:spcBef>
              <a:spcAft>
                <a:spcPts val="0"/>
              </a:spcAft>
              <a:buSzPts val="500"/>
              <a:buNone/>
              <a:defRPr/>
            </a:lvl8pPr>
            <a:lvl9pPr lvl="8" algn="l">
              <a:lnSpc>
                <a:spcPct val="100000"/>
              </a:lnSpc>
              <a:spcBef>
                <a:spcPts val="0"/>
              </a:spcBef>
              <a:spcAft>
                <a:spcPts val="0"/>
              </a:spcAft>
              <a:buSzPts val="500"/>
              <a:buNone/>
              <a:defRPr/>
            </a:lvl9pPr>
          </a:lstStyle>
          <a:p/>
        </p:txBody>
      </p:sp>
      <p:sp>
        <p:nvSpPr>
          <p:cNvPr id="1062" name="Google Shape;1062;p141"/>
          <p:cNvSpPr txBox="1"/>
          <p:nvPr>
            <p:ph idx="1" type="body"/>
          </p:nvPr>
        </p:nvSpPr>
        <p:spPr>
          <a:xfrm>
            <a:off x="0" y="4589502"/>
            <a:ext cx="9144000" cy="554100"/>
          </a:xfrm>
          <a:prstGeom prst="rect">
            <a:avLst/>
          </a:prstGeom>
          <a:solidFill>
            <a:schemeClr val="dk1"/>
          </a:solidFill>
          <a:ln>
            <a:noFill/>
          </a:ln>
        </p:spPr>
        <p:txBody>
          <a:bodyPr anchorCtr="0" anchor="b" bIns="171425" lIns="342875" spcFirstLastPara="1" rIns="342875" wrap="square" tIns="171425">
            <a:spAutoFit/>
          </a:bodyPr>
          <a:lstStyle>
            <a:lvl1pPr indent="-228600" lvl="0" marL="457200" algn="ctr">
              <a:lnSpc>
                <a:spcPct val="114000"/>
              </a:lnSpc>
              <a:spcBef>
                <a:spcPts val="0"/>
              </a:spcBef>
              <a:spcAft>
                <a:spcPts val="0"/>
              </a:spcAft>
              <a:buClr>
                <a:schemeClr val="lt1"/>
              </a:buClr>
              <a:buSzPts val="800"/>
              <a:buNone/>
              <a:defRPr b="1" sz="1300">
                <a:solidFill>
                  <a:schemeClr val="lt1"/>
                </a:solidFill>
              </a:defRPr>
            </a:lvl1pPr>
            <a:lvl2pPr indent="-336550" lvl="1" marL="914400" algn="l">
              <a:lnSpc>
                <a:spcPct val="114000"/>
              </a:lnSpc>
              <a:spcBef>
                <a:spcPts val="0"/>
              </a:spcBef>
              <a:spcAft>
                <a:spcPts val="0"/>
              </a:spcAft>
              <a:buClr>
                <a:schemeClr val="lt1"/>
              </a:buClr>
              <a:buSzPts val="1700"/>
              <a:buChar char="•"/>
              <a:defRPr>
                <a:solidFill>
                  <a:schemeClr val="lt1"/>
                </a:solidFill>
              </a:defRPr>
            </a:lvl2pPr>
            <a:lvl3pPr indent="-323850" lvl="2" marL="1371600" algn="l">
              <a:lnSpc>
                <a:spcPct val="114000"/>
              </a:lnSpc>
              <a:spcBef>
                <a:spcPts val="0"/>
              </a:spcBef>
              <a:spcAft>
                <a:spcPts val="0"/>
              </a:spcAft>
              <a:buClr>
                <a:schemeClr val="lt1"/>
              </a:buClr>
              <a:buSzPts val="1500"/>
              <a:buChar char="o"/>
              <a:defRPr>
                <a:solidFill>
                  <a:schemeClr val="lt1"/>
                </a:solidFill>
              </a:defRPr>
            </a:lvl3pPr>
            <a:lvl4pPr indent="-285750" lvl="3" marL="1828800" algn="l">
              <a:lnSpc>
                <a:spcPct val="114000"/>
              </a:lnSpc>
              <a:spcBef>
                <a:spcPts val="0"/>
              </a:spcBef>
              <a:spcAft>
                <a:spcPts val="0"/>
              </a:spcAft>
              <a:buClr>
                <a:schemeClr val="lt1"/>
              </a:buClr>
              <a:buSzPts val="900"/>
              <a:buChar char="⦿"/>
              <a:defRPr>
                <a:solidFill>
                  <a:schemeClr val="lt1"/>
                </a:solidFill>
              </a:defRPr>
            </a:lvl4pPr>
            <a:lvl5pPr indent="-336550" lvl="4" marL="2286000" algn="l">
              <a:lnSpc>
                <a:spcPct val="114000"/>
              </a:lnSpc>
              <a:spcBef>
                <a:spcPts val="0"/>
              </a:spcBef>
              <a:spcAft>
                <a:spcPts val="0"/>
              </a:spcAft>
              <a:buClr>
                <a:schemeClr val="lt1"/>
              </a:buClr>
              <a:buSzPts val="1700"/>
              <a:buChar char="•"/>
              <a:defRPr>
                <a:solidFill>
                  <a:schemeClr val="lt1"/>
                </a:solidFill>
              </a:defRPr>
            </a:lvl5pPr>
            <a:lvl6pPr indent="-273050" lvl="5" marL="2743200" algn="l">
              <a:lnSpc>
                <a:spcPct val="90000"/>
              </a:lnSpc>
              <a:spcBef>
                <a:spcPts val="300"/>
              </a:spcBef>
              <a:spcAft>
                <a:spcPts val="0"/>
              </a:spcAft>
              <a:buClr>
                <a:schemeClr val="dk1"/>
              </a:buClr>
              <a:buSzPts val="700"/>
              <a:buChar char="•"/>
              <a:defRPr/>
            </a:lvl6pPr>
            <a:lvl7pPr indent="-273050" lvl="6" marL="3200400" algn="l">
              <a:lnSpc>
                <a:spcPct val="90000"/>
              </a:lnSpc>
              <a:spcBef>
                <a:spcPts val="300"/>
              </a:spcBef>
              <a:spcAft>
                <a:spcPts val="0"/>
              </a:spcAft>
              <a:buClr>
                <a:schemeClr val="dk1"/>
              </a:buClr>
              <a:buSzPts val="700"/>
              <a:buChar char="•"/>
              <a:defRPr/>
            </a:lvl7pPr>
            <a:lvl8pPr indent="-273050" lvl="7" marL="3657600" algn="l">
              <a:lnSpc>
                <a:spcPct val="90000"/>
              </a:lnSpc>
              <a:spcBef>
                <a:spcPts val="300"/>
              </a:spcBef>
              <a:spcAft>
                <a:spcPts val="0"/>
              </a:spcAft>
              <a:buClr>
                <a:schemeClr val="dk1"/>
              </a:buClr>
              <a:buSzPts val="700"/>
              <a:buChar char="•"/>
              <a:defRPr/>
            </a:lvl8pPr>
            <a:lvl9pPr indent="-273050" lvl="8" marL="4114800" algn="l">
              <a:lnSpc>
                <a:spcPct val="90000"/>
              </a:lnSpc>
              <a:spcBef>
                <a:spcPts val="300"/>
              </a:spcBef>
              <a:spcAft>
                <a:spcPts val="0"/>
              </a:spcAft>
              <a:buClr>
                <a:schemeClr val="dk1"/>
              </a:buClr>
              <a:buSzPts val="700"/>
              <a:buChar char="•"/>
              <a:defRPr/>
            </a:lvl9pPr>
          </a:lstStyle>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ection 05 (blue) layout 02">
  <p:cSld name="5_Section 05 (blue) layout 02">
    <p:bg>
      <p:bgPr>
        <a:solidFill>
          <a:srgbClr val="5EAEE0"/>
        </a:solidFill>
      </p:bgPr>
    </p:bg>
    <p:spTree>
      <p:nvGrpSpPr>
        <p:cNvPr id="1063" name="Shape 1063"/>
        <p:cNvGrpSpPr/>
        <p:nvPr/>
      </p:nvGrpSpPr>
      <p:grpSpPr>
        <a:xfrm>
          <a:off x="0" y="0"/>
          <a:ext cx="0" cy="0"/>
          <a:chOff x="0" y="0"/>
          <a:chExt cx="0" cy="0"/>
        </a:xfrm>
      </p:grpSpPr>
      <p:sp>
        <p:nvSpPr>
          <p:cNvPr id="1064" name="Google Shape;1064;p14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65" name="Google Shape;1065;p14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66" name="Google Shape;1066;p14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67" name="Google Shape;1067;p14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68" name="Google Shape;1068;p142"/>
          <p:cNvSpPr/>
          <p:nvPr/>
        </p:nvSpPr>
        <p:spPr>
          <a:xfrm>
            <a:off x="8660526" y="4704907"/>
            <a:ext cx="491700" cy="191400"/>
          </a:xfrm>
          <a:prstGeom prst="rect">
            <a:avLst/>
          </a:prstGeom>
          <a:solidFill>
            <a:srgbClr val="5EAEE0"/>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69" name="Google Shape;1069;p14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70" name="Google Shape;1070;p142"/>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000000"/>
              </a:buClr>
              <a:buSzPts val="1200"/>
              <a:buFont typeface="Arial"/>
              <a:buNone/>
              <a:defRPr sz="1200"/>
            </a:lvl1pPr>
            <a:lvl2pPr indent="-304800" lvl="1" marL="914400" algn="l">
              <a:lnSpc>
                <a:spcPct val="90000"/>
              </a:lnSpc>
              <a:spcBef>
                <a:spcPts val="200"/>
              </a:spcBef>
              <a:spcAft>
                <a:spcPts val="0"/>
              </a:spcAft>
              <a:buClr>
                <a:srgbClr val="000000"/>
              </a:buClr>
              <a:buSzPts val="1200"/>
              <a:buChar char="•"/>
              <a:defRPr sz="1200"/>
            </a:lvl2pPr>
            <a:lvl3pPr indent="-304800" lvl="2" marL="1371600" algn="l">
              <a:lnSpc>
                <a:spcPct val="90000"/>
              </a:lnSpc>
              <a:spcBef>
                <a:spcPts val="200"/>
              </a:spcBef>
              <a:spcAft>
                <a:spcPts val="0"/>
              </a:spcAft>
              <a:buClr>
                <a:srgbClr val="000000"/>
              </a:buClr>
              <a:buSzPts val="1200"/>
              <a:buChar char="•"/>
              <a:defRPr sz="1200"/>
            </a:lvl3pPr>
            <a:lvl4pPr indent="-304800" lvl="3" marL="1828800" algn="l">
              <a:lnSpc>
                <a:spcPct val="90000"/>
              </a:lnSpc>
              <a:spcBef>
                <a:spcPts val="200"/>
              </a:spcBef>
              <a:spcAft>
                <a:spcPts val="0"/>
              </a:spcAft>
              <a:buClr>
                <a:srgbClr val="000000"/>
              </a:buClr>
              <a:buSzPts val="1200"/>
              <a:buChar char="•"/>
              <a:defRPr sz="1200"/>
            </a:lvl4pPr>
            <a:lvl5pPr indent="-304800" lvl="4" marL="2286000" algn="l">
              <a:lnSpc>
                <a:spcPct val="90000"/>
              </a:lnSpc>
              <a:spcBef>
                <a:spcPts val="200"/>
              </a:spcBef>
              <a:spcAft>
                <a:spcPts val="0"/>
              </a:spcAft>
              <a:buClr>
                <a:srgbClr val="000000"/>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071" name="Google Shape;1071;p14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I.A. Outline">
  <p:cSld name="Content - I.A. Outline">
    <p:spTree>
      <p:nvGrpSpPr>
        <p:cNvPr id="1072" name="Shape 1072"/>
        <p:cNvGrpSpPr/>
        <p:nvPr/>
      </p:nvGrpSpPr>
      <p:grpSpPr>
        <a:xfrm>
          <a:off x="0" y="0"/>
          <a:ext cx="0" cy="0"/>
          <a:chOff x="0" y="0"/>
          <a:chExt cx="0" cy="0"/>
        </a:xfrm>
      </p:grpSpPr>
      <p:sp>
        <p:nvSpPr>
          <p:cNvPr id="1073" name="Google Shape;1073;p143"/>
          <p:cNvSpPr txBox="1"/>
          <p:nvPr/>
        </p:nvSpPr>
        <p:spPr>
          <a:xfrm>
            <a:off x="4559300" y="4983956"/>
            <a:ext cx="1386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143"/>
          <p:cNvSpPr txBox="1"/>
          <p:nvPr>
            <p:ph idx="1" type="body"/>
          </p:nvPr>
        </p:nvSpPr>
        <p:spPr>
          <a:xfrm>
            <a:off x="328613" y="212776"/>
            <a:ext cx="8584800" cy="560700"/>
          </a:xfrm>
          <a:prstGeom prst="rect">
            <a:avLst/>
          </a:prstGeom>
          <a:noFill/>
          <a:ln>
            <a:noFill/>
          </a:ln>
        </p:spPr>
        <p:txBody>
          <a:bodyPr anchorCtr="0" anchor="ctr" bIns="34275" lIns="68575" spcFirstLastPara="1" rIns="68575" wrap="square" tIns="34275">
            <a:normAutofit/>
          </a:bodyPr>
          <a:lstStyle>
            <a:lvl1pPr indent="-228600" lvl="0" marL="457200" marR="0" algn="r">
              <a:lnSpc>
                <a:spcPct val="100000"/>
              </a:lnSpc>
              <a:spcBef>
                <a:spcPts val="800"/>
              </a:spcBef>
              <a:spcAft>
                <a:spcPts val="0"/>
              </a:spcAft>
              <a:buClr>
                <a:srgbClr val="2E398E"/>
              </a:buClr>
              <a:buSzPts val="2500"/>
              <a:buFont typeface="Noto Sans"/>
              <a:buNone/>
              <a:defRPr b="1" i="0" sz="3300" u="none" cap="none" strike="noStrike">
                <a:solidFill>
                  <a:srgbClr val="2E398E"/>
                </a:solidFill>
                <a:latin typeface="Arial"/>
                <a:ea typeface="Arial"/>
                <a:cs typeface="Arial"/>
                <a:sym typeface="Arial"/>
              </a:defRPr>
            </a:lvl1pPr>
            <a:lvl2pPr indent="-400050" lvl="1" marL="914400" marR="0" algn="l">
              <a:lnSpc>
                <a:spcPct val="100000"/>
              </a:lnSpc>
              <a:spcBef>
                <a:spcPts val="500"/>
              </a:spcBef>
              <a:spcAft>
                <a:spcPts val="0"/>
              </a:spcAft>
              <a:buClr>
                <a:schemeClr val="dk1"/>
              </a:buClr>
              <a:buSzPts val="2700"/>
              <a:buFont typeface="Calibri"/>
              <a:buChar char="–"/>
              <a:defRPr b="0" i="0" sz="2700" u="none" cap="none" strike="noStrike">
                <a:solidFill>
                  <a:schemeClr val="dk1"/>
                </a:solidFill>
                <a:latin typeface="Calibri"/>
                <a:ea typeface="Calibri"/>
                <a:cs typeface="Calibri"/>
                <a:sym typeface="Calibri"/>
              </a:defRPr>
            </a:lvl2pPr>
            <a:lvl3pPr indent="-323850" lvl="2" marL="1371600" marR="0" algn="l">
              <a:lnSpc>
                <a:spcPct val="90000"/>
              </a:lnSpc>
              <a:spcBef>
                <a:spcPts val="5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75" name="Google Shape;1075;p143"/>
          <p:cNvSpPr txBox="1"/>
          <p:nvPr>
            <p:ph idx="2" type="body"/>
          </p:nvPr>
        </p:nvSpPr>
        <p:spPr>
          <a:xfrm>
            <a:off x="328613" y="991960"/>
            <a:ext cx="8585100" cy="3651600"/>
          </a:xfrm>
          <a:prstGeom prst="rect">
            <a:avLst/>
          </a:prstGeom>
          <a:noFill/>
          <a:ln>
            <a:noFill/>
          </a:ln>
        </p:spPr>
        <p:txBody>
          <a:bodyPr anchorCtr="0" anchor="t" bIns="34275" lIns="68575" spcFirstLastPara="1" rIns="68575" wrap="square" tIns="34275">
            <a:normAutofit/>
          </a:bodyPr>
          <a:lstStyle>
            <a:lvl1pPr indent="-400050" lvl="0" marL="457200" marR="0" algn="l">
              <a:lnSpc>
                <a:spcPct val="110000"/>
              </a:lnSpc>
              <a:spcBef>
                <a:spcPts val="0"/>
              </a:spcBef>
              <a:spcAft>
                <a:spcPts val="0"/>
              </a:spcAft>
              <a:buClr>
                <a:schemeClr val="dk1"/>
              </a:buClr>
              <a:buSzPts val="2700"/>
              <a:buFont typeface="Calibri"/>
              <a:buAutoNum type="romanUcPeriod"/>
              <a:defRPr b="0" i="0" sz="2700" u="none" cap="none" strike="noStrike">
                <a:solidFill>
                  <a:schemeClr val="dk1"/>
                </a:solidFill>
                <a:latin typeface="Arial"/>
                <a:ea typeface="Arial"/>
                <a:cs typeface="Arial"/>
                <a:sym typeface="Arial"/>
              </a:defRPr>
            </a:lvl1pPr>
            <a:lvl2pPr indent="-400050" lvl="1" marL="914400" marR="0" algn="l">
              <a:lnSpc>
                <a:spcPct val="110000"/>
              </a:lnSpc>
              <a:spcBef>
                <a:spcPts val="900"/>
              </a:spcBef>
              <a:spcAft>
                <a:spcPts val="0"/>
              </a:spcAft>
              <a:buClr>
                <a:schemeClr val="dk1"/>
              </a:buClr>
              <a:buSzPts val="2700"/>
              <a:buFont typeface="Calibri"/>
              <a:buAutoNum type="alphaUcPeriod"/>
              <a:defRPr b="0" i="0" sz="2700" u="none" cap="none" strike="noStrike">
                <a:solidFill>
                  <a:schemeClr val="dk1"/>
                </a:solidFill>
                <a:latin typeface="Arial"/>
                <a:ea typeface="Arial"/>
                <a:cs typeface="Arial"/>
                <a:sym typeface="Arial"/>
              </a:defRPr>
            </a:lvl2pPr>
            <a:lvl3pPr indent="-400050" lvl="2" marL="1371600" marR="0" algn="l">
              <a:lnSpc>
                <a:spcPct val="110000"/>
              </a:lnSpc>
              <a:spcBef>
                <a:spcPts val="900"/>
              </a:spcBef>
              <a:spcAft>
                <a:spcPts val="0"/>
              </a:spcAft>
              <a:buClr>
                <a:schemeClr val="dk1"/>
              </a:buClr>
              <a:buSzPts val="2700"/>
              <a:buFont typeface="Calibri"/>
              <a:buAutoNum type="romanLcPeriod"/>
              <a:defRPr b="0" i="0" sz="2700" u="none" cap="none" strike="noStrike">
                <a:solidFill>
                  <a:schemeClr val="dk1"/>
                </a:solidFill>
                <a:latin typeface="Arial"/>
                <a:ea typeface="Arial"/>
                <a:cs typeface="Arial"/>
                <a:sym typeface="Arial"/>
              </a:defRPr>
            </a:lvl3pPr>
            <a:lvl4pPr indent="-381000" lvl="3" marL="1828800" marR="0" algn="l">
              <a:lnSpc>
                <a:spcPct val="90000"/>
              </a:lnSpc>
              <a:spcBef>
                <a:spcPts val="900"/>
              </a:spcBef>
              <a:spcAft>
                <a:spcPts val="0"/>
              </a:spcAft>
              <a:buClr>
                <a:srgbClr val="595959"/>
              </a:buClr>
              <a:buSzPts val="2400"/>
              <a:buFont typeface="Arial"/>
              <a:buChar char="•"/>
              <a:defRPr b="0" i="0" sz="2400" u="none" cap="none" strike="noStrike">
                <a:solidFill>
                  <a:srgbClr val="595959"/>
                </a:solidFill>
                <a:latin typeface="Calibri"/>
                <a:ea typeface="Calibri"/>
                <a:cs typeface="Calibri"/>
                <a:sym typeface="Calibri"/>
              </a:defRPr>
            </a:lvl4pPr>
            <a:lvl5pPr indent="-381000" lvl="4" marL="2286000" marR="0" algn="l">
              <a:lnSpc>
                <a:spcPct val="90000"/>
              </a:lnSpc>
              <a:spcBef>
                <a:spcPts val="400"/>
              </a:spcBef>
              <a:spcAft>
                <a:spcPts val="0"/>
              </a:spcAft>
              <a:buClr>
                <a:srgbClr val="595959"/>
              </a:buClr>
              <a:buSzPts val="2400"/>
              <a:buFont typeface="Arial"/>
              <a:buChar char="•"/>
              <a:defRPr b="0" i="0" sz="2400" u="none" cap="none" strike="noStrike">
                <a:solidFill>
                  <a:srgbClr val="595959"/>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076" name="Google Shape;1076;p143"/>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2E398E"/>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p:cSld name="1_Half Column Numbers 5">
    <p:spTree>
      <p:nvGrpSpPr>
        <p:cNvPr id="1077" name="Shape 1077"/>
        <p:cNvGrpSpPr/>
        <p:nvPr/>
      </p:nvGrpSpPr>
      <p:grpSpPr>
        <a:xfrm>
          <a:off x="0" y="0"/>
          <a:ext cx="0" cy="0"/>
          <a:chOff x="0" y="0"/>
          <a:chExt cx="0" cy="0"/>
        </a:xfrm>
      </p:grpSpPr>
      <p:sp>
        <p:nvSpPr>
          <p:cNvPr id="1078" name="Google Shape;1078;p144"/>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79" name="Google Shape;1079;p144"/>
          <p:cNvSpPr txBox="1"/>
          <p:nvPr>
            <p:ph idx="1" type="body"/>
          </p:nvPr>
        </p:nvSpPr>
        <p:spPr>
          <a:xfrm>
            <a:off x="339880" y="956930"/>
            <a:ext cx="8460300" cy="3434100"/>
          </a:xfrm>
          <a:prstGeom prst="rect">
            <a:avLst/>
          </a:prstGeom>
          <a:noFill/>
          <a:ln>
            <a:noFill/>
          </a:ln>
        </p:spPr>
        <p:txBody>
          <a:bodyPr anchorCtr="0" anchor="t" bIns="0" lIns="0" spcFirstLastPara="1" rIns="0" wrap="square" tIns="0">
            <a:norm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1080" name="Google Shape;1080;p144"/>
          <p:cNvSpPr txBox="1"/>
          <p:nvPr>
            <p:ph type="title"/>
          </p:nvPr>
        </p:nvSpPr>
        <p:spPr>
          <a:xfrm>
            <a:off x="341042"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81" name="Google Shape;1081;p144"/>
          <p:cNvSpPr/>
          <p:nvPr/>
        </p:nvSpPr>
        <p:spPr>
          <a:xfrm>
            <a:off x="8660526" y="4704907"/>
            <a:ext cx="491700" cy="191400"/>
          </a:xfrm>
          <a:prstGeom prst="rect">
            <a:avLst/>
          </a:prstGeom>
          <a:solidFill>
            <a:srgbClr val="5EAEE0">
              <a:alpha val="45100"/>
            </a:srgbClr>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82" name="Google Shape;1082;p144"/>
          <p:cNvSpPr txBox="1"/>
          <p:nvPr/>
        </p:nvSpPr>
        <p:spPr>
          <a:xfrm>
            <a:off x="8660526" y="4704907"/>
            <a:ext cx="2856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83" name="Google Shape;1083;p14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02 (green) layout 02">
  <p:cSld name="Section 02 (green) layout 02">
    <p:spTree>
      <p:nvGrpSpPr>
        <p:cNvPr id="1084" name="Shape 1084"/>
        <p:cNvGrpSpPr/>
        <p:nvPr/>
      </p:nvGrpSpPr>
      <p:grpSpPr>
        <a:xfrm>
          <a:off x="0" y="0"/>
          <a:ext cx="0" cy="0"/>
          <a:chOff x="0" y="0"/>
          <a:chExt cx="0" cy="0"/>
        </a:xfrm>
      </p:grpSpPr>
      <p:sp>
        <p:nvSpPr>
          <p:cNvPr id="1085" name="Google Shape;1085;p145"/>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86" name="Google Shape;1086;p145"/>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087" name="Google Shape;1087;p145"/>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088" name="Google Shape;1088;p145"/>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089" name="Google Shape;1089;p145"/>
          <p:cNvSpPr/>
          <p:nvPr/>
        </p:nvSpPr>
        <p:spPr>
          <a:xfrm>
            <a:off x="8660526" y="4704907"/>
            <a:ext cx="491700" cy="191400"/>
          </a:xfrm>
          <a:prstGeom prst="rect">
            <a:avLst/>
          </a:prstGeom>
          <a:solidFill>
            <a:srgbClr val="7AC79B"/>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90" name="Google Shape;1090;p145"/>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091" name="Google Shape;1091;p145"/>
          <p:cNvSpPr txBox="1"/>
          <p:nvPr>
            <p:ph idx="1" type="body"/>
          </p:nvPr>
        </p:nvSpPr>
        <p:spPr>
          <a:xfrm>
            <a:off x="353196" y="1194157"/>
            <a:ext cx="8406900" cy="33777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SzPts val="1000"/>
              <a:buNone/>
              <a:defRPr sz="1200"/>
            </a:lvl1pPr>
            <a:lvl2pPr indent="-336550" lvl="1" marL="914400" algn="l">
              <a:lnSpc>
                <a:spcPct val="114000"/>
              </a:lnSpc>
              <a:spcBef>
                <a:spcPts val="0"/>
              </a:spcBef>
              <a:spcAft>
                <a:spcPts val="0"/>
              </a:spcAft>
              <a:buSzPts val="1700"/>
              <a:buChar char="•"/>
              <a:defRPr sz="1200"/>
            </a:lvl2pPr>
            <a:lvl3pPr indent="-323850" lvl="2" marL="1371600" algn="l">
              <a:lnSpc>
                <a:spcPct val="114000"/>
              </a:lnSpc>
              <a:spcBef>
                <a:spcPts val="0"/>
              </a:spcBef>
              <a:spcAft>
                <a:spcPts val="0"/>
              </a:spcAft>
              <a:buSzPts val="1500"/>
              <a:buChar char="o"/>
              <a:defRPr sz="1200"/>
            </a:lvl3pPr>
            <a:lvl4pPr indent="-285750" lvl="3" marL="1828800" algn="l">
              <a:lnSpc>
                <a:spcPct val="114000"/>
              </a:lnSpc>
              <a:spcBef>
                <a:spcPts val="0"/>
              </a:spcBef>
              <a:spcAft>
                <a:spcPts val="0"/>
              </a:spcAft>
              <a:buSzPts val="900"/>
              <a:buChar char="⦿"/>
              <a:defRPr sz="1200"/>
            </a:lvl4pPr>
            <a:lvl5pPr indent="-336550" lvl="4" marL="2286000" algn="l">
              <a:lnSpc>
                <a:spcPct val="114000"/>
              </a:lnSpc>
              <a:spcBef>
                <a:spcPts val="0"/>
              </a:spcBef>
              <a:spcAft>
                <a:spcPts val="0"/>
              </a:spcAft>
              <a:buSzPts val="1700"/>
              <a:buChar char="•"/>
              <a:defRPr sz="1200"/>
            </a:lvl5pPr>
            <a:lvl6pPr indent="-292100" lvl="5" marL="2743200" algn="l">
              <a:lnSpc>
                <a:spcPct val="90000"/>
              </a:lnSpc>
              <a:spcBef>
                <a:spcPts val="300"/>
              </a:spcBef>
              <a:spcAft>
                <a:spcPts val="0"/>
              </a:spcAft>
              <a:buSzPts val="1000"/>
              <a:buChar char="•"/>
              <a:defRPr/>
            </a:lvl6pPr>
            <a:lvl7pPr indent="-292100" lvl="6" marL="3200400" algn="l">
              <a:lnSpc>
                <a:spcPct val="90000"/>
              </a:lnSpc>
              <a:spcBef>
                <a:spcPts val="300"/>
              </a:spcBef>
              <a:spcAft>
                <a:spcPts val="0"/>
              </a:spcAft>
              <a:buSzPts val="1000"/>
              <a:buChar char="•"/>
              <a:defRPr/>
            </a:lvl7pPr>
            <a:lvl8pPr indent="-292100" lvl="7" marL="3657600" algn="l">
              <a:lnSpc>
                <a:spcPct val="90000"/>
              </a:lnSpc>
              <a:spcBef>
                <a:spcPts val="300"/>
              </a:spcBef>
              <a:spcAft>
                <a:spcPts val="0"/>
              </a:spcAft>
              <a:buSzPts val="1000"/>
              <a:buChar char="•"/>
              <a:defRPr/>
            </a:lvl8pPr>
            <a:lvl9pPr indent="-292100" lvl="8" marL="4114800" algn="l">
              <a:lnSpc>
                <a:spcPct val="90000"/>
              </a:lnSpc>
              <a:spcBef>
                <a:spcPts val="300"/>
              </a:spcBef>
              <a:spcAft>
                <a:spcPts val="0"/>
              </a:spcAft>
              <a:buSzPts val="1000"/>
              <a:buChar char="•"/>
              <a:defRPr/>
            </a:lvl9pPr>
          </a:lstStyle>
          <a:p/>
        </p:txBody>
      </p:sp>
      <p:sp>
        <p:nvSpPr>
          <p:cNvPr id="1092" name="Google Shape;1092;p145"/>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05 (ice blue)_divder page">
  <p:cSld name="6_Section 05 (ice blue)_divder page">
    <p:bg>
      <p:bgPr>
        <a:solidFill>
          <a:srgbClr val="ECF7FF"/>
        </a:solidFill>
      </p:bgPr>
    </p:bg>
    <p:spTree>
      <p:nvGrpSpPr>
        <p:cNvPr id="1093" name="Shape 1093"/>
        <p:cNvGrpSpPr/>
        <p:nvPr/>
      </p:nvGrpSpPr>
      <p:grpSpPr>
        <a:xfrm>
          <a:off x="0" y="0"/>
          <a:ext cx="0" cy="0"/>
          <a:chOff x="0" y="0"/>
          <a:chExt cx="0" cy="0"/>
        </a:xfrm>
      </p:grpSpPr>
      <p:sp>
        <p:nvSpPr>
          <p:cNvPr id="1094" name="Google Shape;1094;p146"/>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1095" name="Google Shape;1095;p146"/>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
        <p:nvSpPr>
          <p:cNvPr id="1096" name="Google Shape;1096;p146"/>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1">
  <p:cSld name="1_Half Column Numbers 4">
    <p:spTree>
      <p:nvGrpSpPr>
        <p:cNvPr id="1097" name="Shape 1097"/>
        <p:cNvGrpSpPr/>
        <p:nvPr/>
      </p:nvGrpSpPr>
      <p:grpSpPr>
        <a:xfrm>
          <a:off x="0" y="0"/>
          <a:ext cx="0" cy="0"/>
          <a:chOff x="0" y="0"/>
          <a:chExt cx="0" cy="0"/>
        </a:xfrm>
      </p:grpSpPr>
      <p:sp>
        <p:nvSpPr>
          <p:cNvPr id="1098" name="Google Shape;1098;p147"/>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099" name="Google Shape;1099;p147"/>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00" name="Google Shape;1100;p147"/>
          <p:cNvSpPr txBox="1"/>
          <p:nvPr>
            <p:ph idx="1" type="body"/>
          </p:nvPr>
        </p:nvSpPr>
        <p:spPr>
          <a:xfrm>
            <a:off x="339880" y="956930"/>
            <a:ext cx="8460300" cy="3434100"/>
          </a:xfrm>
          <a:prstGeom prst="rect">
            <a:avLst/>
          </a:prstGeom>
          <a:noFill/>
          <a:ln>
            <a:noFill/>
          </a:ln>
        </p:spPr>
        <p:txBody>
          <a:bodyPr anchorCtr="0" anchor="t" bIns="0" lIns="0" spcFirstLastPara="1" rIns="0" wrap="square" tIns="0">
            <a:norm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cxnSp>
        <p:nvCxnSpPr>
          <p:cNvPr id="1101" name="Google Shape;1101;p147"/>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02" name="Google Shape;1102;p147"/>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03" name="Google Shape;1103;p147"/>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Section 05 (ice blue)_layout 02">
  <p:cSld name="6_Section 05 (ice blue)_layout 02">
    <p:bg>
      <p:bgPr>
        <a:solidFill>
          <a:srgbClr val="5EAEE0"/>
        </a:solidFill>
      </p:bgPr>
    </p:bg>
    <p:spTree>
      <p:nvGrpSpPr>
        <p:cNvPr id="1104" name="Shape 1104"/>
        <p:cNvGrpSpPr/>
        <p:nvPr/>
      </p:nvGrpSpPr>
      <p:grpSpPr>
        <a:xfrm>
          <a:off x="0" y="0"/>
          <a:ext cx="0" cy="0"/>
          <a:chOff x="0" y="0"/>
          <a:chExt cx="0" cy="0"/>
        </a:xfrm>
      </p:grpSpPr>
      <p:sp>
        <p:nvSpPr>
          <p:cNvPr id="1105" name="Google Shape;1105;p148"/>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06" name="Google Shape;1106;p148"/>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107" name="Google Shape;1107;p148"/>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08" name="Google Shape;1108;p148"/>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09" name="Google Shape;1109;p148"/>
          <p:cNvSpPr/>
          <p:nvPr/>
        </p:nvSpPr>
        <p:spPr>
          <a:xfrm>
            <a:off x="8660526" y="4704907"/>
            <a:ext cx="491700" cy="191400"/>
          </a:xfrm>
          <a:prstGeom prst="rect">
            <a:avLst/>
          </a:prstGeom>
          <a:solidFill>
            <a:srgbClr val="ECF7F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10" name="Google Shape;1110;p148"/>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111" name="Google Shape;1111;p148"/>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112" name="Google Shape;1112;p148"/>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1 1">
  <p:cSld name="Half Column Numbers">
    <p:spTree>
      <p:nvGrpSpPr>
        <p:cNvPr id="1113" name="Shape 1113"/>
        <p:cNvGrpSpPr/>
        <p:nvPr/>
      </p:nvGrpSpPr>
      <p:grpSpPr>
        <a:xfrm>
          <a:off x="0" y="0"/>
          <a:ext cx="0" cy="0"/>
          <a:chOff x="0" y="0"/>
          <a:chExt cx="0" cy="0"/>
        </a:xfrm>
      </p:grpSpPr>
      <p:sp>
        <p:nvSpPr>
          <p:cNvPr id="1114" name="Google Shape;1114;p149"/>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15" name="Google Shape;1115;p149"/>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16" name="Google Shape;1116;p149"/>
          <p:cNvSpPr txBox="1"/>
          <p:nvPr>
            <p:ph idx="1" type="body"/>
          </p:nvPr>
        </p:nvSpPr>
        <p:spPr>
          <a:xfrm>
            <a:off x="339880" y="956930"/>
            <a:ext cx="8460300" cy="3434100"/>
          </a:xfrm>
          <a:prstGeom prst="rect">
            <a:avLst/>
          </a:prstGeom>
          <a:noFill/>
          <a:ln>
            <a:noFill/>
          </a:ln>
        </p:spPr>
        <p:txBody>
          <a:bodyPr anchorCtr="0" anchor="t" bIns="0" lIns="0" spcFirstLastPara="1" rIns="0" wrap="square" tIns="0">
            <a:norm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cxnSp>
        <p:nvCxnSpPr>
          <p:cNvPr id="1117" name="Google Shape;1117;p149"/>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18" name="Google Shape;1118;p149"/>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19" name="Google Shape;1119;p14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Column Numbers 2">
  <p:cSld name="1_Half Column Numbers 6">
    <p:spTree>
      <p:nvGrpSpPr>
        <p:cNvPr id="1120" name="Shape 1120"/>
        <p:cNvGrpSpPr/>
        <p:nvPr/>
      </p:nvGrpSpPr>
      <p:grpSpPr>
        <a:xfrm>
          <a:off x="0" y="0"/>
          <a:ext cx="0" cy="0"/>
          <a:chOff x="0" y="0"/>
          <a:chExt cx="0" cy="0"/>
        </a:xfrm>
      </p:grpSpPr>
      <p:sp>
        <p:nvSpPr>
          <p:cNvPr id="1121" name="Google Shape;1121;p150"/>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22" name="Google Shape;1122;p150"/>
          <p:cNvSpPr txBox="1"/>
          <p:nvPr>
            <p:ph idx="1" type="body"/>
          </p:nvPr>
        </p:nvSpPr>
        <p:spPr>
          <a:xfrm>
            <a:off x="339880" y="956930"/>
            <a:ext cx="8460300" cy="3434100"/>
          </a:xfrm>
          <a:prstGeom prst="rect">
            <a:avLst/>
          </a:prstGeom>
          <a:noFill/>
          <a:ln>
            <a:noFill/>
          </a:ln>
        </p:spPr>
        <p:txBody>
          <a:bodyPr anchorCtr="0" anchor="t" bIns="0" lIns="0" spcFirstLastPara="1" rIns="0" wrap="square" tIns="0">
            <a:normAutofit/>
          </a:bodyPr>
          <a:lstStyle>
            <a:lvl1pPr indent="-260350" lvl="0" marL="457200" marR="0" algn="l">
              <a:lnSpc>
                <a:spcPct val="114000"/>
              </a:lnSpc>
              <a:spcBef>
                <a:spcPts val="0"/>
              </a:spcBef>
              <a:spcAft>
                <a:spcPts val="0"/>
              </a:spcAft>
              <a:buClr>
                <a:schemeClr val="dk1"/>
              </a:buClr>
              <a:buSzPts val="500"/>
              <a:buFont typeface="Noto Sans"/>
              <a:buChar char="⦿"/>
              <a:defRPr b="0" i="0" sz="1600" u="none" cap="none" strike="noStrike">
                <a:solidFill>
                  <a:schemeClr val="dk1"/>
                </a:solidFill>
                <a:latin typeface="Arial"/>
                <a:ea typeface="Arial"/>
                <a:cs typeface="Arial"/>
                <a:sym typeface="Arial"/>
              </a:defRPr>
            </a:lvl1pPr>
            <a:lvl2pPr indent="-285750" lvl="1" marL="9144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2pPr>
            <a:lvl3pPr indent="-273050" lvl="2" marL="1371600" marR="0" algn="l">
              <a:lnSpc>
                <a:spcPct val="114000"/>
              </a:lnSpc>
              <a:spcBef>
                <a:spcPts val="0"/>
              </a:spcBef>
              <a:spcAft>
                <a:spcPts val="0"/>
              </a:spcAft>
              <a:buClr>
                <a:schemeClr val="dk1"/>
              </a:buClr>
              <a:buSzPts val="700"/>
              <a:buFont typeface="Courier New"/>
              <a:buChar char="o"/>
              <a:defRPr b="0" i="0" sz="1500" u="none" cap="none" strike="noStrike">
                <a:solidFill>
                  <a:schemeClr val="dk1"/>
                </a:solidFill>
                <a:latin typeface="Arial"/>
                <a:ea typeface="Arial"/>
                <a:cs typeface="Arial"/>
                <a:sym typeface="Arial"/>
              </a:defRPr>
            </a:lvl3pPr>
            <a:lvl4pPr indent="-254000" lvl="3" marL="1828800" marR="0" algn="l">
              <a:lnSpc>
                <a:spcPct val="114000"/>
              </a:lnSpc>
              <a:spcBef>
                <a:spcPts val="0"/>
              </a:spcBef>
              <a:spcAft>
                <a:spcPts val="0"/>
              </a:spcAft>
              <a:buClr>
                <a:schemeClr val="dk1"/>
              </a:buClr>
              <a:buSzPts val="400"/>
              <a:buFont typeface="Noto Sans"/>
              <a:buChar char="⦿"/>
              <a:defRPr b="0" i="0" sz="1500" u="none" cap="none" strike="noStrike">
                <a:solidFill>
                  <a:schemeClr val="dk1"/>
                </a:solidFill>
                <a:latin typeface="Arial"/>
                <a:ea typeface="Arial"/>
                <a:cs typeface="Arial"/>
                <a:sym typeface="Arial"/>
              </a:defRPr>
            </a:lvl4pPr>
            <a:lvl5pPr indent="-285750" lvl="4" marL="2286000" marR="0" algn="l">
              <a:lnSpc>
                <a:spcPct val="114000"/>
              </a:lnSpc>
              <a:spcBef>
                <a:spcPts val="0"/>
              </a:spcBef>
              <a:spcAft>
                <a:spcPts val="0"/>
              </a:spcAft>
              <a:buClr>
                <a:schemeClr val="dk1"/>
              </a:buClr>
              <a:buSzPts val="900"/>
              <a:buFont typeface="Arial"/>
              <a:buChar char="•"/>
              <a:defRPr b="0" i="0" sz="1500" u="none" cap="none" strike="noStrike">
                <a:solidFill>
                  <a:schemeClr val="dk1"/>
                </a:solidFill>
                <a:latin typeface="Arial"/>
                <a:ea typeface="Arial"/>
                <a:cs typeface="Arial"/>
                <a:sym typeface="Arial"/>
              </a:defRPr>
            </a:lvl5pPr>
            <a:lvl6pPr indent="-260350" lvl="5" marL="27432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6pPr>
            <a:lvl7pPr indent="-260350" lvl="6" marL="32004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7pPr>
            <a:lvl8pPr indent="-260350" lvl="7" marL="36576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8pPr>
            <a:lvl9pPr indent="-260350" lvl="8" marL="4114800" marR="0" algn="l">
              <a:lnSpc>
                <a:spcPct val="90000"/>
              </a:lnSpc>
              <a:spcBef>
                <a:spcPts val="300"/>
              </a:spcBef>
              <a:spcAft>
                <a:spcPts val="0"/>
              </a:spcAft>
              <a:buClr>
                <a:schemeClr val="dk1"/>
              </a:buClr>
              <a:buSzPts val="500"/>
              <a:buFont typeface="Arial"/>
              <a:buChar char="•"/>
              <a:defRPr b="0" i="0" sz="1000" u="none" cap="none" strike="noStrike">
                <a:solidFill>
                  <a:schemeClr val="dk1"/>
                </a:solidFill>
                <a:latin typeface="Arial"/>
                <a:ea typeface="Arial"/>
                <a:cs typeface="Arial"/>
                <a:sym typeface="Arial"/>
              </a:defRPr>
            </a:lvl9pPr>
          </a:lstStyle>
          <a:p/>
        </p:txBody>
      </p:sp>
      <p:sp>
        <p:nvSpPr>
          <p:cNvPr id="1123" name="Google Shape;1123;p150"/>
          <p:cNvSpPr txBox="1"/>
          <p:nvPr>
            <p:ph type="title"/>
          </p:nvPr>
        </p:nvSpPr>
        <p:spPr>
          <a:xfrm>
            <a:off x="341042"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24" name="Google Shape;1124;p150"/>
          <p:cNvSpPr/>
          <p:nvPr/>
        </p:nvSpPr>
        <p:spPr>
          <a:xfrm>
            <a:off x="8660526" y="4704907"/>
            <a:ext cx="483600" cy="191400"/>
          </a:xfrm>
          <a:prstGeom prst="rect">
            <a:avLst/>
          </a:prstGeom>
          <a:solidFill>
            <a:schemeClr val="lt1"/>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25" name="Google Shape;1125;p150"/>
          <p:cNvSpPr txBox="1"/>
          <p:nvPr/>
        </p:nvSpPr>
        <p:spPr>
          <a:xfrm>
            <a:off x="8660526" y="4704907"/>
            <a:ext cx="2856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126" name="Google Shape;1126;p150"/>
          <p:cNvSpPr/>
          <p:nvPr/>
        </p:nvSpPr>
        <p:spPr>
          <a:xfrm>
            <a:off x="8660526" y="4704907"/>
            <a:ext cx="491700" cy="191400"/>
          </a:xfrm>
          <a:prstGeom prst="rect">
            <a:avLst/>
          </a:prstGeom>
          <a:solidFill>
            <a:srgbClr val="5EAEE0">
              <a:alpha val="45100"/>
            </a:srgbClr>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27" name="Google Shape;1127;p15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05 (magenta)_divder page">
  <p:cSld name="4_Section 05 (magenta)_divder page">
    <p:bg>
      <p:bgPr>
        <a:solidFill>
          <a:srgbClr val="F2728C"/>
        </a:solidFill>
      </p:bgPr>
    </p:bg>
    <p:spTree>
      <p:nvGrpSpPr>
        <p:cNvPr id="1128" name="Shape 1128"/>
        <p:cNvGrpSpPr/>
        <p:nvPr/>
      </p:nvGrpSpPr>
      <p:grpSpPr>
        <a:xfrm>
          <a:off x="0" y="0"/>
          <a:ext cx="0" cy="0"/>
          <a:chOff x="0" y="0"/>
          <a:chExt cx="0" cy="0"/>
        </a:xfrm>
      </p:grpSpPr>
      <p:sp>
        <p:nvSpPr>
          <p:cNvPr id="1129" name="Google Shape;1129;p151"/>
          <p:cNvSpPr txBox="1"/>
          <p:nvPr>
            <p:ph type="title"/>
          </p:nvPr>
        </p:nvSpPr>
        <p:spPr>
          <a:xfrm>
            <a:off x="658110" y="1931069"/>
            <a:ext cx="7972200" cy="1813800"/>
          </a:xfrm>
          <a:prstGeom prst="rect">
            <a:avLst/>
          </a:prstGeom>
          <a:noFill/>
          <a:ln>
            <a:noFill/>
          </a:ln>
        </p:spPr>
        <p:txBody>
          <a:bodyPr anchorCtr="0" anchor="ctr" bIns="0" lIns="0" spcFirstLastPara="1" rIns="0" wrap="square" tIns="0">
            <a:noAutofit/>
          </a:bodyPr>
          <a:lstStyle>
            <a:lvl1pPr lvl="0" marR="0" algn="l">
              <a:lnSpc>
                <a:spcPct val="111111"/>
              </a:lnSpc>
              <a:spcBef>
                <a:spcPts val="0"/>
              </a:spcBef>
              <a:spcAft>
                <a:spcPts val="0"/>
              </a:spcAft>
              <a:buClr>
                <a:schemeClr val="lt1"/>
              </a:buClr>
              <a:buSzPts val="1300"/>
              <a:buFont typeface="Arial"/>
              <a:buNone/>
              <a:defRPr b="1" i="0" sz="2700" u="none" cap="none" strike="noStrike">
                <a:solidFill>
                  <a:srgbClr val="201F4B"/>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pic>
        <p:nvPicPr>
          <p:cNvPr id="1130" name="Google Shape;1130;p151"/>
          <p:cNvPicPr preferRelativeResize="0"/>
          <p:nvPr/>
        </p:nvPicPr>
        <p:blipFill rotWithShape="1">
          <a:blip r:embed="rId2">
            <a:alphaModFix/>
          </a:blip>
          <a:srcRect b="0" l="0" r="0" t="0"/>
          <a:stretch/>
        </p:blipFill>
        <p:spPr>
          <a:xfrm>
            <a:off x="7452565" y="0"/>
            <a:ext cx="1177685" cy="1149192"/>
          </a:xfrm>
          <a:prstGeom prst="rect">
            <a:avLst/>
          </a:prstGeom>
          <a:noFill/>
          <a:ln>
            <a:noFill/>
          </a:ln>
        </p:spPr>
      </p:pic>
      <p:sp>
        <p:nvSpPr>
          <p:cNvPr id="1131" name="Google Shape;1131;p151"/>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Section 05 (magenta)_layout 02">
  <p:cSld name="4_Section 05 (magenta)_layout 02">
    <p:bg>
      <p:bgPr>
        <a:solidFill>
          <a:srgbClr val="F2728C"/>
        </a:solidFill>
      </p:bgPr>
    </p:bg>
    <p:spTree>
      <p:nvGrpSpPr>
        <p:cNvPr id="1132" name="Shape 1132"/>
        <p:cNvGrpSpPr/>
        <p:nvPr/>
      </p:nvGrpSpPr>
      <p:grpSpPr>
        <a:xfrm>
          <a:off x="0" y="0"/>
          <a:ext cx="0" cy="0"/>
          <a:chOff x="0" y="0"/>
          <a:chExt cx="0" cy="0"/>
        </a:xfrm>
      </p:grpSpPr>
      <p:sp>
        <p:nvSpPr>
          <p:cNvPr id="1133" name="Google Shape;1133;p152"/>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34" name="Google Shape;1134;p152"/>
          <p:cNvSpPr/>
          <p:nvPr/>
        </p:nvSpPr>
        <p:spPr>
          <a:xfrm>
            <a:off x="0" y="-335"/>
            <a:ext cx="9144000" cy="870000"/>
          </a:xfrm>
          <a:prstGeom prst="rect">
            <a:avLst/>
          </a:prstGeom>
          <a:solidFill>
            <a:schemeClr val="accent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135" name="Google Shape;1135;p152"/>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36" name="Google Shape;1136;p152"/>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algn="l">
              <a:lnSpc>
                <a:spcPct val="100000"/>
              </a:lnSpc>
              <a:spcBef>
                <a:spcPts val="0"/>
              </a:spcBef>
              <a:spcAft>
                <a:spcPts val="0"/>
              </a:spcAft>
              <a:buSzPts val="500"/>
              <a:buNone/>
              <a:defRPr sz="1300"/>
            </a:lvl2pPr>
            <a:lvl3pPr lvl="2" algn="l">
              <a:lnSpc>
                <a:spcPct val="100000"/>
              </a:lnSpc>
              <a:spcBef>
                <a:spcPts val="0"/>
              </a:spcBef>
              <a:spcAft>
                <a:spcPts val="0"/>
              </a:spcAft>
              <a:buSzPts val="500"/>
              <a:buNone/>
              <a:defRPr sz="1300"/>
            </a:lvl3pPr>
            <a:lvl4pPr lvl="3" algn="l">
              <a:lnSpc>
                <a:spcPct val="100000"/>
              </a:lnSpc>
              <a:spcBef>
                <a:spcPts val="0"/>
              </a:spcBef>
              <a:spcAft>
                <a:spcPts val="0"/>
              </a:spcAft>
              <a:buSzPts val="500"/>
              <a:buNone/>
              <a:defRPr sz="1300"/>
            </a:lvl4pPr>
            <a:lvl5pPr lvl="4" algn="l">
              <a:lnSpc>
                <a:spcPct val="100000"/>
              </a:lnSpc>
              <a:spcBef>
                <a:spcPts val="0"/>
              </a:spcBef>
              <a:spcAft>
                <a:spcPts val="0"/>
              </a:spcAft>
              <a:buSzPts val="500"/>
              <a:buNone/>
              <a:defRPr sz="1300"/>
            </a:lvl5pPr>
            <a:lvl6pPr lvl="5" algn="l">
              <a:lnSpc>
                <a:spcPct val="100000"/>
              </a:lnSpc>
              <a:spcBef>
                <a:spcPts val="0"/>
              </a:spcBef>
              <a:spcAft>
                <a:spcPts val="0"/>
              </a:spcAft>
              <a:buSzPts val="500"/>
              <a:buNone/>
              <a:defRPr sz="1300"/>
            </a:lvl6pPr>
            <a:lvl7pPr lvl="6" algn="l">
              <a:lnSpc>
                <a:spcPct val="100000"/>
              </a:lnSpc>
              <a:spcBef>
                <a:spcPts val="0"/>
              </a:spcBef>
              <a:spcAft>
                <a:spcPts val="0"/>
              </a:spcAft>
              <a:buSzPts val="500"/>
              <a:buNone/>
              <a:defRPr sz="1300"/>
            </a:lvl7pPr>
            <a:lvl8pPr lvl="7" algn="l">
              <a:lnSpc>
                <a:spcPct val="100000"/>
              </a:lnSpc>
              <a:spcBef>
                <a:spcPts val="0"/>
              </a:spcBef>
              <a:spcAft>
                <a:spcPts val="0"/>
              </a:spcAft>
              <a:buSzPts val="500"/>
              <a:buNone/>
              <a:defRPr sz="1300"/>
            </a:lvl8pPr>
            <a:lvl9pPr lvl="8" algn="l">
              <a:lnSpc>
                <a:spcPct val="100000"/>
              </a:lnSpc>
              <a:spcBef>
                <a:spcPts val="0"/>
              </a:spcBef>
              <a:spcAft>
                <a:spcPts val="0"/>
              </a:spcAft>
              <a:buSzPts val="500"/>
              <a:buNone/>
              <a:defRPr sz="1300"/>
            </a:lvl9pPr>
          </a:lstStyle>
          <a:p/>
        </p:txBody>
      </p:sp>
      <p:sp>
        <p:nvSpPr>
          <p:cNvPr id="1137" name="Google Shape;1137;p152"/>
          <p:cNvSpPr/>
          <p:nvPr/>
        </p:nvSpPr>
        <p:spPr>
          <a:xfrm>
            <a:off x="8660526" y="4704907"/>
            <a:ext cx="491700" cy="191400"/>
          </a:xfrm>
          <a:prstGeom prst="rect">
            <a:avLst/>
          </a:prstGeom>
          <a:solidFill>
            <a:srgbClr val="F2728C"/>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38" name="Google Shape;1138;p152"/>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139" name="Google Shape;1139;p152"/>
          <p:cNvSpPr txBox="1"/>
          <p:nvPr>
            <p:ph idx="1" type="body"/>
          </p:nvPr>
        </p:nvSpPr>
        <p:spPr>
          <a:xfrm>
            <a:off x="353196" y="1194158"/>
            <a:ext cx="8406900" cy="3377700"/>
          </a:xfrm>
          <a:prstGeom prst="rect">
            <a:avLst/>
          </a:prstGeom>
          <a:noFill/>
          <a:ln>
            <a:noFill/>
          </a:ln>
        </p:spPr>
        <p:txBody>
          <a:bodyPr anchorCtr="0" anchor="t" bIns="17125" lIns="34275" spcFirstLastPara="1" rIns="34275" wrap="square" tIns="17125">
            <a:normAutofit/>
          </a:bodyPr>
          <a:lstStyle>
            <a:lvl1pPr indent="-228600" lvl="0" marL="457200" algn="l">
              <a:lnSpc>
                <a:spcPct val="90000"/>
              </a:lnSpc>
              <a:spcBef>
                <a:spcPts val="400"/>
              </a:spcBef>
              <a:spcAft>
                <a:spcPts val="0"/>
              </a:spcAft>
              <a:buClr>
                <a:srgbClr val="262261"/>
              </a:buClr>
              <a:buSzPts val="1200"/>
              <a:buFont typeface="Arial"/>
              <a:buNone/>
              <a:defRPr sz="1200"/>
            </a:lvl1pPr>
            <a:lvl2pPr indent="-304800" lvl="1" marL="914400" algn="l">
              <a:lnSpc>
                <a:spcPct val="90000"/>
              </a:lnSpc>
              <a:spcBef>
                <a:spcPts val="200"/>
              </a:spcBef>
              <a:spcAft>
                <a:spcPts val="0"/>
              </a:spcAft>
              <a:buClr>
                <a:srgbClr val="262261"/>
              </a:buClr>
              <a:buSzPts val="1200"/>
              <a:buChar char="•"/>
              <a:defRPr sz="1200"/>
            </a:lvl2pPr>
            <a:lvl3pPr indent="-304800" lvl="2" marL="1371600" algn="l">
              <a:lnSpc>
                <a:spcPct val="90000"/>
              </a:lnSpc>
              <a:spcBef>
                <a:spcPts val="200"/>
              </a:spcBef>
              <a:spcAft>
                <a:spcPts val="0"/>
              </a:spcAft>
              <a:buClr>
                <a:srgbClr val="262261"/>
              </a:buClr>
              <a:buSzPts val="1200"/>
              <a:buChar char="•"/>
              <a:defRPr sz="1200"/>
            </a:lvl3pPr>
            <a:lvl4pPr indent="-304800" lvl="3" marL="1828800" algn="l">
              <a:lnSpc>
                <a:spcPct val="90000"/>
              </a:lnSpc>
              <a:spcBef>
                <a:spcPts val="200"/>
              </a:spcBef>
              <a:spcAft>
                <a:spcPts val="0"/>
              </a:spcAft>
              <a:buClr>
                <a:srgbClr val="262261"/>
              </a:buClr>
              <a:buSzPts val="1200"/>
              <a:buChar char="•"/>
              <a:defRPr sz="1200"/>
            </a:lvl4pPr>
            <a:lvl5pPr indent="-304800" lvl="4" marL="2286000" algn="l">
              <a:lnSpc>
                <a:spcPct val="90000"/>
              </a:lnSpc>
              <a:spcBef>
                <a:spcPts val="200"/>
              </a:spcBef>
              <a:spcAft>
                <a:spcPts val="0"/>
              </a:spcAft>
              <a:buClr>
                <a:srgbClr val="262261"/>
              </a:buClr>
              <a:buSzPts val="1200"/>
              <a:buChar char="•"/>
              <a:defRPr sz="1200"/>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140" name="Google Shape;1140;p152"/>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13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_01 (yellow) layout 02 1">
  <p:cSld name="1_Section_01 (yellow) layout 02_2">
    <p:spTree>
      <p:nvGrpSpPr>
        <p:cNvPr id="1141" name="Shape 1141"/>
        <p:cNvGrpSpPr/>
        <p:nvPr/>
      </p:nvGrpSpPr>
      <p:grpSpPr>
        <a:xfrm>
          <a:off x="0" y="0"/>
          <a:ext cx="0" cy="0"/>
          <a:chOff x="0" y="0"/>
          <a:chExt cx="0" cy="0"/>
        </a:xfrm>
      </p:grpSpPr>
      <p:sp>
        <p:nvSpPr>
          <p:cNvPr id="1142" name="Google Shape;1142;p153"/>
          <p:cNvSpPr/>
          <p:nvPr/>
        </p:nvSpPr>
        <p:spPr>
          <a:xfrm>
            <a:off x="0" y="326173"/>
            <a:ext cx="9152400" cy="4817400"/>
          </a:xfrm>
          <a:prstGeom prst="rect">
            <a:avLst/>
          </a:prstGeom>
          <a:solidFill>
            <a:srgbClr val="FAFAFA"/>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43" name="Google Shape;1143;p153"/>
          <p:cNvSpPr/>
          <p:nvPr/>
        </p:nvSpPr>
        <p:spPr>
          <a:xfrm>
            <a:off x="0" y="-335"/>
            <a:ext cx="9144000" cy="870000"/>
          </a:xfrm>
          <a:prstGeom prst="rect">
            <a:avLst/>
          </a:prstGeom>
          <a:solidFill>
            <a:schemeClr val="dk1"/>
          </a:solidFill>
          <a:ln cap="flat" cmpd="sng" w="25400">
            <a:solidFill>
              <a:srgbClr val="1B1846"/>
            </a:solidFill>
            <a:prstDash val="solid"/>
            <a:round/>
            <a:headEnd len="sm" w="sm" type="none"/>
            <a:tailEnd len="sm" w="sm" type="none"/>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cxnSp>
        <p:nvCxnSpPr>
          <p:cNvPr id="1144" name="Google Shape;1144;p153"/>
          <p:cNvCxnSpPr/>
          <p:nvPr/>
        </p:nvCxnSpPr>
        <p:spPr>
          <a:xfrm>
            <a:off x="339879" y="571500"/>
            <a:ext cx="8457900" cy="0"/>
          </a:xfrm>
          <a:prstGeom prst="straightConnector1">
            <a:avLst/>
          </a:prstGeom>
          <a:noFill/>
          <a:ln cap="flat" cmpd="sng" w="9525">
            <a:solidFill>
              <a:schemeClr val="accent1"/>
            </a:solidFill>
            <a:prstDash val="solid"/>
            <a:miter lim="800000"/>
            <a:headEnd len="sm" w="sm" type="none"/>
            <a:tailEnd len="sm" w="sm" type="none"/>
          </a:ln>
        </p:spPr>
      </p:cxnSp>
      <p:sp>
        <p:nvSpPr>
          <p:cNvPr id="1145" name="Google Shape;1145;p153"/>
          <p:cNvSpPr txBox="1"/>
          <p:nvPr>
            <p:ph type="title"/>
          </p:nvPr>
        </p:nvSpPr>
        <p:spPr>
          <a:xfrm>
            <a:off x="349404" y="151515"/>
            <a:ext cx="8447100" cy="5511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900"/>
              <a:buFont typeface="Arial"/>
              <a:buNone/>
              <a:defRPr b="1" i="0" sz="1800" u="none" cap="none" strike="noStrike">
                <a:solidFill>
                  <a:schemeClr val="lt1"/>
                </a:solidFill>
                <a:latin typeface="Arial"/>
                <a:ea typeface="Arial"/>
                <a:cs typeface="Arial"/>
                <a:sym typeface="Arial"/>
              </a:defRPr>
            </a:lvl1pPr>
            <a:lvl2pPr lvl="1"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500"/>
              <a:buFont typeface="Arial"/>
              <a:buNone/>
              <a:defRPr b="0" i="0" sz="1300" u="none" cap="none" strike="noStrike">
                <a:solidFill>
                  <a:srgbClr val="000000"/>
                </a:solidFill>
                <a:latin typeface="Arial"/>
                <a:ea typeface="Arial"/>
                <a:cs typeface="Arial"/>
                <a:sym typeface="Arial"/>
              </a:defRPr>
            </a:lvl9pPr>
          </a:lstStyle>
          <a:p/>
        </p:txBody>
      </p:sp>
      <p:sp>
        <p:nvSpPr>
          <p:cNvPr id="1146" name="Google Shape;1146;p153"/>
          <p:cNvSpPr/>
          <p:nvPr/>
        </p:nvSpPr>
        <p:spPr>
          <a:xfrm>
            <a:off x="8660526" y="4704907"/>
            <a:ext cx="491700" cy="191400"/>
          </a:xfrm>
          <a:prstGeom prst="rect">
            <a:avLst/>
          </a:prstGeom>
          <a:solidFill>
            <a:srgbClr val="FFDD7F"/>
          </a:solidFill>
          <a:ln>
            <a:noFill/>
          </a:ln>
        </p:spPr>
        <p:txBody>
          <a:bodyPr anchorCtr="0" anchor="ctr" bIns="17125" lIns="34275" spcFirstLastPara="1" rIns="34275" wrap="square" tIns="17125">
            <a:noAutofit/>
          </a:bodyPr>
          <a:lstStyle/>
          <a:p>
            <a:pPr indent="0" lvl="0" marL="0" marR="0" rtl="0" algn="ctr">
              <a:lnSpc>
                <a:spcPct val="100000"/>
              </a:lnSpc>
              <a:spcBef>
                <a:spcPts val="0"/>
              </a:spcBef>
              <a:spcAft>
                <a:spcPts val="0"/>
              </a:spcAft>
              <a:buClr>
                <a:srgbClr val="000000"/>
              </a:buClr>
              <a:buSzPts val="500"/>
              <a:buFont typeface="Arial"/>
              <a:buNone/>
            </a:pPr>
            <a:r>
              <a:t/>
            </a:r>
            <a:endParaRPr b="0" i="0" sz="500" u="none" cap="none" strike="noStrike">
              <a:solidFill>
                <a:schemeClr val="lt1"/>
              </a:solidFill>
              <a:latin typeface="Arial"/>
              <a:ea typeface="Arial"/>
              <a:cs typeface="Arial"/>
              <a:sym typeface="Arial"/>
            </a:endParaRPr>
          </a:p>
        </p:txBody>
      </p:sp>
      <p:sp>
        <p:nvSpPr>
          <p:cNvPr id="1147" name="Google Shape;1147;p153"/>
          <p:cNvSpPr txBox="1"/>
          <p:nvPr/>
        </p:nvSpPr>
        <p:spPr>
          <a:xfrm>
            <a:off x="8729097" y="4704907"/>
            <a:ext cx="216900" cy="1914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400"/>
              <a:buFont typeface="Arial"/>
              <a:buNone/>
            </a:pPr>
            <a:fld id="{00000000-1234-1234-1234-123412341234}" type="slidenum">
              <a:rPr b="1" i="0" lang="en" sz="700" u="none" cap="none" strike="noStrike">
                <a:solidFill>
                  <a:srgbClr val="201F4B"/>
                </a:solidFill>
                <a:latin typeface="Arial"/>
                <a:ea typeface="Arial"/>
                <a:cs typeface="Arial"/>
                <a:sym typeface="Arial"/>
              </a:rPr>
              <a:t>‹#›</a:t>
            </a:fld>
            <a:endParaRPr b="1" i="0" sz="700" u="none" cap="none" strike="noStrike">
              <a:solidFill>
                <a:srgbClr val="201F4B"/>
              </a:solidFill>
              <a:latin typeface="Arial"/>
              <a:ea typeface="Arial"/>
              <a:cs typeface="Arial"/>
              <a:sym typeface="Arial"/>
            </a:endParaRPr>
          </a:p>
        </p:txBody>
      </p:sp>
      <p:sp>
        <p:nvSpPr>
          <p:cNvPr id="1148" name="Google Shape;1148;p153"/>
          <p:cNvSpPr txBox="1"/>
          <p:nvPr>
            <p:ph idx="1" type="body"/>
          </p:nvPr>
        </p:nvSpPr>
        <p:spPr>
          <a:xfrm>
            <a:off x="353196" y="1194157"/>
            <a:ext cx="8406900" cy="3377700"/>
          </a:xfrm>
          <a:prstGeom prst="rect">
            <a:avLst/>
          </a:prstGeom>
          <a:noFill/>
          <a:ln>
            <a:noFill/>
          </a:ln>
        </p:spPr>
        <p:txBody>
          <a:bodyPr anchorCtr="0" anchor="t" bIns="17125" lIns="34275" spcFirstLastPara="1" rIns="34275" wrap="square" tIns="17125">
            <a:normAutofit/>
          </a:bodyPr>
          <a:lstStyle>
            <a:lvl1pPr indent="-304800" lvl="0" marL="457200" marR="0" algn="l">
              <a:lnSpc>
                <a:spcPct val="90000"/>
              </a:lnSpc>
              <a:spcBef>
                <a:spcPts val="4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1pPr>
            <a:lvl2pPr indent="-304800" lvl="1" marL="914400" marR="0" algn="l">
              <a:lnSpc>
                <a:spcPct val="90000"/>
              </a:lnSpc>
              <a:spcBef>
                <a:spcPts val="2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2pPr>
            <a:lvl3pPr indent="-304800" lvl="2" marL="1371600" marR="0" algn="l">
              <a:lnSpc>
                <a:spcPct val="90000"/>
              </a:lnSpc>
              <a:spcBef>
                <a:spcPts val="200"/>
              </a:spcBef>
              <a:spcAft>
                <a:spcPts val="0"/>
              </a:spcAft>
              <a:buClr>
                <a:srgbClr val="000000"/>
              </a:buClr>
              <a:buSzPts val="1200"/>
              <a:buFont typeface="Arial"/>
              <a:buChar char="o"/>
              <a:defRPr b="0" i="0" sz="1200" u="none" cap="none" strike="noStrike">
                <a:solidFill>
                  <a:srgbClr val="000000"/>
                </a:solidFill>
                <a:latin typeface="Arial"/>
                <a:ea typeface="Arial"/>
                <a:cs typeface="Arial"/>
                <a:sym typeface="Arial"/>
              </a:defRPr>
            </a:lvl3pPr>
            <a:lvl4pPr indent="-304800" lvl="3" marL="1828800" marR="0" algn="l">
              <a:lnSpc>
                <a:spcPct val="90000"/>
              </a:lnSpc>
              <a:spcBef>
                <a:spcPts val="2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4pPr>
            <a:lvl5pPr indent="-304800" lvl="4" marL="2286000" marR="0" algn="l">
              <a:lnSpc>
                <a:spcPct val="90000"/>
              </a:lnSpc>
              <a:spcBef>
                <a:spcPts val="2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5pPr>
            <a:lvl6pPr indent="-292100" lvl="5" marL="2743200" marR="0" algn="l">
              <a:lnSpc>
                <a:spcPct val="100000"/>
              </a:lnSpc>
              <a:spcBef>
                <a:spcPts val="0"/>
              </a:spcBef>
              <a:spcAft>
                <a:spcPts val="0"/>
              </a:spcAft>
              <a:buClr>
                <a:srgbClr val="000000"/>
              </a:buClr>
              <a:buSzPts val="1000"/>
              <a:buFont typeface="Arial"/>
              <a:buChar char="•"/>
              <a:defRPr b="0" i="0" sz="1400" u="none" cap="none" strike="noStrike">
                <a:solidFill>
                  <a:srgbClr val="000000"/>
                </a:solidFill>
                <a:latin typeface="Arial"/>
                <a:ea typeface="Arial"/>
                <a:cs typeface="Arial"/>
                <a:sym typeface="Arial"/>
              </a:defRPr>
            </a:lvl6pPr>
            <a:lvl7pPr indent="-292100" lvl="6" marL="3200400" marR="0" algn="l">
              <a:lnSpc>
                <a:spcPct val="100000"/>
              </a:lnSpc>
              <a:spcBef>
                <a:spcPts val="0"/>
              </a:spcBef>
              <a:spcAft>
                <a:spcPts val="0"/>
              </a:spcAft>
              <a:buClr>
                <a:srgbClr val="000000"/>
              </a:buClr>
              <a:buSzPts val="1000"/>
              <a:buFont typeface="Arial"/>
              <a:buChar char="•"/>
              <a:defRPr b="0" i="0" sz="1400" u="none" cap="none" strike="noStrike">
                <a:solidFill>
                  <a:srgbClr val="000000"/>
                </a:solidFill>
                <a:latin typeface="Arial"/>
                <a:ea typeface="Arial"/>
                <a:cs typeface="Arial"/>
                <a:sym typeface="Arial"/>
              </a:defRPr>
            </a:lvl7pPr>
            <a:lvl8pPr indent="-292100" lvl="7" marL="3657600" marR="0" algn="l">
              <a:lnSpc>
                <a:spcPct val="100000"/>
              </a:lnSpc>
              <a:spcBef>
                <a:spcPts val="0"/>
              </a:spcBef>
              <a:spcAft>
                <a:spcPts val="0"/>
              </a:spcAft>
              <a:buClr>
                <a:srgbClr val="000000"/>
              </a:buClr>
              <a:buSzPts val="1000"/>
              <a:buFont typeface="Arial"/>
              <a:buChar char="•"/>
              <a:defRPr b="0" i="0" sz="1400" u="none" cap="none" strike="noStrike">
                <a:solidFill>
                  <a:srgbClr val="000000"/>
                </a:solidFill>
                <a:latin typeface="Arial"/>
                <a:ea typeface="Arial"/>
                <a:cs typeface="Arial"/>
                <a:sym typeface="Arial"/>
              </a:defRPr>
            </a:lvl8pPr>
            <a:lvl9pPr indent="-292100" lvl="8" marL="4114800" marR="0" algn="l">
              <a:lnSpc>
                <a:spcPct val="100000"/>
              </a:lnSpc>
              <a:spcBef>
                <a:spcPts val="0"/>
              </a:spcBef>
              <a:spcAft>
                <a:spcPts val="0"/>
              </a:spcAft>
              <a:buClr>
                <a:srgbClr val="000000"/>
              </a:buClr>
              <a:buSzPts val="1000"/>
              <a:buFont typeface="Arial"/>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Page">
  <p:cSld name="1_Title Page">
    <p:bg>
      <p:bgPr>
        <a:gradFill>
          <a:gsLst>
            <a:gs pos="0">
              <a:srgbClr val="262261"/>
            </a:gs>
            <a:gs pos="19000">
              <a:srgbClr val="262261"/>
            </a:gs>
            <a:gs pos="99000">
              <a:srgbClr val="5EAEE0"/>
            </a:gs>
            <a:gs pos="100000">
              <a:srgbClr val="5EAEE0"/>
            </a:gs>
          </a:gsLst>
          <a:lin ang="2700006" scaled="0"/>
        </a:gradFill>
      </p:bgPr>
    </p:bg>
    <p:spTree>
      <p:nvGrpSpPr>
        <p:cNvPr id="1152" name="Shape 1152"/>
        <p:cNvGrpSpPr/>
        <p:nvPr/>
      </p:nvGrpSpPr>
      <p:grpSpPr>
        <a:xfrm>
          <a:off x="0" y="0"/>
          <a:ext cx="0" cy="0"/>
          <a:chOff x="0" y="0"/>
          <a:chExt cx="0" cy="0"/>
        </a:xfrm>
      </p:grpSpPr>
      <p:sp>
        <p:nvSpPr>
          <p:cNvPr id="1153" name="Google Shape;1153;p155"/>
          <p:cNvSpPr txBox="1"/>
          <p:nvPr>
            <p:ph idx="1" type="subTitle"/>
          </p:nvPr>
        </p:nvSpPr>
        <p:spPr>
          <a:xfrm>
            <a:off x="802118" y="1470640"/>
            <a:ext cx="7743300" cy="14856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sp>
        <p:nvSpPr>
          <p:cNvPr id="1154" name="Google Shape;1154;p155"/>
          <p:cNvSpPr txBox="1"/>
          <p:nvPr>
            <p:ph idx="2" type="body"/>
          </p:nvPr>
        </p:nvSpPr>
        <p:spPr>
          <a:xfrm>
            <a:off x="802118" y="3067863"/>
            <a:ext cx="2751900" cy="573900"/>
          </a:xfrm>
          <a:prstGeom prst="rect">
            <a:avLst/>
          </a:prstGeom>
          <a:noFill/>
          <a:ln>
            <a:noFill/>
          </a:ln>
        </p:spPr>
        <p:txBody>
          <a:bodyPr anchorCtr="0" anchor="t"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200">
                <a:solidFill>
                  <a:schemeClr val="lt1"/>
                </a:solidFill>
              </a:defRPr>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7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pic>
        <p:nvPicPr>
          <p:cNvPr id="1155" name="Google Shape;1155;p155"/>
          <p:cNvPicPr preferRelativeResize="0"/>
          <p:nvPr/>
        </p:nvPicPr>
        <p:blipFill rotWithShape="1">
          <a:blip r:embed="rId2">
            <a:alphaModFix/>
          </a:blip>
          <a:srcRect b="0" l="0" r="0" t="0"/>
          <a:stretch/>
        </p:blipFill>
        <p:spPr>
          <a:xfrm>
            <a:off x="698085" y="4365207"/>
            <a:ext cx="2287627" cy="444359"/>
          </a:xfrm>
          <a:prstGeom prst="rect">
            <a:avLst/>
          </a:prstGeom>
          <a:noFill/>
          <a:ln>
            <a:noFill/>
          </a:ln>
        </p:spPr>
      </p:pic>
      <p:pic>
        <p:nvPicPr>
          <p:cNvPr id="1156" name="Google Shape;1156;p155"/>
          <p:cNvPicPr preferRelativeResize="0"/>
          <p:nvPr/>
        </p:nvPicPr>
        <p:blipFill rotWithShape="1">
          <a:blip r:embed="rId3">
            <a:alphaModFix/>
          </a:blip>
          <a:srcRect b="0" l="0" r="0" t="0"/>
          <a:stretch/>
        </p:blipFill>
        <p:spPr>
          <a:xfrm>
            <a:off x="7254947" y="0"/>
            <a:ext cx="1290462" cy="1259241"/>
          </a:xfrm>
          <a:prstGeom prst="rect">
            <a:avLst/>
          </a:prstGeom>
          <a:noFill/>
          <a:ln>
            <a:noFill/>
          </a:ln>
        </p:spPr>
      </p:pic>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p:cSld name="Title Page">
    <p:bg>
      <p:bgPr>
        <a:solidFill>
          <a:srgbClr val="262261"/>
        </a:solidFill>
      </p:bgPr>
    </p:bg>
    <p:spTree>
      <p:nvGrpSpPr>
        <p:cNvPr id="1157" name="Shape 1157"/>
        <p:cNvGrpSpPr/>
        <p:nvPr/>
      </p:nvGrpSpPr>
      <p:grpSpPr>
        <a:xfrm>
          <a:off x="0" y="0"/>
          <a:ext cx="0" cy="0"/>
          <a:chOff x="0" y="0"/>
          <a:chExt cx="0" cy="0"/>
        </a:xfrm>
      </p:grpSpPr>
      <p:sp>
        <p:nvSpPr>
          <p:cNvPr id="1158" name="Google Shape;1158;p156"/>
          <p:cNvSpPr txBox="1"/>
          <p:nvPr>
            <p:ph idx="1" type="body"/>
          </p:nvPr>
        </p:nvSpPr>
        <p:spPr>
          <a:xfrm>
            <a:off x="6339470" y="3692171"/>
            <a:ext cx="2571600" cy="685800"/>
          </a:xfrm>
          <a:prstGeom prst="rect">
            <a:avLst/>
          </a:prstGeom>
          <a:noFill/>
          <a:ln>
            <a:noFill/>
          </a:ln>
        </p:spPr>
        <p:txBody>
          <a:bodyPr anchorCtr="0" anchor="b" bIns="0" lIns="0" spcFirstLastPara="1" rIns="0" wrap="square" tIns="0">
            <a:noAutofit/>
          </a:bodyPr>
          <a:lstStyle>
            <a:lvl1pPr indent="-228600" lvl="0" marL="457200" algn="l">
              <a:lnSpc>
                <a:spcPct val="114000"/>
              </a:lnSpc>
              <a:spcBef>
                <a:spcPts val="0"/>
              </a:spcBef>
              <a:spcAft>
                <a:spcPts val="0"/>
              </a:spcAft>
              <a:buClr>
                <a:schemeClr val="lt1"/>
              </a:buClr>
              <a:buSzPts val="900"/>
              <a:buFont typeface="Arial"/>
              <a:buNone/>
              <a:defRPr sz="1200">
                <a:solidFill>
                  <a:schemeClr val="lt1"/>
                </a:solidFill>
              </a:defRPr>
            </a:lvl1pPr>
            <a:lvl2pPr indent="-228600" lvl="1" marL="914400" algn="l">
              <a:lnSpc>
                <a:spcPct val="140000"/>
              </a:lnSpc>
              <a:spcBef>
                <a:spcPts val="0"/>
              </a:spcBef>
              <a:spcAft>
                <a:spcPts val="0"/>
              </a:spcAft>
              <a:buClr>
                <a:schemeClr val="lt1"/>
              </a:buClr>
              <a:buSzPts val="1300"/>
              <a:buFont typeface="Arial"/>
              <a:buNone/>
              <a:defRPr sz="1100"/>
            </a:lvl2pPr>
            <a:lvl3pPr indent="-228600" lvl="2" marL="1371600" algn="l">
              <a:lnSpc>
                <a:spcPct val="140000"/>
              </a:lnSpc>
              <a:spcBef>
                <a:spcPts val="0"/>
              </a:spcBef>
              <a:spcAft>
                <a:spcPts val="0"/>
              </a:spcAft>
              <a:buClr>
                <a:schemeClr val="lt1"/>
              </a:buClr>
              <a:buSzPts val="1100"/>
              <a:buFont typeface="Arial"/>
              <a:buNone/>
              <a:defRPr sz="1100"/>
            </a:lvl3pPr>
            <a:lvl4pPr indent="-228600" lvl="3" marL="1828800" algn="l">
              <a:lnSpc>
                <a:spcPct val="140000"/>
              </a:lnSpc>
              <a:spcBef>
                <a:spcPts val="0"/>
              </a:spcBef>
              <a:spcAft>
                <a:spcPts val="0"/>
              </a:spcAft>
              <a:buClr>
                <a:schemeClr val="lt1"/>
              </a:buClr>
              <a:buSzPts val="700"/>
              <a:buFont typeface="Arial"/>
              <a:buNone/>
              <a:defRPr sz="1100"/>
            </a:lvl4pPr>
            <a:lvl5pPr indent="-228600" lvl="4" marL="2286000" algn="l">
              <a:lnSpc>
                <a:spcPct val="140000"/>
              </a:lnSpc>
              <a:spcBef>
                <a:spcPts val="0"/>
              </a:spcBef>
              <a:spcAft>
                <a:spcPts val="0"/>
              </a:spcAft>
              <a:buClr>
                <a:schemeClr val="lt1"/>
              </a:buClr>
              <a:buSzPts val="1300"/>
              <a:buFont typeface="Arial"/>
              <a:buNone/>
              <a:defRPr sz="1100"/>
            </a:lvl5pPr>
            <a:lvl6pPr indent="-273050" lvl="5" marL="2743200" algn="l">
              <a:lnSpc>
                <a:spcPct val="90000"/>
              </a:lnSpc>
              <a:spcBef>
                <a:spcPts val="300"/>
              </a:spcBef>
              <a:spcAft>
                <a:spcPts val="0"/>
              </a:spcAft>
              <a:buClr>
                <a:schemeClr val="lt1"/>
              </a:buClr>
              <a:buSzPts val="700"/>
              <a:buChar char="•"/>
              <a:defRPr/>
            </a:lvl6pPr>
            <a:lvl7pPr indent="-273050" lvl="6" marL="3200400" algn="l">
              <a:lnSpc>
                <a:spcPct val="90000"/>
              </a:lnSpc>
              <a:spcBef>
                <a:spcPts val="300"/>
              </a:spcBef>
              <a:spcAft>
                <a:spcPts val="0"/>
              </a:spcAft>
              <a:buClr>
                <a:schemeClr val="lt1"/>
              </a:buClr>
              <a:buSzPts val="700"/>
              <a:buChar char="•"/>
              <a:defRPr/>
            </a:lvl7pPr>
            <a:lvl8pPr indent="-273050" lvl="7" marL="3657600" algn="l">
              <a:lnSpc>
                <a:spcPct val="90000"/>
              </a:lnSpc>
              <a:spcBef>
                <a:spcPts val="300"/>
              </a:spcBef>
              <a:spcAft>
                <a:spcPts val="0"/>
              </a:spcAft>
              <a:buClr>
                <a:schemeClr val="lt1"/>
              </a:buClr>
              <a:buSzPts val="700"/>
              <a:buChar char="•"/>
              <a:defRPr/>
            </a:lvl8pPr>
            <a:lvl9pPr indent="-273050" lvl="8" marL="4114800" algn="l">
              <a:lnSpc>
                <a:spcPct val="90000"/>
              </a:lnSpc>
              <a:spcBef>
                <a:spcPts val="300"/>
              </a:spcBef>
              <a:spcAft>
                <a:spcPts val="0"/>
              </a:spcAft>
              <a:buClr>
                <a:schemeClr val="lt1"/>
              </a:buClr>
              <a:buSzPts val="700"/>
              <a:buChar char="•"/>
              <a:defRPr/>
            </a:lvl9pPr>
          </a:lstStyle>
          <a:p/>
        </p:txBody>
      </p:sp>
      <p:sp>
        <p:nvSpPr>
          <p:cNvPr id="1159" name="Google Shape;1159;p156"/>
          <p:cNvSpPr txBox="1"/>
          <p:nvPr>
            <p:ph idx="2" type="subTitle"/>
          </p:nvPr>
        </p:nvSpPr>
        <p:spPr>
          <a:xfrm>
            <a:off x="585579" y="0"/>
            <a:ext cx="6488100" cy="1689300"/>
          </a:xfrm>
          <a:prstGeom prst="rect">
            <a:avLst/>
          </a:prstGeom>
          <a:noFill/>
          <a:ln>
            <a:noFill/>
          </a:ln>
        </p:spPr>
        <p:txBody>
          <a:bodyPr anchorCtr="0" anchor="b" bIns="0" lIns="0" spcFirstLastPara="1" rIns="0" wrap="square" tIns="0">
            <a:noAutofit/>
          </a:bodyPr>
          <a:lstStyle>
            <a:lvl1pPr lvl="0" algn="l">
              <a:lnSpc>
                <a:spcPct val="114000"/>
              </a:lnSpc>
              <a:spcBef>
                <a:spcPts val="0"/>
              </a:spcBef>
              <a:spcAft>
                <a:spcPts val="0"/>
              </a:spcAft>
              <a:buClr>
                <a:schemeClr val="lt1"/>
              </a:buClr>
              <a:buSzPts val="1600"/>
              <a:buNone/>
              <a:defRPr sz="2700">
                <a:solidFill>
                  <a:schemeClr val="lt1"/>
                </a:solidFill>
              </a:defRPr>
            </a:lvl1pPr>
            <a:lvl2pPr lvl="1" algn="ctr">
              <a:lnSpc>
                <a:spcPct val="114000"/>
              </a:lnSpc>
              <a:spcBef>
                <a:spcPts val="0"/>
              </a:spcBef>
              <a:spcAft>
                <a:spcPts val="0"/>
              </a:spcAft>
              <a:buClr>
                <a:schemeClr val="lt1"/>
              </a:buClr>
              <a:buSzPts val="1300"/>
              <a:buNone/>
              <a:defRPr sz="1100"/>
            </a:lvl2pPr>
            <a:lvl3pPr lvl="2" algn="ctr">
              <a:lnSpc>
                <a:spcPct val="114000"/>
              </a:lnSpc>
              <a:spcBef>
                <a:spcPts val="0"/>
              </a:spcBef>
              <a:spcAft>
                <a:spcPts val="0"/>
              </a:spcAft>
              <a:buClr>
                <a:schemeClr val="lt1"/>
              </a:buClr>
              <a:buSzPts val="1000"/>
              <a:buNone/>
              <a:defRPr sz="1000"/>
            </a:lvl3pPr>
            <a:lvl4pPr lvl="3" algn="ctr">
              <a:lnSpc>
                <a:spcPct val="114000"/>
              </a:lnSpc>
              <a:spcBef>
                <a:spcPts val="0"/>
              </a:spcBef>
              <a:spcAft>
                <a:spcPts val="0"/>
              </a:spcAft>
              <a:buClr>
                <a:schemeClr val="lt1"/>
              </a:buClr>
              <a:buSzPts val="500"/>
              <a:buNone/>
              <a:defRPr sz="900"/>
            </a:lvl4pPr>
            <a:lvl5pPr lvl="4" algn="ctr">
              <a:lnSpc>
                <a:spcPct val="114000"/>
              </a:lnSpc>
              <a:spcBef>
                <a:spcPts val="0"/>
              </a:spcBef>
              <a:spcAft>
                <a:spcPts val="0"/>
              </a:spcAft>
              <a:buClr>
                <a:schemeClr val="lt1"/>
              </a:buClr>
              <a:buSzPts val="1000"/>
              <a:buNone/>
              <a:defRPr sz="900"/>
            </a:lvl5pPr>
            <a:lvl6pPr lvl="5" algn="ctr">
              <a:lnSpc>
                <a:spcPct val="90000"/>
              </a:lnSpc>
              <a:spcBef>
                <a:spcPts val="300"/>
              </a:spcBef>
              <a:spcAft>
                <a:spcPts val="0"/>
              </a:spcAft>
              <a:buClr>
                <a:schemeClr val="lt1"/>
              </a:buClr>
              <a:buSzPts val="900"/>
              <a:buNone/>
              <a:defRPr sz="900"/>
            </a:lvl6pPr>
            <a:lvl7pPr lvl="6" algn="ctr">
              <a:lnSpc>
                <a:spcPct val="90000"/>
              </a:lnSpc>
              <a:spcBef>
                <a:spcPts val="300"/>
              </a:spcBef>
              <a:spcAft>
                <a:spcPts val="0"/>
              </a:spcAft>
              <a:buClr>
                <a:schemeClr val="lt1"/>
              </a:buClr>
              <a:buSzPts val="900"/>
              <a:buNone/>
              <a:defRPr sz="900"/>
            </a:lvl7pPr>
            <a:lvl8pPr lvl="7" algn="ctr">
              <a:lnSpc>
                <a:spcPct val="90000"/>
              </a:lnSpc>
              <a:spcBef>
                <a:spcPts val="300"/>
              </a:spcBef>
              <a:spcAft>
                <a:spcPts val="0"/>
              </a:spcAft>
              <a:buClr>
                <a:schemeClr val="lt1"/>
              </a:buClr>
              <a:buSzPts val="900"/>
              <a:buNone/>
              <a:defRPr sz="900"/>
            </a:lvl8pPr>
            <a:lvl9pPr lvl="8" algn="ctr">
              <a:lnSpc>
                <a:spcPct val="90000"/>
              </a:lnSpc>
              <a:spcBef>
                <a:spcPts val="300"/>
              </a:spcBef>
              <a:spcAft>
                <a:spcPts val="0"/>
              </a:spcAft>
              <a:buClr>
                <a:schemeClr val="lt1"/>
              </a:buClr>
              <a:buSzPts val="900"/>
              <a:buNone/>
              <a:defRPr sz="900"/>
            </a:lvl9pPr>
          </a:lstStyle>
          <a:p/>
        </p:txBody>
      </p:sp>
      <p:pic>
        <p:nvPicPr>
          <p:cNvPr descr="A group of people posing for a photo&#10;&#10;Description automatically generated" id="1160" name="Google Shape;1160;p156"/>
          <p:cNvPicPr preferRelativeResize="0"/>
          <p:nvPr/>
        </p:nvPicPr>
        <p:blipFill rotWithShape="1">
          <a:blip r:embed="rId2">
            <a:alphaModFix/>
          </a:blip>
          <a:srcRect b="0" l="0" r="0" t="0"/>
          <a:stretch/>
        </p:blipFill>
        <p:spPr>
          <a:xfrm>
            <a:off x="0" y="1622502"/>
            <a:ext cx="6342609" cy="3520539"/>
          </a:xfrm>
          <a:prstGeom prst="rect">
            <a:avLst/>
          </a:prstGeom>
          <a:noFill/>
          <a:ln>
            <a:noFill/>
          </a:ln>
        </p:spPr>
      </p:pic>
      <p:pic>
        <p:nvPicPr>
          <p:cNvPr id="1161" name="Google Shape;1161;p156"/>
          <p:cNvPicPr preferRelativeResize="0"/>
          <p:nvPr/>
        </p:nvPicPr>
        <p:blipFill rotWithShape="1">
          <a:blip r:embed="rId3">
            <a:alphaModFix/>
          </a:blip>
          <a:srcRect b="0" l="0" r="0" t="0"/>
          <a:stretch/>
        </p:blipFill>
        <p:spPr>
          <a:xfrm>
            <a:off x="6214205" y="4451399"/>
            <a:ext cx="2287627" cy="444359"/>
          </a:xfrm>
          <a:prstGeom prst="rect">
            <a:avLst/>
          </a:prstGeom>
          <a:noFill/>
          <a:ln>
            <a:noFill/>
          </a:ln>
        </p:spPr>
      </p:pic>
      <p:pic>
        <p:nvPicPr>
          <p:cNvPr id="1162" name="Google Shape;1162;p156"/>
          <p:cNvPicPr preferRelativeResize="0"/>
          <p:nvPr/>
        </p:nvPicPr>
        <p:blipFill rotWithShape="1">
          <a:blip r:embed="rId4">
            <a:alphaModFix/>
          </a:blip>
          <a:srcRect b="0" l="0" r="0" t="0"/>
          <a:stretch/>
        </p:blipFill>
        <p:spPr>
          <a:xfrm>
            <a:off x="7472368" y="0"/>
            <a:ext cx="1290462" cy="1259241"/>
          </a:xfrm>
          <a:prstGeom prst="rect">
            <a:avLst/>
          </a:prstGeom>
          <a:noFill/>
          <a:ln>
            <a:noFill/>
          </a:ln>
        </p:spPr>
      </p:pic>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163" name="Shape 1163"/>
        <p:cNvGrpSpPr/>
        <p:nvPr/>
      </p:nvGrpSpPr>
      <p:grpSpPr>
        <a:xfrm>
          <a:off x="0" y="0"/>
          <a:ext cx="0" cy="0"/>
          <a:chOff x="0" y="0"/>
          <a:chExt cx="0" cy="0"/>
        </a:xfrm>
      </p:grpSpPr>
      <p:sp>
        <p:nvSpPr>
          <p:cNvPr id="1164" name="Google Shape;1164;p157"/>
          <p:cNvSpPr txBox="1"/>
          <p:nvPr>
            <p:ph type="title"/>
          </p:nvPr>
        </p:nvSpPr>
        <p:spPr>
          <a:xfrm>
            <a:off x="349404" y="285655"/>
            <a:ext cx="8447100" cy="414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5" name="Google Shape;1165;p157"/>
          <p:cNvSpPr txBox="1"/>
          <p:nvPr>
            <p:ph idx="1" type="body"/>
          </p:nvPr>
        </p:nvSpPr>
        <p:spPr>
          <a:xfrm>
            <a:off x="349712" y="912114"/>
            <a:ext cx="8446500" cy="3410100"/>
          </a:xfrm>
          <a:prstGeom prst="rect">
            <a:avLst/>
          </a:prstGeom>
          <a:noFill/>
          <a:ln>
            <a:noFill/>
          </a:ln>
        </p:spPr>
        <p:txBody>
          <a:bodyPr anchorCtr="0" anchor="t" bIns="0" lIns="0" spcFirstLastPara="1" rIns="0" wrap="square" tIns="0">
            <a:noAutofit/>
          </a:bodyPr>
          <a:lstStyle>
            <a:lvl1pPr indent="-304800" lvl="0" marL="457200" algn="l">
              <a:lnSpc>
                <a:spcPct val="114000"/>
              </a:lnSpc>
              <a:spcBef>
                <a:spcPts val="0"/>
              </a:spcBef>
              <a:spcAft>
                <a:spcPts val="0"/>
              </a:spcAft>
              <a:buSzPts val="1200"/>
              <a:buChar char="•"/>
              <a:defRPr>
                <a:solidFill>
                  <a:srgbClr val="262261"/>
                </a:solidFill>
              </a:defRPr>
            </a:lvl1pPr>
            <a:lvl2pPr indent="-292100" lvl="1" marL="914400" algn="l">
              <a:lnSpc>
                <a:spcPct val="114000"/>
              </a:lnSpc>
              <a:spcBef>
                <a:spcPts val="0"/>
              </a:spcBef>
              <a:spcAft>
                <a:spcPts val="0"/>
              </a:spcAft>
              <a:buSzPts val="1000"/>
              <a:buChar char="•"/>
              <a:defRPr>
                <a:solidFill>
                  <a:srgbClr val="262261"/>
                </a:solidFill>
              </a:defRPr>
            </a:lvl2pPr>
            <a:lvl3pPr indent="-285750" lvl="2" marL="1371600" algn="l">
              <a:lnSpc>
                <a:spcPct val="114000"/>
              </a:lnSpc>
              <a:spcBef>
                <a:spcPts val="0"/>
              </a:spcBef>
              <a:spcAft>
                <a:spcPts val="0"/>
              </a:spcAft>
              <a:buSzPts val="900"/>
              <a:buChar char="•"/>
              <a:defRPr>
                <a:solidFill>
                  <a:srgbClr val="262261"/>
                </a:solidFill>
              </a:defRPr>
            </a:lvl3pPr>
            <a:lvl4pPr indent="-273050" lvl="3" marL="1828800" algn="l">
              <a:lnSpc>
                <a:spcPct val="114000"/>
              </a:lnSpc>
              <a:spcBef>
                <a:spcPts val="0"/>
              </a:spcBef>
              <a:spcAft>
                <a:spcPts val="0"/>
              </a:spcAft>
              <a:buSzPts val="700"/>
              <a:buChar char="•"/>
              <a:defRPr>
                <a:solidFill>
                  <a:srgbClr val="262261"/>
                </a:solidFill>
              </a:defRPr>
            </a:lvl4pPr>
            <a:lvl5pPr indent="-273050" lvl="4" marL="2286000" algn="l">
              <a:lnSpc>
                <a:spcPct val="114000"/>
              </a:lnSpc>
              <a:spcBef>
                <a:spcPts val="0"/>
              </a:spcBef>
              <a:spcAft>
                <a:spcPts val="0"/>
              </a:spcAft>
              <a:buSzPts val="700"/>
              <a:buChar char="•"/>
              <a:defRPr>
                <a:solidFill>
                  <a:srgbClr val="262261"/>
                </a:solidFill>
              </a:defRPr>
            </a:lvl5pPr>
            <a:lvl6pPr indent="-228600" lvl="5" marL="2743200" algn="l">
              <a:lnSpc>
                <a:spcPct val="100000"/>
              </a:lnSpc>
              <a:spcBef>
                <a:spcPts val="0"/>
              </a:spcBef>
              <a:spcAft>
                <a:spcPts val="0"/>
              </a:spcAft>
              <a:buSzPts val="500"/>
              <a:buNone/>
              <a:defRPr/>
            </a:lvl6pPr>
            <a:lvl7pPr indent="-228600" lvl="6" marL="3200400" algn="l">
              <a:lnSpc>
                <a:spcPct val="100000"/>
              </a:lnSpc>
              <a:spcBef>
                <a:spcPts val="0"/>
              </a:spcBef>
              <a:spcAft>
                <a:spcPts val="0"/>
              </a:spcAft>
              <a:buSzPts val="500"/>
              <a:buNone/>
              <a:defRPr/>
            </a:lvl7pPr>
            <a:lvl8pPr indent="-228600" lvl="7" marL="3657600" algn="l">
              <a:lnSpc>
                <a:spcPct val="100000"/>
              </a:lnSpc>
              <a:spcBef>
                <a:spcPts val="0"/>
              </a:spcBef>
              <a:spcAft>
                <a:spcPts val="0"/>
              </a:spcAft>
              <a:buSzPts val="500"/>
              <a:buNone/>
              <a:defRPr/>
            </a:lvl8pPr>
            <a:lvl9pPr indent="-228600" lvl="8" marL="4114800" algn="l">
              <a:lnSpc>
                <a:spcPct val="100000"/>
              </a:lnSpc>
              <a:spcBef>
                <a:spcPts val="0"/>
              </a:spcBef>
              <a:spcAft>
                <a:spcPts val="0"/>
              </a:spcAft>
              <a:buSzPts val="500"/>
              <a:buNone/>
              <a:defRPr/>
            </a:lvl9pPr>
          </a:lstStyle>
          <a:p/>
        </p:txBody>
      </p:sp>
      <p:sp>
        <p:nvSpPr>
          <p:cNvPr id="1166" name="Google Shape;1166;p157"/>
          <p:cNvSpPr txBox="1"/>
          <p:nvPr>
            <p:ph idx="12" type="sldNum"/>
          </p:nvPr>
        </p:nvSpPr>
        <p:spPr>
          <a:xfrm>
            <a:off x="6738657" y="4630341"/>
            <a:ext cx="2057700" cy="273900"/>
          </a:xfrm>
          <a:prstGeom prst="rect">
            <a:avLst/>
          </a:prstGeom>
          <a:noFill/>
          <a:ln>
            <a:noFill/>
          </a:ln>
        </p:spPr>
        <p:txBody>
          <a:bodyPr anchorCtr="0" anchor="t" bIns="17125" lIns="34275" spcFirstLastPara="1" rIns="34275" wrap="square" tIns="17125">
            <a:noAutofit/>
          </a:bodyPr>
          <a:lstStyle>
            <a:lvl1pPr indent="0" lvl="0"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47.xml"/><Relationship Id="rId42" Type="http://schemas.openxmlformats.org/officeDocument/2006/relationships/slideLayout" Target="../slideLayouts/slideLayout49.xml"/><Relationship Id="rId41" Type="http://schemas.openxmlformats.org/officeDocument/2006/relationships/slideLayout" Target="../slideLayouts/slideLayout48.xml"/><Relationship Id="rId44" Type="http://schemas.openxmlformats.org/officeDocument/2006/relationships/slideLayout" Target="../slideLayouts/slideLayout51.xml"/><Relationship Id="rId43" Type="http://schemas.openxmlformats.org/officeDocument/2006/relationships/slideLayout" Target="../slideLayouts/slideLayout50.xml"/><Relationship Id="rId46" Type="http://schemas.openxmlformats.org/officeDocument/2006/relationships/slideLayout" Target="../slideLayouts/slideLayout53.xml"/><Relationship Id="rId45" Type="http://schemas.openxmlformats.org/officeDocument/2006/relationships/slideLayout" Target="../slideLayouts/slideLayout52.xml"/><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slideLayout" Target="../slideLayouts/slideLayout16.xml"/><Relationship Id="rId48" Type="http://schemas.openxmlformats.org/officeDocument/2006/relationships/slideLayout" Target="../slideLayouts/slideLayout55.xml"/><Relationship Id="rId47" Type="http://schemas.openxmlformats.org/officeDocument/2006/relationships/slideLayout" Target="../slideLayouts/slideLayout54.xml"/><Relationship Id="rId49" Type="http://schemas.openxmlformats.org/officeDocument/2006/relationships/slideLayout" Target="../slideLayouts/slideLayout5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31" Type="http://schemas.openxmlformats.org/officeDocument/2006/relationships/slideLayout" Target="../slideLayouts/slideLayout38.xml"/><Relationship Id="rId30" Type="http://schemas.openxmlformats.org/officeDocument/2006/relationships/slideLayout" Target="../slideLayouts/slideLayout37.xml"/><Relationship Id="rId33" Type="http://schemas.openxmlformats.org/officeDocument/2006/relationships/slideLayout" Target="../slideLayouts/slideLayout40.xml"/><Relationship Id="rId32" Type="http://schemas.openxmlformats.org/officeDocument/2006/relationships/slideLayout" Target="../slideLayouts/slideLayout39.xml"/><Relationship Id="rId35" Type="http://schemas.openxmlformats.org/officeDocument/2006/relationships/slideLayout" Target="../slideLayouts/slideLayout42.xml"/><Relationship Id="rId34" Type="http://schemas.openxmlformats.org/officeDocument/2006/relationships/slideLayout" Target="../slideLayouts/slideLayout41.xml"/><Relationship Id="rId37" Type="http://schemas.openxmlformats.org/officeDocument/2006/relationships/slideLayout" Target="../slideLayouts/slideLayout44.xml"/><Relationship Id="rId36" Type="http://schemas.openxmlformats.org/officeDocument/2006/relationships/slideLayout" Target="../slideLayouts/slideLayout43.xml"/><Relationship Id="rId39" Type="http://schemas.openxmlformats.org/officeDocument/2006/relationships/slideLayout" Target="../slideLayouts/slideLayout46.xml"/><Relationship Id="rId38" Type="http://schemas.openxmlformats.org/officeDocument/2006/relationships/slideLayout" Target="../slideLayouts/slideLayout45.xml"/><Relationship Id="rId62" Type="http://schemas.openxmlformats.org/officeDocument/2006/relationships/slideLayout" Target="../slideLayouts/slideLayout69.xml"/><Relationship Id="rId61" Type="http://schemas.openxmlformats.org/officeDocument/2006/relationships/slideLayout" Target="../slideLayouts/slideLayout68.xml"/><Relationship Id="rId20" Type="http://schemas.openxmlformats.org/officeDocument/2006/relationships/slideLayout" Target="../slideLayouts/slideLayout27.xml"/><Relationship Id="rId64" Type="http://schemas.openxmlformats.org/officeDocument/2006/relationships/slideLayout" Target="../slideLayouts/slideLayout71.xml"/><Relationship Id="rId63" Type="http://schemas.openxmlformats.org/officeDocument/2006/relationships/slideLayout" Target="../slideLayouts/slideLayout70.xml"/><Relationship Id="rId22" Type="http://schemas.openxmlformats.org/officeDocument/2006/relationships/slideLayout" Target="../slideLayouts/slideLayout29.xml"/><Relationship Id="rId66" Type="http://schemas.openxmlformats.org/officeDocument/2006/relationships/slideLayout" Target="../slideLayouts/slideLayout73.xml"/><Relationship Id="rId21" Type="http://schemas.openxmlformats.org/officeDocument/2006/relationships/slideLayout" Target="../slideLayouts/slideLayout28.xml"/><Relationship Id="rId65" Type="http://schemas.openxmlformats.org/officeDocument/2006/relationships/slideLayout" Target="../slideLayouts/slideLayout72.xml"/><Relationship Id="rId24" Type="http://schemas.openxmlformats.org/officeDocument/2006/relationships/slideLayout" Target="../slideLayouts/slideLayout31.xml"/><Relationship Id="rId68" Type="http://schemas.openxmlformats.org/officeDocument/2006/relationships/slideLayout" Target="../slideLayouts/slideLayout75.xml"/><Relationship Id="rId23" Type="http://schemas.openxmlformats.org/officeDocument/2006/relationships/slideLayout" Target="../slideLayouts/slideLayout30.xml"/><Relationship Id="rId67" Type="http://schemas.openxmlformats.org/officeDocument/2006/relationships/slideLayout" Target="../slideLayouts/slideLayout74.xml"/><Relationship Id="rId60" Type="http://schemas.openxmlformats.org/officeDocument/2006/relationships/slideLayout" Target="../slideLayouts/slideLayout67.xml"/><Relationship Id="rId26" Type="http://schemas.openxmlformats.org/officeDocument/2006/relationships/slideLayout" Target="../slideLayouts/slideLayout33.xml"/><Relationship Id="rId25" Type="http://schemas.openxmlformats.org/officeDocument/2006/relationships/slideLayout" Target="../slideLayouts/slideLayout32.xml"/><Relationship Id="rId69" Type="http://schemas.openxmlformats.org/officeDocument/2006/relationships/theme" Target="../theme/theme1.xml"/><Relationship Id="rId28" Type="http://schemas.openxmlformats.org/officeDocument/2006/relationships/slideLayout" Target="../slideLayouts/slideLayout35.xml"/><Relationship Id="rId27" Type="http://schemas.openxmlformats.org/officeDocument/2006/relationships/slideLayout" Target="../slideLayouts/slideLayout34.xml"/><Relationship Id="rId29" Type="http://schemas.openxmlformats.org/officeDocument/2006/relationships/slideLayout" Target="../slideLayouts/slideLayout36.xml"/><Relationship Id="rId51" Type="http://schemas.openxmlformats.org/officeDocument/2006/relationships/slideLayout" Target="../slideLayouts/slideLayout58.xml"/><Relationship Id="rId50" Type="http://schemas.openxmlformats.org/officeDocument/2006/relationships/slideLayout" Target="../slideLayouts/slideLayout57.xml"/><Relationship Id="rId53" Type="http://schemas.openxmlformats.org/officeDocument/2006/relationships/slideLayout" Target="../slideLayouts/slideLayout60.xml"/><Relationship Id="rId52" Type="http://schemas.openxmlformats.org/officeDocument/2006/relationships/slideLayout" Target="../slideLayouts/slideLayout59.xml"/><Relationship Id="rId11" Type="http://schemas.openxmlformats.org/officeDocument/2006/relationships/slideLayout" Target="../slideLayouts/slideLayout18.xml"/><Relationship Id="rId55" Type="http://schemas.openxmlformats.org/officeDocument/2006/relationships/slideLayout" Target="../slideLayouts/slideLayout62.xml"/><Relationship Id="rId10" Type="http://schemas.openxmlformats.org/officeDocument/2006/relationships/slideLayout" Target="../slideLayouts/slideLayout17.xml"/><Relationship Id="rId54" Type="http://schemas.openxmlformats.org/officeDocument/2006/relationships/slideLayout" Target="../slideLayouts/slideLayout61.xml"/><Relationship Id="rId13" Type="http://schemas.openxmlformats.org/officeDocument/2006/relationships/slideLayout" Target="../slideLayouts/slideLayout20.xml"/><Relationship Id="rId57" Type="http://schemas.openxmlformats.org/officeDocument/2006/relationships/slideLayout" Target="../slideLayouts/slideLayout64.xml"/><Relationship Id="rId12" Type="http://schemas.openxmlformats.org/officeDocument/2006/relationships/slideLayout" Target="../slideLayouts/slideLayout19.xml"/><Relationship Id="rId56" Type="http://schemas.openxmlformats.org/officeDocument/2006/relationships/slideLayout" Target="../slideLayouts/slideLayout63.xml"/><Relationship Id="rId15" Type="http://schemas.openxmlformats.org/officeDocument/2006/relationships/slideLayout" Target="../slideLayouts/slideLayout22.xml"/><Relationship Id="rId59" Type="http://schemas.openxmlformats.org/officeDocument/2006/relationships/slideLayout" Target="../slideLayouts/slideLayout66.xml"/><Relationship Id="rId14" Type="http://schemas.openxmlformats.org/officeDocument/2006/relationships/slideLayout" Target="../slideLayouts/slideLayout21.xml"/><Relationship Id="rId58" Type="http://schemas.openxmlformats.org/officeDocument/2006/relationships/slideLayout" Target="../slideLayouts/slideLayout65.xml"/><Relationship Id="rId17" Type="http://schemas.openxmlformats.org/officeDocument/2006/relationships/slideLayout" Target="../slideLayouts/slideLayout24.xml"/><Relationship Id="rId16" Type="http://schemas.openxmlformats.org/officeDocument/2006/relationships/slideLayout" Target="../slideLayouts/slideLayout23.xml"/><Relationship Id="rId19" Type="http://schemas.openxmlformats.org/officeDocument/2006/relationships/slideLayout" Target="../slideLayouts/slideLayout26.xml"/><Relationship Id="rId18"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40" Type="http://schemas.openxmlformats.org/officeDocument/2006/relationships/slideLayout" Target="../slideLayouts/slideLayout115.xml"/><Relationship Id="rId42" Type="http://schemas.openxmlformats.org/officeDocument/2006/relationships/slideLayout" Target="../slideLayouts/slideLayout117.xml"/><Relationship Id="rId41" Type="http://schemas.openxmlformats.org/officeDocument/2006/relationships/slideLayout" Target="../slideLayouts/slideLayout116.xml"/><Relationship Id="rId44" Type="http://schemas.openxmlformats.org/officeDocument/2006/relationships/slideLayout" Target="../slideLayouts/slideLayout119.xml"/><Relationship Id="rId43" Type="http://schemas.openxmlformats.org/officeDocument/2006/relationships/slideLayout" Target="../slideLayouts/slideLayout118.xml"/><Relationship Id="rId46" Type="http://schemas.openxmlformats.org/officeDocument/2006/relationships/slideLayout" Target="../slideLayouts/slideLayout121.xml"/><Relationship Id="rId45" Type="http://schemas.openxmlformats.org/officeDocument/2006/relationships/slideLayout" Target="../slideLayouts/slideLayout120.xml"/><Relationship Id="rId1" Type="http://schemas.openxmlformats.org/officeDocument/2006/relationships/slideLayout" Target="../slideLayouts/slideLayout76.xml"/><Relationship Id="rId2" Type="http://schemas.openxmlformats.org/officeDocument/2006/relationships/slideLayout" Target="../slideLayouts/slideLayout77.xml"/><Relationship Id="rId3" Type="http://schemas.openxmlformats.org/officeDocument/2006/relationships/slideLayout" Target="../slideLayouts/slideLayout78.xml"/><Relationship Id="rId4" Type="http://schemas.openxmlformats.org/officeDocument/2006/relationships/slideLayout" Target="../slideLayouts/slideLayout79.xml"/><Relationship Id="rId9" Type="http://schemas.openxmlformats.org/officeDocument/2006/relationships/slideLayout" Target="../slideLayouts/slideLayout84.xml"/><Relationship Id="rId48" Type="http://schemas.openxmlformats.org/officeDocument/2006/relationships/slideLayout" Target="../slideLayouts/slideLayout123.xml"/><Relationship Id="rId47" Type="http://schemas.openxmlformats.org/officeDocument/2006/relationships/slideLayout" Target="../slideLayouts/slideLayout122.xml"/><Relationship Id="rId49" Type="http://schemas.openxmlformats.org/officeDocument/2006/relationships/slideLayout" Target="../slideLayouts/slideLayout124.xml"/><Relationship Id="rId5" Type="http://schemas.openxmlformats.org/officeDocument/2006/relationships/slideLayout" Target="../slideLayouts/slideLayout80.xml"/><Relationship Id="rId6" Type="http://schemas.openxmlformats.org/officeDocument/2006/relationships/slideLayout" Target="../slideLayouts/slideLayout81.xml"/><Relationship Id="rId7" Type="http://schemas.openxmlformats.org/officeDocument/2006/relationships/slideLayout" Target="../slideLayouts/slideLayout82.xml"/><Relationship Id="rId8" Type="http://schemas.openxmlformats.org/officeDocument/2006/relationships/slideLayout" Target="../slideLayouts/slideLayout83.xml"/><Relationship Id="rId73" Type="http://schemas.openxmlformats.org/officeDocument/2006/relationships/slideLayout" Target="../slideLayouts/slideLayout148.xml"/><Relationship Id="rId72" Type="http://schemas.openxmlformats.org/officeDocument/2006/relationships/slideLayout" Target="../slideLayouts/slideLayout147.xml"/><Relationship Id="rId31" Type="http://schemas.openxmlformats.org/officeDocument/2006/relationships/slideLayout" Target="../slideLayouts/slideLayout106.xml"/><Relationship Id="rId75" Type="http://schemas.openxmlformats.org/officeDocument/2006/relationships/slideLayout" Target="../slideLayouts/slideLayout150.xml"/><Relationship Id="rId30" Type="http://schemas.openxmlformats.org/officeDocument/2006/relationships/slideLayout" Target="../slideLayouts/slideLayout105.xml"/><Relationship Id="rId74" Type="http://schemas.openxmlformats.org/officeDocument/2006/relationships/slideLayout" Target="../slideLayouts/slideLayout149.xml"/><Relationship Id="rId33" Type="http://schemas.openxmlformats.org/officeDocument/2006/relationships/slideLayout" Target="../slideLayouts/slideLayout108.xml"/><Relationship Id="rId32" Type="http://schemas.openxmlformats.org/officeDocument/2006/relationships/slideLayout" Target="../slideLayouts/slideLayout107.xml"/><Relationship Id="rId76" Type="http://schemas.openxmlformats.org/officeDocument/2006/relationships/theme" Target="../theme/theme2.xml"/><Relationship Id="rId35" Type="http://schemas.openxmlformats.org/officeDocument/2006/relationships/slideLayout" Target="../slideLayouts/slideLayout110.xml"/><Relationship Id="rId34" Type="http://schemas.openxmlformats.org/officeDocument/2006/relationships/slideLayout" Target="../slideLayouts/slideLayout109.xml"/><Relationship Id="rId71" Type="http://schemas.openxmlformats.org/officeDocument/2006/relationships/slideLayout" Target="../slideLayouts/slideLayout146.xml"/><Relationship Id="rId70" Type="http://schemas.openxmlformats.org/officeDocument/2006/relationships/slideLayout" Target="../slideLayouts/slideLayout145.xml"/><Relationship Id="rId37" Type="http://schemas.openxmlformats.org/officeDocument/2006/relationships/slideLayout" Target="../slideLayouts/slideLayout112.xml"/><Relationship Id="rId36" Type="http://schemas.openxmlformats.org/officeDocument/2006/relationships/slideLayout" Target="../slideLayouts/slideLayout111.xml"/><Relationship Id="rId39" Type="http://schemas.openxmlformats.org/officeDocument/2006/relationships/slideLayout" Target="../slideLayouts/slideLayout114.xml"/><Relationship Id="rId38" Type="http://schemas.openxmlformats.org/officeDocument/2006/relationships/slideLayout" Target="../slideLayouts/slideLayout113.xml"/><Relationship Id="rId62" Type="http://schemas.openxmlformats.org/officeDocument/2006/relationships/slideLayout" Target="../slideLayouts/slideLayout137.xml"/><Relationship Id="rId61" Type="http://schemas.openxmlformats.org/officeDocument/2006/relationships/slideLayout" Target="../slideLayouts/slideLayout136.xml"/><Relationship Id="rId20" Type="http://schemas.openxmlformats.org/officeDocument/2006/relationships/slideLayout" Target="../slideLayouts/slideLayout95.xml"/><Relationship Id="rId64" Type="http://schemas.openxmlformats.org/officeDocument/2006/relationships/slideLayout" Target="../slideLayouts/slideLayout139.xml"/><Relationship Id="rId63" Type="http://schemas.openxmlformats.org/officeDocument/2006/relationships/slideLayout" Target="../slideLayouts/slideLayout138.xml"/><Relationship Id="rId22" Type="http://schemas.openxmlformats.org/officeDocument/2006/relationships/slideLayout" Target="../slideLayouts/slideLayout97.xml"/><Relationship Id="rId66" Type="http://schemas.openxmlformats.org/officeDocument/2006/relationships/slideLayout" Target="../slideLayouts/slideLayout141.xml"/><Relationship Id="rId21" Type="http://schemas.openxmlformats.org/officeDocument/2006/relationships/slideLayout" Target="../slideLayouts/slideLayout96.xml"/><Relationship Id="rId65" Type="http://schemas.openxmlformats.org/officeDocument/2006/relationships/slideLayout" Target="../slideLayouts/slideLayout140.xml"/><Relationship Id="rId24" Type="http://schemas.openxmlformats.org/officeDocument/2006/relationships/slideLayout" Target="../slideLayouts/slideLayout99.xml"/><Relationship Id="rId68" Type="http://schemas.openxmlformats.org/officeDocument/2006/relationships/slideLayout" Target="../slideLayouts/slideLayout143.xml"/><Relationship Id="rId23" Type="http://schemas.openxmlformats.org/officeDocument/2006/relationships/slideLayout" Target="../slideLayouts/slideLayout98.xml"/><Relationship Id="rId67" Type="http://schemas.openxmlformats.org/officeDocument/2006/relationships/slideLayout" Target="../slideLayouts/slideLayout142.xml"/><Relationship Id="rId60" Type="http://schemas.openxmlformats.org/officeDocument/2006/relationships/slideLayout" Target="../slideLayouts/slideLayout135.xml"/><Relationship Id="rId26" Type="http://schemas.openxmlformats.org/officeDocument/2006/relationships/slideLayout" Target="../slideLayouts/slideLayout101.xml"/><Relationship Id="rId25" Type="http://schemas.openxmlformats.org/officeDocument/2006/relationships/slideLayout" Target="../slideLayouts/slideLayout100.xml"/><Relationship Id="rId69" Type="http://schemas.openxmlformats.org/officeDocument/2006/relationships/slideLayout" Target="../slideLayouts/slideLayout144.xml"/><Relationship Id="rId28" Type="http://schemas.openxmlformats.org/officeDocument/2006/relationships/slideLayout" Target="../slideLayouts/slideLayout103.xml"/><Relationship Id="rId27" Type="http://schemas.openxmlformats.org/officeDocument/2006/relationships/slideLayout" Target="../slideLayouts/slideLayout102.xml"/><Relationship Id="rId29" Type="http://schemas.openxmlformats.org/officeDocument/2006/relationships/slideLayout" Target="../slideLayouts/slideLayout104.xml"/><Relationship Id="rId51" Type="http://schemas.openxmlformats.org/officeDocument/2006/relationships/slideLayout" Target="../slideLayouts/slideLayout126.xml"/><Relationship Id="rId50" Type="http://schemas.openxmlformats.org/officeDocument/2006/relationships/slideLayout" Target="../slideLayouts/slideLayout125.xml"/><Relationship Id="rId53" Type="http://schemas.openxmlformats.org/officeDocument/2006/relationships/slideLayout" Target="../slideLayouts/slideLayout128.xml"/><Relationship Id="rId52" Type="http://schemas.openxmlformats.org/officeDocument/2006/relationships/slideLayout" Target="../slideLayouts/slideLayout127.xml"/><Relationship Id="rId11" Type="http://schemas.openxmlformats.org/officeDocument/2006/relationships/slideLayout" Target="../slideLayouts/slideLayout86.xml"/><Relationship Id="rId55" Type="http://schemas.openxmlformats.org/officeDocument/2006/relationships/slideLayout" Target="../slideLayouts/slideLayout130.xml"/><Relationship Id="rId10" Type="http://schemas.openxmlformats.org/officeDocument/2006/relationships/slideLayout" Target="../slideLayouts/slideLayout85.xml"/><Relationship Id="rId54" Type="http://schemas.openxmlformats.org/officeDocument/2006/relationships/slideLayout" Target="../slideLayouts/slideLayout129.xml"/><Relationship Id="rId13" Type="http://schemas.openxmlformats.org/officeDocument/2006/relationships/slideLayout" Target="../slideLayouts/slideLayout88.xml"/><Relationship Id="rId57" Type="http://schemas.openxmlformats.org/officeDocument/2006/relationships/slideLayout" Target="../slideLayouts/slideLayout132.xml"/><Relationship Id="rId12" Type="http://schemas.openxmlformats.org/officeDocument/2006/relationships/slideLayout" Target="../slideLayouts/slideLayout87.xml"/><Relationship Id="rId56" Type="http://schemas.openxmlformats.org/officeDocument/2006/relationships/slideLayout" Target="../slideLayouts/slideLayout131.xml"/><Relationship Id="rId15" Type="http://schemas.openxmlformats.org/officeDocument/2006/relationships/slideLayout" Target="../slideLayouts/slideLayout90.xml"/><Relationship Id="rId59" Type="http://schemas.openxmlformats.org/officeDocument/2006/relationships/slideLayout" Target="../slideLayouts/slideLayout134.xml"/><Relationship Id="rId14" Type="http://schemas.openxmlformats.org/officeDocument/2006/relationships/slideLayout" Target="../slideLayouts/slideLayout89.xml"/><Relationship Id="rId58" Type="http://schemas.openxmlformats.org/officeDocument/2006/relationships/slideLayout" Target="../slideLayouts/slideLayout133.xml"/><Relationship Id="rId17" Type="http://schemas.openxmlformats.org/officeDocument/2006/relationships/slideLayout" Target="../slideLayouts/slideLayout92.xml"/><Relationship Id="rId16" Type="http://schemas.openxmlformats.org/officeDocument/2006/relationships/slideLayout" Target="../slideLayouts/slideLayout91.xml"/><Relationship Id="rId19" Type="http://schemas.openxmlformats.org/officeDocument/2006/relationships/slideLayout" Target="../slideLayouts/slideLayout94.xml"/><Relationship Id="rId18" Type="http://schemas.openxmlformats.org/officeDocument/2006/relationships/slideLayout" Target="../slideLayouts/slideLayout9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slideLayout" Target="../slideLayouts/slideLayout152.xml"/><Relationship Id="rId3" Type="http://schemas.openxmlformats.org/officeDocument/2006/relationships/slideLayout" Target="../slideLayouts/slideLayout153.xml"/><Relationship Id="rId4"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9404" y="285655"/>
            <a:ext cx="8447100" cy="496800"/>
          </a:xfrm>
          <a:prstGeom prst="rect">
            <a:avLst/>
          </a:prstGeom>
          <a:noFill/>
          <a:ln>
            <a:noFill/>
          </a:ln>
        </p:spPr>
        <p:txBody>
          <a:bodyPr anchorCtr="0" anchor="b"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347649" y="1155786"/>
            <a:ext cx="8447100" cy="3477000"/>
          </a:xfrm>
          <a:prstGeom prst="rect">
            <a:avLst/>
          </a:prstGeom>
          <a:noFill/>
          <a:ln>
            <a:noFill/>
          </a:ln>
        </p:spPr>
        <p:txBody>
          <a:bodyPr anchorCtr="0" anchor="t" bIns="17125" lIns="34275" spcFirstLastPara="1" rIns="34275" wrap="square" tIns="17125">
            <a:normAutofit/>
          </a:bodyPr>
          <a:lstStyle>
            <a:lvl1pPr indent="-228600" lvl="0" marL="457200" marR="0" algn="l">
              <a:lnSpc>
                <a:spcPct val="90000"/>
              </a:lnSpc>
              <a:spcBef>
                <a:spcPts val="400"/>
              </a:spcBef>
              <a:spcAft>
                <a:spcPts val="0"/>
              </a:spcAft>
              <a:buClr>
                <a:srgbClr val="262261"/>
              </a:buClr>
              <a:buSzPts val="1200"/>
              <a:buFont typeface="Arial"/>
              <a:buNone/>
              <a:defRPr b="0" i="0" sz="1200" u="none" cap="none" strike="noStrike">
                <a:solidFill>
                  <a:srgbClr val="262261"/>
                </a:solidFill>
                <a:latin typeface="Arial"/>
                <a:ea typeface="Arial"/>
                <a:cs typeface="Arial"/>
                <a:sym typeface="Arial"/>
              </a:defRPr>
            </a:lvl1pPr>
            <a:lvl2pPr indent="-304800" lvl="1" marL="914400" marR="0" algn="l">
              <a:lnSpc>
                <a:spcPct val="90000"/>
              </a:lnSpc>
              <a:spcBef>
                <a:spcPts val="200"/>
              </a:spcBef>
              <a:spcAft>
                <a:spcPts val="0"/>
              </a:spcAft>
              <a:buClr>
                <a:srgbClr val="262261"/>
              </a:buClr>
              <a:buSzPts val="1200"/>
              <a:buFont typeface="Arial"/>
              <a:buChar char="•"/>
              <a:defRPr b="0" i="0" sz="1200" u="none" cap="none" strike="noStrike">
                <a:solidFill>
                  <a:srgbClr val="262261"/>
                </a:solidFill>
                <a:latin typeface="Arial"/>
                <a:ea typeface="Arial"/>
                <a:cs typeface="Arial"/>
                <a:sym typeface="Arial"/>
              </a:defRPr>
            </a:lvl2pPr>
            <a:lvl3pPr indent="-304800" lvl="2" marL="1371600" marR="0" algn="l">
              <a:lnSpc>
                <a:spcPct val="90000"/>
              </a:lnSpc>
              <a:spcBef>
                <a:spcPts val="200"/>
              </a:spcBef>
              <a:spcAft>
                <a:spcPts val="0"/>
              </a:spcAft>
              <a:buClr>
                <a:srgbClr val="262261"/>
              </a:buClr>
              <a:buSzPts val="1200"/>
              <a:buFont typeface="Arial"/>
              <a:buChar char="•"/>
              <a:defRPr b="0" i="0" sz="1200" u="none" cap="none" strike="noStrike">
                <a:solidFill>
                  <a:srgbClr val="262261"/>
                </a:solidFill>
                <a:latin typeface="Arial"/>
                <a:ea typeface="Arial"/>
                <a:cs typeface="Arial"/>
                <a:sym typeface="Arial"/>
              </a:defRPr>
            </a:lvl3pPr>
            <a:lvl4pPr indent="-304800" lvl="3" marL="1828800" marR="0" algn="l">
              <a:lnSpc>
                <a:spcPct val="90000"/>
              </a:lnSpc>
              <a:spcBef>
                <a:spcPts val="200"/>
              </a:spcBef>
              <a:spcAft>
                <a:spcPts val="0"/>
              </a:spcAft>
              <a:buClr>
                <a:srgbClr val="262261"/>
              </a:buClr>
              <a:buSzPts val="1200"/>
              <a:buFont typeface="Arial"/>
              <a:buChar char="•"/>
              <a:defRPr b="0" i="0" sz="1200" u="none" cap="none" strike="noStrike">
                <a:solidFill>
                  <a:srgbClr val="262261"/>
                </a:solidFill>
                <a:latin typeface="Arial"/>
                <a:ea typeface="Arial"/>
                <a:cs typeface="Arial"/>
                <a:sym typeface="Arial"/>
              </a:defRPr>
            </a:lvl4pPr>
            <a:lvl5pPr indent="-304800" lvl="4" marL="2286000" marR="0" algn="l">
              <a:lnSpc>
                <a:spcPct val="90000"/>
              </a:lnSpc>
              <a:spcBef>
                <a:spcPts val="200"/>
              </a:spcBef>
              <a:spcAft>
                <a:spcPts val="0"/>
              </a:spcAft>
              <a:buClr>
                <a:srgbClr val="262261"/>
              </a:buClr>
              <a:buSzPts val="1200"/>
              <a:buFont typeface="Arial"/>
              <a:buChar char="•"/>
              <a:defRPr b="0" i="0" sz="1200" u="none" cap="none" strike="noStrike">
                <a:solidFill>
                  <a:srgbClr val="26226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72">
          <p15:clr>
            <a:srgbClr val="F26B43"/>
          </p15:clr>
        </p15:guide>
        <p15:guide id="2" pos="576">
          <p15:clr>
            <a:srgbClr val="F26B43"/>
          </p15:clr>
        </p15:guide>
        <p15:guide id="3" pos="1403">
          <p15:clr>
            <a:srgbClr val="F26B43"/>
          </p15:clr>
        </p15:guide>
        <p15:guide id="4" pos="1785">
          <p15:clr>
            <a:srgbClr val="F26B43"/>
          </p15:clr>
        </p15:guide>
        <p15:guide id="5" pos="2625">
          <p15:clr>
            <a:srgbClr val="F26B43"/>
          </p15:clr>
        </p15:guide>
        <p15:guide id="6" pos="3003">
          <p15:clr>
            <a:srgbClr val="F26B43"/>
          </p15:clr>
        </p15:guide>
        <p15:guide id="7" pos="3834">
          <p15:clr>
            <a:srgbClr val="F26B43"/>
          </p15:clr>
        </p15:guide>
        <p15:guide id="8" pos="4221">
          <p15:clr>
            <a:srgbClr val="F26B43"/>
          </p15:clr>
        </p15:guide>
        <p15:guide id="9" pos="5052">
          <p15:clr>
            <a:srgbClr val="F26B43"/>
          </p15:clr>
        </p15:guide>
        <p15:guide id="10" pos="5439">
          <p15:clr>
            <a:srgbClr val="F26B43"/>
          </p15:clr>
        </p15:guide>
        <p15:guide id="11" pos="6270">
          <p15:clr>
            <a:srgbClr val="F26B43"/>
          </p15:clr>
        </p15:guide>
        <p15:guide id="12" pos="6657">
          <p15:clr>
            <a:srgbClr val="F26B43"/>
          </p15:clr>
        </p15:guide>
        <p15:guide id="13" pos="7479">
          <p15:clr>
            <a:srgbClr val="F26B43"/>
          </p15:clr>
        </p15:guide>
        <p15:guide id="14" pos="7866">
          <p15:clr>
            <a:srgbClr val="F26B43"/>
          </p15:clr>
        </p15:guide>
        <p15:guide id="15" pos="9084">
          <p15:clr>
            <a:srgbClr val="F26B43"/>
          </p15:clr>
        </p15:guide>
        <p15:guide id="16" pos="9915">
          <p15:clr>
            <a:srgbClr val="F26B43"/>
          </p15:clr>
        </p15:guide>
        <p15:guide id="17" pos="11133">
          <p15:clr>
            <a:srgbClr val="F26B43"/>
          </p15:clr>
        </p15:guide>
        <p15:guide id="18" pos="11520">
          <p15:clr>
            <a:srgbClr val="F26B43"/>
          </p15:clr>
        </p15:guide>
        <p15:guide id="19" pos="12728">
          <p15:clr>
            <a:srgbClr val="F26B43"/>
          </p15:clr>
        </p15:guide>
        <p15:guide id="20" pos="13565">
          <p15:clr>
            <a:srgbClr val="F26B43"/>
          </p15:clr>
        </p15:guide>
        <p15:guide id="21" pos="13947">
          <p15:clr>
            <a:srgbClr val="F26B43"/>
          </p15:clr>
        </p15:guide>
        <p15:guide id="22" pos="14778">
          <p15:clr>
            <a:srgbClr val="F26B43"/>
          </p15:clr>
        </p15:guide>
        <p15:guide id="23" pos="10302">
          <p15:clr>
            <a:srgbClr val="F26B43"/>
          </p15:clr>
        </p15:guide>
        <p15:guide id="24" pos="8697">
          <p15:clr>
            <a:srgbClr val="F26B43"/>
          </p15:clr>
        </p15:guide>
        <p15:guide id="25" pos="12351">
          <p15:clr>
            <a:srgbClr val="F26B43"/>
          </p15:clr>
        </p15:guide>
        <p15:guide id="26" orient="horz" pos="765">
          <p15:clr>
            <a:srgbClr val="F26B43"/>
          </p15:clr>
        </p15:guide>
        <p15:guide id="27" orient="horz" pos="960">
          <p15:clr>
            <a:srgbClr val="F26B43"/>
          </p15:clr>
        </p15:guide>
        <p15:guide id="28" orient="horz" pos="1625">
          <p15:clr>
            <a:srgbClr val="F26B43"/>
          </p15:clr>
        </p15:guide>
        <p15:guide id="29" orient="horz" pos="1920">
          <p15:clr>
            <a:srgbClr val="F26B43"/>
          </p15:clr>
        </p15:guide>
        <p15:guide id="30" orient="horz" pos="2105">
          <p15:clr>
            <a:srgbClr val="F26B43"/>
          </p15:clr>
        </p15:guide>
        <p15:guide id="31" orient="horz" pos="2308">
          <p15:clr>
            <a:srgbClr val="F26B43"/>
          </p15:clr>
        </p15:guide>
        <p15:guide id="32" orient="horz" pos="2776">
          <p15:clr>
            <a:srgbClr val="F26B43"/>
          </p15:clr>
        </p15:guide>
        <p15:guide id="33" orient="horz" pos="3258">
          <p15:clr>
            <a:srgbClr val="F26B43"/>
          </p15:clr>
        </p15:guide>
        <p15:guide id="34" orient="horz" pos="3447">
          <p15:clr>
            <a:srgbClr val="F26B43"/>
          </p15:clr>
        </p15:guide>
        <p15:guide id="35" orient="horz" pos="3645">
          <p15:clr>
            <a:srgbClr val="F26B43"/>
          </p15:clr>
        </p15:guide>
        <p15:guide id="36" orient="horz" pos="4597">
          <p15:clr>
            <a:srgbClr val="F26B43"/>
          </p15:clr>
        </p15:guide>
        <p15:guide id="37" orient="horz" pos="4797">
          <p15:clr>
            <a:srgbClr val="F26B43"/>
          </p15:clr>
        </p15:guide>
        <p15:guide id="38" orient="horz" pos="4985">
          <p15:clr>
            <a:srgbClr val="F26B43"/>
          </p15:clr>
        </p15:guide>
        <p15:guide id="39" orient="horz" pos="5949">
          <p15:clr>
            <a:srgbClr val="F26B43"/>
          </p15:clr>
        </p15:guide>
        <p15:guide id="40" orient="horz" pos="6138">
          <p15:clr>
            <a:srgbClr val="F26B43"/>
          </p15:clr>
        </p15:guide>
        <p15:guide id="41" orient="horz" pos="6327">
          <p15:clr>
            <a:srgbClr val="F26B43"/>
          </p15:clr>
        </p15:guide>
        <p15:guide id="42" orient="horz" pos="7385">
          <p15:clr>
            <a:srgbClr val="F26B43"/>
          </p15:clr>
        </p15:guide>
        <p15:guide id="43" orient="horz" pos="7582">
          <p15:clr>
            <a:srgbClr val="F26B43"/>
          </p15:clr>
        </p15:guide>
        <p15:guide id="44" orient="horz" pos="7865">
          <p15:clr>
            <a:srgbClr val="F26B43"/>
          </p15:clr>
        </p15:guide>
        <p15:guide id="45" orient="horz" pos="7195">
          <p15:clr>
            <a:srgbClr val="F26B43"/>
          </p15:clr>
        </p15:guide>
        <p15:guide id="46" orient="horz" pos="8055">
          <p15:clr>
            <a:srgbClr val="F26B43"/>
          </p15:clr>
        </p15:guide>
        <p15:guide id="47" orient="horz" pos="83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9"/>
          <p:cNvSpPr txBox="1"/>
          <p:nvPr>
            <p:ph type="title"/>
          </p:nvPr>
        </p:nvSpPr>
        <p:spPr>
          <a:xfrm>
            <a:off x="349404" y="285655"/>
            <a:ext cx="8447100" cy="1698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500"/>
              <a:buFont typeface="Arial"/>
              <a:buNone/>
              <a:defRPr b="0" i="0" sz="700" u="none" cap="none" strike="noStrike">
                <a:solidFill>
                  <a:srgbClr val="000000"/>
                </a:solidFill>
                <a:latin typeface="Arial"/>
                <a:ea typeface="Arial"/>
                <a:cs typeface="Arial"/>
                <a:sym typeface="Arial"/>
              </a:defRPr>
            </a:lvl9pPr>
          </a:lstStyle>
          <a:p/>
        </p:txBody>
      </p:sp>
      <p:sp>
        <p:nvSpPr>
          <p:cNvPr id="65" name="Google Shape;65;p9"/>
          <p:cNvSpPr txBox="1"/>
          <p:nvPr>
            <p:ph idx="1" type="body"/>
          </p:nvPr>
        </p:nvSpPr>
        <p:spPr>
          <a:xfrm>
            <a:off x="348671" y="944303"/>
            <a:ext cx="8447700" cy="3133200"/>
          </a:xfrm>
          <a:prstGeom prst="rect">
            <a:avLst/>
          </a:prstGeom>
          <a:noFill/>
          <a:ln>
            <a:noFill/>
          </a:ln>
        </p:spPr>
        <p:txBody>
          <a:bodyPr anchorCtr="0" anchor="t" bIns="0" lIns="0" spcFirstLastPara="1" rIns="0" wrap="square" tIns="0">
            <a:noAutofit/>
          </a:bodyPr>
          <a:lstStyle>
            <a:lvl1pPr indent="-330200" lvl="0" marL="457200" marR="0" algn="l">
              <a:lnSpc>
                <a:spcPct val="122727"/>
              </a:lnSpc>
              <a:spcBef>
                <a:spcPts val="90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1pPr>
            <a:lvl2pPr indent="-336550" lvl="1" marL="914400" marR="0" algn="l">
              <a:lnSpc>
                <a:spcPct val="135000"/>
              </a:lnSpc>
              <a:spcBef>
                <a:spcPts val="90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2pPr>
            <a:lvl3pPr indent="-323850" lvl="2" marL="1371600" marR="0" algn="l">
              <a:lnSpc>
                <a:spcPct val="135000"/>
              </a:lnSpc>
              <a:spcBef>
                <a:spcPts val="900"/>
              </a:spcBef>
              <a:spcAft>
                <a:spcPts val="0"/>
              </a:spcAft>
              <a:buClr>
                <a:schemeClr val="dk1"/>
              </a:buClr>
              <a:buSzPts val="1500"/>
              <a:buFont typeface="Courier New"/>
              <a:buChar char="o"/>
              <a:defRPr b="0" i="0" sz="1500" u="none" cap="none" strike="noStrike">
                <a:solidFill>
                  <a:schemeClr val="dk1"/>
                </a:solidFill>
                <a:latin typeface="Arial"/>
                <a:ea typeface="Arial"/>
                <a:cs typeface="Arial"/>
                <a:sym typeface="Arial"/>
              </a:defRPr>
            </a:lvl3pPr>
            <a:lvl4pPr indent="-323850" lvl="3" marL="1828800" marR="0" algn="l">
              <a:lnSpc>
                <a:spcPct val="135000"/>
              </a:lnSpc>
              <a:spcBef>
                <a:spcPts val="900"/>
              </a:spcBef>
              <a:spcAft>
                <a:spcPts val="0"/>
              </a:spcAft>
              <a:buClr>
                <a:schemeClr val="dk1"/>
              </a:buClr>
              <a:buSzPts val="1500"/>
              <a:buFont typeface="Noto Sans Symbols"/>
              <a:buChar char="⦿"/>
              <a:defRPr b="0" i="0" sz="1500" u="none" cap="none" strike="noStrike">
                <a:solidFill>
                  <a:schemeClr val="dk1"/>
                </a:solidFill>
                <a:latin typeface="Arial"/>
                <a:ea typeface="Arial"/>
                <a:cs typeface="Arial"/>
                <a:sym typeface="Arial"/>
              </a:defRPr>
            </a:lvl4pPr>
            <a:lvl5pPr indent="-336550" lvl="4" marL="2286000" marR="0" algn="l">
              <a:lnSpc>
                <a:spcPct val="135000"/>
              </a:lnSpc>
              <a:spcBef>
                <a:spcPts val="900"/>
              </a:spcBef>
              <a:spcAft>
                <a:spcPts val="0"/>
              </a:spcAft>
              <a:buClr>
                <a:schemeClr val="dk1"/>
              </a:buClr>
              <a:buSzPts val="1700"/>
              <a:buFont typeface="Arial"/>
              <a:buChar char="•"/>
              <a:defRPr b="0" i="0" sz="1500" u="none" cap="none" strike="noStrike">
                <a:solidFill>
                  <a:schemeClr val="dk1"/>
                </a:solidFill>
                <a:latin typeface="Arial"/>
                <a:ea typeface="Arial"/>
                <a:cs typeface="Arial"/>
                <a:sym typeface="Arial"/>
              </a:defRPr>
            </a:lvl5pPr>
            <a:lvl6pPr indent="-292100" lvl="5" marL="27432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6pPr>
            <a:lvl7pPr indent="-292100" lvl="6" marL="32004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7pPr>
            <a:lvl8pPr indent="-292100" lvl="7" marL="36576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8pPr>
            <a:lvl9pPr indent="-292100" lvl="8" marL="4114800" marR="0" algn="l">
              <a:lnSpc>
                <a:spcPct val="90000"/>
              </a:lnSpc>
              <a:spcBef>
                <a:spcPts val="300"/>
              </a:spcBef>
              <a:spcAft>
                <a:spcPts val="0"/>
              </a:spcAft>
              <a:buClr>
                <a:schemeClr val="dk1"/>
              </a:buClr>
              <a:buSzPts val="1000"/>
              <a:buFont typeface="Arial"/>
              <a:buChar char="•"/>
              <a:defRPr b="0" i="0" sz="1000" u="none" cap="none" strike="noStrike">
                <a:solidFill>
                  <a:schemeClr val="dk1"/>
                </a:solidFill>
                <a:latin typeface="Arial"/>
                <a:ea typeface="Arial"/>
                <a:cs typeface="Arial"/>
                <a:sym typeface="Arial"/>
              </a:defRPr>
            </a:lvl9pPr>
          </a:lstStyle>
          <a:p/>
        </p:txBody>
      </p:sp>
      <p:sp>
        <p:nvSpPr>
          <p:cNvPr id="66" name="Google Shape;66;p9"/>
          <p:cNvSpPr txBox="1"/>
          <p:nvPr>
            <p:ph idx="12" type="sldNum"/>
          </p:nvPr>
        </p:nvSpPr>
        <p:spPr>
          <a:xfrm>
            <a:off x="6738655"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1pPr>
            <a:lvl2pPr indent="0" lvl="1"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2pPr>
            <a:lvl3pPr indent="0" lvl="2"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3pPr>
            <a:lvl4pPr indent="0" lvl="3"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4pPr>
            <a:lvl5pPr indent="0" lvl="4"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5pPr>
            <a:lvl6pPr indent="0" lvl="5"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6pPr>
            <a:lvl7pPr indent="0" lvl="6"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7pPr>
            <a:lvl8pPr indent="0" lvl="7"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8pPr>
            <a:lvl9pPr indent="0" lvl="8" marL="0" marR="0" algn="r">
              <a:lnSpc>
                <a:spcPct val="133333"/>
              </a:lnSpc>
              <a:spcBef>
                <a:spcPts val="0"/>
              </a:spcBef>
              <a:spcAft>
                <a:spcPts val="0"/>
              </a:spcAft>
              <a:buClr>
                <a:srgbClr val="000000"/>
              </a:buClr>
              <a:buSzPts val="700"/>
              <a:buFont typeface="Arial"/>
              <a:buNone/>
              <a:defRPr b="0" i="0" sz="7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 id="2147483680" r:id="rId26"/>
    <p:sldLayoutId id="2147483681" r:id="rId27"/>
    <p:sldLayoutId id="2147483682"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2" r:id="rId38"/>
    <p:sldLayoutId id="2147483693" r:id="rId39"/>
    <p:sldLayoutId id="2147483694" r:id="rId40"/>
    <p:sldLayoutId id="2147483695" r:id="rId41"/>
    <p:sldLayoutId id="2147483696" r:id="rId42"/>
    <p:sldLayoutId id="2147483697" r:id="rId43"/>
    <p:sldLayoutId id="2147483698" r:id="rId44"/>
    <p:sldLayoutId id="2147483699" r:id="rId45"/>
    <p:sldLayoutId id="2147483700" r:id="rId46"/>
    <p:sldLayoutId id="2147483701" r:id="rId47"/>
    <p:sldLayoutId id="2147483702" r:id="rId48"/>
    <p:sldLayoutId id="2147483703" r:id="rId49"/>
    <p:sldLayoutId id="2147483704" r:id="rId50"/>
    <p:sldLayoutId id="2147483705" r:id="rId51"/>
    <p:sldLayoutId id="2147483706" r:id="rId52"/>
    <p:sldLayoutId id="2147483707" r:id="rId53"/>
    <p:sldLayoutId id="2147483708" r:id="rId54"/>
    <p:sldLayoutId id="2147483709" r:id="rId55"/>
    <p:sldLayoutId id="2147483710" r:id="rId56"/>
    <p:sldLayoutId id="2147483711" r:id="rId57"/>
    <p:sldLayoutId id="2147483712" r:id="rId58"/>
    <p:sldLayoutId id="2147483713" r:id="rId59"/>
    <p:sldLayoutId id="2147483714" r:id="rId60"/>
    <p:sldLayoutId id="2147483715" r:id="rId61"/>
    <p:sldLayoutId id="2147483716" r:id="rId62"/>
    <p:sldLayoutId id="2147483717" r:id="rId63"/>
    <p:sldLayoutId id="2147483718" r:id="rId64"/>
    <p:sldLayoutId id="2147483719" r:id="rId65"/>
    <p:sldLayoutId id="2147483720" r:id="rId66"/>
    <p:sldLayoutId id="2147483721" r:id="rId67"/>
    <p:sldLayoutId id="2147483722" r:id="rId6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
          <p15:clr>
            <a:srgbClr val="F26B43"/>
          </p15:clr>
        </p15:guide>
        <p15:guide id="2" pos="216">
          <p15:clr>
            <a:srgbClr val="F26B43"/>
          </p15:clr>
        </p15:guide>
        <p15:guide id="3" pos="526">
          <p15:clr>
            <a:srgbClr val="F26B43"/>
          </p15:clr>
        </p15:guide>
        <p15:guide id="4" pos="669">
          <p15:clr>
            <a:srgbClr val="F26B43"/>
          </p15:clr>
        </p15:guide>
        <p15:guide id="5" pos="984">
          <p15:clr>
            <a:srgbClr val="F26B43"/>
          </p15:clr>
        </p15:guide>
        <p15:guide id="6" pos="1126">
          <p15:clr>
            <a:srgbClr val="F26B43"/>
          </p15:clr>
        </p15:guide>
        <p15:guide id="7" pos="1438">
          <p15:clr>
            <a:srgbClr val="F26B43"/>
          </p15:clr>
        </p15:guide>
        <p15:guide id="8" pos="1583">
          <p15:clr>
            <a:srgbClr val="F26B43"/>
          </p15:clr>
        </p15:guide>
        <p15:guide id="9" pos="1894">
          <p15:clr>
            <a:srgbClr val="F26B43"/>
          </p15:clr>
        </p15:guide>
        <p15:guide id="10" pos="2039">
          <p15:clr>
            <a:srgbClr val="F26B43"/>
          </p15:clr>
        </p15:guide>
        <p15:guide id="11" pos="2351">
          <p15:clr>
            <a:srgbClr val="F26B43"/>
          </p15:clr>
        </p15:guide>
        <p15:guide id="12" pos="2496">
          <p15:clr>
            <a:srgbClr val="F26B43"/>
          </p15:clr>
        </p15:guide>
        <p15:guide id="13" pos="2804">
          <p15:clr>
            <a:srgbClr val="F26B43"/>
          </p15:clr>
        </p15:guide>
        <p15:guide id="14" pos="2949">
          <p15:clr>
            <a:srgbClr val="F26B43"/>
          </p15:clr>
        </p15:guide>
        <p15:guide id="15" pos="3406">
          <p15:clr>
            <a:srgbClr val="F26B43"/>
          </p15:clr>
        </p15:guide>
        <p15:guide id="16" pos="3718">
          <p15:clr>
            <a:srgbClr val="F26B43"/>
          </p15:clr>
        </p15:guide>
        <p15:guide id="17" pos="4174">
          <p15:clr>
            <a:srgbClr val="F26B43"/>
          </p15:clr>
        </p15:guide>
        <p15:guide id="18" pos="4319">
          <p15:clr>
            <a:srgbClr val="F26B43"/>
          </p15:clr>
        </p15:guide>
        <p15:guide id="19" pos="4772">
          <p15:clr>
            <a:srgbClr val="F26B43"/>
          </p15:clr>
        </p15:guide>
        <p15:guide id="20" pos="5086">
          <p15:clr>
            <a:srgbClr val="F26B43"/>
          </p15:clr>
        </p15:guide>
        <p15:guide id="21" pos="5229">
          <p15:clr>
            <a:srgbClr val="F26B43"/>
          </p15:clr>
        </p15:guide>
        <p15:guide id="22" pos="5541">
          <p15:clr>
            <a:srgbClr val="F26B43"/>
          </p15:clr>
        </p15:guide>
        <p15:guide id="23" pos="3863">
          <p15:clr>
            <a:srgbClr val="F26B43"/>
          </p15:clr>
        </p15:guide>
        <p15:guide id="24" pos="3261">
          <p15:clr>
            <a:srgbClr val="F26B43"/>
          </p15:clr>
        </p15:guide>
        <p15:guide id="25" pos="4631">
          <p15:clr>
            <a:srgbClr val="F26B43"/>
          </p15:clr>
        </p15:guide>
        <p15:guide id="26" orient="horz" pos="287">
          <p15:clr>
            <a:srgbClr val="F26B43"/>
          </p15:clr>
        </p15:guide>
        <p15:guide id="27" orient="horz" pos="360">
          <p15:clr>
            <a:srgbClr val="F26B43"/>
          </p15:clr>
        </p15:guide>
        <p15:guide id="28" orient="horz" pos="609">
          <p15:clr>
            <a:srgbClr val="F26B43"/>
          </p15:clr>
        </p15:guide>
        <p15:guide id="29" orient="horz" pos="720">
          <p15:clr>
            <a:srgbClr val="F26B43"/>
          </p15:clr>
        </p15:guide>
        <p15:guide id="30" orient="horz" pos="789">
          <p15:clr>
            <a:srgbClr val="F26B43"/>
          </p15:clr>
        </p15:guide>
        <p15:guide id="31" orient="horz" pos="865">
          <p15:clr>
            <a:srgbClr val="F26B43"/>
          </p15:clr>
        </p15:guide>
        <p15:guide id="32" orient="horz" pos="1041">
          <p15:clr>
            <a:srgbClr val="F26B43"/>
          </p15:clr>
        </p15:guide>
        <p15:guide id="33" orient="horz" pos="1222">
          <p15:clr>
            <a:srgbClr val="F26B43"/>
          </p15:clr>
        </p15:guide>
        <p15:guide id="34" orient="horz" pos="1293">
          <p15:clr>
            <a:srgbClr val="F26B43"/>
          </p15:clr>
        </p15:guide>
        <p15:guide id="35" orient="horz" pos="1367">
          <p15:clr>
            <a:srgbClr val="F26B43"/>
          </p15:clr>
        </p15:guide>
        <p15:guide id="36" orient="horz" pos="1724">
          <p15:clr>
            <a:srgbClr val="F26B43"/>
          </p15:clr>
        </p15:guide>
        <p15:guide id="37" orient="horz" pos="1799">
          <p15:clr>
            <a:srgbClr val="F26B43"/>
          </p15:clr>
        </p15:guide>
        <p15:guide id="38" orient="horz" pos="1869">
          <p15:clr>
            <a:srgbClr val="F26B43"/>
          </p15:clr>
        </p15:guide>
        <p15:guide id="39" orient="horz" pos="2231">
          <p15:clr>
            <a:srgbClr val="F26B43"/>
          </p15:clr>
        </p15:guide>
        <p15:guide id="40" orient="horz" pos="2302">
          <p15:clr>
            <a:srgbClr val="F26B43"/>
          </p15:clr>
        </p15:guide>
        <p15:guide id="41" orient="horz" pos="2373">
          <p15:clr>
            <a:srgbClr val="F26B43"/>
          </p15:clr>
        </p15:guide>
        <p15:guide id="42" orient="horz" pos="2769">
          <p15:clr>
            <a:srgbClr val="F26B43"/>
          </p15:clr>
        </p15:guide>
        <p15:guide id="43" orient="horz" pos="2843">
          <p15:clr>
            <a:srgbClr val="F26B43"/>
          </p15:clr>
        </p15:guide>
        <p15:guide id="44" orient="horz" pos="2949">
          <p15:clr>
            <a:srgbClr val="F26B43"/>
          </p15:clr>
        </p15:guide>
        <p15:guide id="45" orient="horz" pos="2698">
          <p15:clr>
            <a:srgbClr val="F26B43"/>
          </p15:clr>
        </p15:guide>
        <p15:guide id="46" orient="horz" pos="3021">
          <p15:clr>
            <a:srgbClr val="F26B43"/>
          </p15:clr>
        </p15:guide>
        <p15:guide id="47" orient="horz" pos="312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7" name="Shape 497"/>
        <p:cNvGrpSpPr/>
        <p:nvPr/>
      </p:nvGrpSpPr>
      <p:grpSpPr>
        <a:xfrm>
          <a:off x="0" y="0"/>
          <a:ext cx="0" cy="0"/>
          <a:chOff x="0" y="0"/>
          <a:chExt cx="0" cy="0"/>
        </a:xfrm>
      </p:grpSpPr>
      <p:sp>
        <p:nvSpPr>
          <p:cNvPr id="498" name="Google Shape;498;p78"/>
          <p:cNvSpPr txBox="1"/>
          <p:nvPr>
            <p:ph type="title"/>
          </p:nvPr>
        </p:nvSpPr>
        <p:spPr>
          <a:xfrm>
            <a:off x="349404" y="285655"/>
            <a:ext cx="8447100" cy="4149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9" name="Google Shape;499;p78"/>
          <p:cNvSpPr txBox="1"/>
          <p:nvPr>
            <p:ph idx="12" type="sldNum"/>
          </p:nvPr>
        </p:nvSpPr>
        <p:spPr>
          <a:xfrm>
            <a:off x="6738657" y="4630341"/>
            <a:ext cx="2057700" cy="2739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500" name="Google Shape;500;p78"/>
          <p:cNvSpPr txBox="1"/>
          <p:nvPr>
            <p:ph idx="1" type="body"/>
          </p:nvPr>
        </p:nvSpPr>
        <p:spPr>
          <a:xfrm>
            <a:off x="628568" y="1369219"/>
            <a:ext cx="7887000" cy="3263400"/>
          </a:xfrm>
          <a:prstGeom prst="rect">
            <a:avLst/>
          </a:prstGeom>
          <a:noFill/>
          <a:ln>
            <a:noFill/>
          </a:ln>
        </p:spPr>
        <p:txBody>
          <a:bodyPr anchorCtr="0" anchor="t" bIns="17125" lIns="34275" spcFirstLastPara="1" rIns="34275" wrap="square" tIns="17125">
            <a:normAutofit/>
          </a:bodyPr>
          <a:lstStyle>
            <a:lvl1pPr indent="-304800" lvl="0" marL="457200" marR="0" algn="l">
              <a:lnSpc>
                <a:spcPct val="90000"/>
              </a:lnSpc>
              <a:spcBef>
                <a:spcPts val="4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1pPr>
            <a:lvl2pPr indent="-292100" lvl="1" marL="914400" marR="0" algn="l">
              <a:lnSpc>
                <a:spcPct val="90000"/>
              </a:lnSpc>
              <a:spcBef>
                <a:spcPts val="200"/>
              </a:spcBef>
              <a:spcAft>
                <a:spcPts val="0"/>
              </a:spcAft>
              <a:buClr>
                <a:srgbClr val="000000"/>
              </a:buClr>
              <a:buSzPts val="1000"/>
              <a:buFont typeface="Noto Sans"/>
              <a:buChar char="▪"/>
              <a:defRPr b="0" i="0" sz="1000" u="none" cap="none" strike="noStrike">
                <a:solidFill>
                  <a:srgbClr val="000000"/>
                </a:solidFill>
                <a:latin typeface="Arial"/>
                <a:ea typeface="Arial"/>
                <a:cs typeface="Arial"/>
                <a:sym typeface="Arial"/>
              </a:defRPr>
            </a:lvl2pPr>
            <a:lvl3pPr indent="-285750" lvl="2" marL="1371600" marR="0" algn="l">
              <a:lnSpc>
                <a:spcPct val="90000"/>
              </a:lnSpc>
              <a:spcBef>
                <a:spcPts val="200"/>
              </a:spcBef>
              <a:spcAft>
                <a:spcPts val="0"/>
              </a:spcAft>
              <a:buClr>
                <a:srgbClr val="000000"/>
              </a:buClr>
              <a:buSzPts val="900"/>
              <a:buFont typeface="Courier New"/>
              <a:buChar char="o"/>
              <a:defRPr b="0" i="0" sz="900" u="none" cap="none" strike="noStrike">
                <a:solidFill>
                  <a:srgbClr val="000000"/>
                </a:solidFill>
                <a:latin typeface="Arial"/>
                <a:ea typeface="Arial"/>
                <a:cs typeface="Arial"/>
                <a:sym typeface="Arial"/>
              </a:defRPr>
            </a:lvl3pPr>
            <a:lvl4pPr indent="-273050" lvl="3" marL="1828800" marR="0" algn="l">
              <a:lnSpc>
                <a:spcPct val="90000"/>
              </a:lnSpc>
              <a:spcBef>
                <a:spcPts val="20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4pPr>
            <a:lvl5pPr indent="-273050" lvl="4" marL="2286000" marR="0" algn="l">
              <a:lnSpc>
                <a:spcPct val="90000"/>
              </a:lnSpc>
              <a:spcBef>
                <a:spcPts val="200"/>
              </a:spcBef>
              <a:spcAft>
                <a:spcPts val="0"/>
              </a:spcAft>
              <a:buClr>
                <a:srgbClr val="000000"/>
              </a:buClr>
              <a:buSzPts val="700"/>
              <a:buFont typeface="Arial"/>
              <a:buChar char="•"/>
              <a:defRPr b="0" i="0" sz="700"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 id="2147483753" r:id="rId31"/>
    <p:sldLayoutId id="2147483754" r:id="rId32"/>
    <p:sldLayoutId id="2147483755" r:id="rId33"/>
    <p:sldLayoutId id="2147483756" r:id="rId34"/>
    <p:sldLayoutId id="2147483757" r:id="rId35"/>
    <p:sldLayoutId id="2147483758" r:id="rId36"/>
    <p:sldLayoutId id="2147483759" r:id="rId37"/>
    <p:sldLayoutId id="2147483760" r:id="rId38"/>
    <p:sldLayoutId id="2147483761" r:id="rId39"/>
    <p:sldLayoutId id="2147483762" r:id="rId40"/>
    <p:sldLayoutId id="2147483763" r:id="rId41"/>
    <p:sldLayoutId id="2147483764" r:id="rId42"/>
    <p:sldLayoutId id="2147483765" r:id="rId43"/>
    <p:sldLayoutId id="2147483766" r:id="rId44"/>
    <p:sldLayoutId id="2147483767" r:id="rId45"/>
    <p:sldLayoutId id="2147483768" r:id="rId46"/>
    <p:sldLayoutId id="2147483769" r:id="rId47"/>
    <p:sldLayoutId id="2147483770" r:id="rId48"/>
    <p:sldLayoutId id="2147483771" r:id="rId49"/>
    <p:sldLayoutId id="2147483772" r:id="rId50"/>
    <p:sldLayoutId id="2147483773" r:id="rId51"/>
    <p:sldLayoutId id="2147483774" r:id="rId52"/>
    <p:sldLayoutId id="2147483775" r:id="rId53"/>
    <p:sldLayoutId id="2147483776" r:id="rId54"/>
    <p:sldLayoutId id="2147483777" r:id="rId55"/>
    <p:sldLayoutId id="2147483778" r:id="rId56"/>
    <p:sldLayoutId id="2147483779" r:id="rId57"/>
    <p:sldLayoutId id="2147483780" r:id="rId58"/>
    <p:sldLayoutId id="2147483781" r:id="rId59"/>
    <p:sldLayoutId id="2147483782" r:id="rId60"/>
    <p:sldLayoutId id="2147483783" r:id="rId61"/>
    <p:sldLayoutId id="2147483784" r:id="rId62"/>
    <p:sldLayoutId id="2147483785" r:id="rId63"/>
    <p:sldLayoutId id="2147483786" r:id="rId64"/>
    <p:sldLayoutId id="2147483787" r:id="rId65"/>
    <p:sldLayoutId id="2147483788" r:id="rId66"/>
    <p:sldLayoutId id="2147483789" r:id="rId67"/>
    <p:sldLayoutId id="2147483790" r:id="rId68"/>
    <p:sldLayoutId id="2147483791" r:id="rId69"/>
    <p:sldLayoutId id="2147483792" r:id="rId70"/>
    <p:sldLayoutId id="2147483793" r:id="rId71"/>
    <p:sldLayoutId id="2147483794" r:id="rId72"/>
    <p:sldLayoutId id="2147483795" r:id="rId73"/>
    <p:sldLayoutId id="2147483796" r:id="rId74"/>
    <p:sldLayoutId id="2147483797" r:id="rId7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72">
          <p15:clr>
            <a:srgbClr val="F26B43"/>
          </p15:clr>
        </p15:guide>
        <p15:guide id="2" pos="576">
          <p15:clr>
            <a:srgbClr val="F26B43"/>
          </p15:clr>
        </p15:guide>
        <p15:guide id="3" pos="1403">
          <p15:clr>
            <a:srgbClr val="F26B43"/>
          </p15:clr>
        </p15:guide>
        <p15:guide id="4" pos="1785">
          <p15:clr>
            <a:srgbClr val="F26B43"/>
          </p15:clr>
        </p15:guide>
        <p15:guide id="5" pos="2625">
          <p15:clr>
            <a:srgbClr val="F26B43"/>
          </p15:clr>
        </p15:guide>
        <p15:guide id="6" pos="3003">
          <p15:clr>
            <a:srgbClr val="F26B43"/>
          </p15:clr>
        </p15:guide>
        <p15:guide id="7" pos="3834">
          <p15:clr>
            <a:srgbClr val="F26B43"/>
          </p15:clr>
        </p15:guide>
        <p15:guide id="8" pos="4221">
          <p15:clr>
            <a:srgbClr val="F26B43"/>
          </p15:clr>
        </p15:guide>
        <p15:guide id="9" pos="5052">
          <p15:clr>
            <a:srgbClr val="F26B43"/>
          </p15:clr>
        </p15:guide>
        <p15:guide id="10" pos="5439">
          <p15:clr>
            <a:srgbClr val="F26B43"/>
          </p15:clr>
        </p15:guide>
        <p15:guide id="11" pos="6270">
          <p15:clr>
            <a:srgbClr val="F26B43"/>
          </p15:clr>
        </p15:guide>
        <p15:guide id="12" pos="6657">
          <p15:clr>
            <a:srgbClr val="F26B43"/>
          </p15:clr>
        </p15:guide>
        <p15:guide id="13" pos="7479">
          <p15:clr>
            <a:srgbClr val="F26B43"/>
          </p15:clr>
        </p15:guide>
        <p15:guide id="14" pos="7866">
          <p15:clr>
            <a:srgbClr val="F26B43"/>
          </p15:clr>
        </p15:guide>
        <p15:guide id="15" pos="9084">
          <p15:clr>
            <a:srgbClr val="F26B43"/>
          </p15:clr>
        </p15:guide>
        <p15:guide id="16" pos="9915">
          <p15:clr>
            <a:srgbClr val="F26B43"/>
          </p15:clr>
        </p15:guide>
        <p15:guide id="17" pos="11133">
          <p15:clr>
            <a:srgbClr val="F26B43"/>
          </p15:clr>
        </p15:guide>
        <p15:guide id="18" pos="11520">
          <p15:clr>
            <a:srgbClr val="F26B43"/>
          </p15:clr>
        </p15:guide>
        <p15:guide id="19" pos="12728">
          <p15:clr>
            <a:srgbClr val="F26B43"/>
          </p15:clr>
        </p15:guide>
        <p15:guide id="20" pos="13565">
          <p15:clr>
            <a:srgbClr val="F26B43"/>
          </p15:clr>
        </p15:guide>
        <p15:guide id="21" pos="13947">
          <p15:clr>
            <a:srgbClr val="F26B43"/>
          </p15:clr>
        </p15:guide>
        <p15:guide id="22" pos="14778">
          <p15:clr>
            <a:srgbClr val="F26B43"/>
          </p15:clr>
        </p15:guide>
        <p15:guide id="23" pos="10302">
          <p15:clr>
            <a:srgbClr val="F26B43"/>
          </p15:clr>
        </p15:guide>
        <p15:guide id="24" pos="8697">
          <p15:clr>
            <a:srgbClr val="F26B43"/>
          </p15:clr>
        </p15:guide>
        <p15:guide id="25" pos="12351">
          <p15:clr>
            <a:srgbClr val="F26B43"/>
          </p15:clr>
        </p15:guide>
        <p15:guide id="26" orient="horz" pos="765">
          <p15:clr>
            <a:srgbClr val="F26B43"/>
          </p15:clr>
        </p15:guide>
        <p15:guide id="27" orient="horz" pos="960">
          <p15:clr>
            <a:srgbClr val="F26B43"/>
          </p15:clr>
        </p15:guide>
        <p15:guide id="28" orient="horz" pos="1625">
          <p15:clr>
            <a:srgbClr val="F26B43"/>
          </p15:clr>
        </p15:guide>
        <p15:guide id="29" orient="horz" pos="1920">
          <p15:clr>
            <a:srgbClr val="F26B43"/>
          </p15:clr>
        </p15:guide>
        <p15:guide id="30" orient="horz" pos="2105">
          <p15:clr>
            <a:srgbClr val="F26B43"/>
          </p15:clr>
        </p15:guide>
        <p15:guide id="31" orient="horz" pos="2308">
          <p15:clr>
            <a:srgbClr val="F26B43"/>
          </p15:clr>
        </p15:guide>
        <p15:guide id="32" orient="horz" pos="2776">
          <p15:clr>
            <a:srgbClr val="F26B43"/>
          </p15:clr>
        </p15:guide>
        <p15:guide id="33" orient="horz" pos="3258">
          <p15:clr>
            <a:srgbClr val="F26B43"/>
          </p15:clr>
        </p15:guide>
        <p15:guide id="34" orient="horz" pos="3447">
          <p15:clr>
            <a:srgbClr val="F26B43"/>
          </p15:clr>
        </p15:guide>
        <p15:guide id="35" orient="horz" pos="3645">
          <p15:clr>
            <a:srgbClr val="F26B43"/>
          </p15:clr>
        </p15:guide>
        <p15:guide id="36" orient="horz" pos="4597">
          <p15:clr>
            <a:srgbClr val="F26B43"/>
          </p15:clr>
        </p15:guide>
        <p15:guide id="37" orient="horz" pos="4797">
          <p15:clr>
            <a:srgbClr val="F26B43"/>
          </p15:clr>
        </p15:guide>
        <p15:guide id="38" orient="horz" pos="4985">
          <p15:clr>
            <a:srgbClr val="F26B43"/>
          </p15:clr>
        </p15:guide>
        <p15:guide id="39" orient="horz" pos="5949">
          <p15:clr>
            <a:srgbClr val="F26B43"/>
          </p15:clr>
        </p15:guide>
        <p15:guide id="40" orient="horz" pos="6138">
          <p15:clr>
            <a:srgbClr val="F26B43"/>
          </p15:clr>
        </p15:guide>
        <p15:guide id="41" orient="horz" pos="6327">
          <p15:clr>
            <a:srgbClr val="F26B43"/>
          </p15:clr>
        </p15:guide>
        <p15:guide id="42" orient="horz" pos="7385">
          <p15:clr>
            <a:srgbClr val="F26B43"/>
          </p15:clr>
        </p15:guide>
        <p15:guide id="43" orient="horz" pos="7582">
          <p15:clr>
            <a:srgbClr val="F26B43"/>
          </p15:clr>
        </p15:guide>
        <p15:guide id="44" orient="horz" pos="7865">
          <p15:clr>
            <a:srgbClr val="F26B43"/>
          </p15:clr>
        </p15:guide>
        <p15:guide id="45" orient="horz" pos="7195">
          <p15:clr>
            <a:srgbClr val="F26B43"/>
          </p15:clr>
        </p15:guide>
        <p15:guide id="46" orient="horz" pos="8055">
          <p15:clr>
            <a:srgbClr val="F26B43"/>
          </p15:clr>
        </p15:guide>
        <p15:guide id="47" orient="horz" pos="8345">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9" name="Shape 1149"/>
        <p:cNvGrpSpPr/>
        <p:nvPr/>
      </p:nvGrpSpPr>
      <p:grpSpPr>
        <a:xfrm>
          <a:off x="0" y="0"/>
          <a:ext cx="0" cy="0"/>
          <a:chOff x="0" y="0"/>
          <a:chExt cx="0" cy="0"/>
        </a:xfrm>
      </p:grpSpPr>
      <p:sp>
        <p:nvSpPr>
          <p:cNvPr id="1150" name="Google Shape;1150;p154"/>
          <p:cNvSpPr txBox="1"/>
          <p:nvPr>
            <p:ph type="title"/>
          </p:nvPr>
        </p:nvSpPr>
        <p:spPr>
          <a:xfrm>
            <a:off x="349404" y="285655"/>
            <a:ext cx="8447100" cy="4149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1" name="Google Shape;1151;p154"/>
          <p:cNvSpPr txBox="1"/>
          <p:nvPr>
            <p:ph idx="1" type="body"/>
          </p:nvPr>
        </p:nvSpPr>
        <p:spPr>
          <a:xfrm>
            <a:off x="349712" y="912114"/>
            <a:ext cx="8448000" cy="3134100"/>
          </a:xfrm>
          <a:prstGeom prst="rect">
            <a:avLst/>
          </a:prstGeom>
          <a:noFill/>
          <a:ln>
            <a:noFill/>
          </a:ln>
        </p:spPr>
        <p:txBody>
          <a:bodyPr anchorCtr="0" anchor="t" bIns="0" lIns="0" spcFirstLastPara="1" rIns="0" wrap="square" tIns="0">
            <a:noAutofit/>
          </a:bodyPr>
          <a:lstStyle>
            <a:lvl1pPr indent="-304800" lvl="0" marL="457200" marR="0" algn="l">
              <a:lnSpc>
                <a:spcPct val="114000"/>
              </a:lnSpc>
              <a:spcBef>
                <a:spcPts val="0"/>
              </a:spcBef>
              <a:spcAft>
                <a:spcPts val="0"/>
              </a:spcAft>
              <a:buClr>
                <a:schemeClr val="dk1"/>
              </a:buClr>
              <a:buSzPts val="1200"/>
              <a:buFont typeface="Arial"/>
              <a:buChar char="•"/>
              <a:defRPr b="0" i="0" sz="1200" u="none" cap="none" strike="noStrike">
                <a:solidFill>
                  <a:srgbClr val="262261"/>
                </a:solidFill>
                <a:latin typeface="Arial"/>
                <a:ea typeface="Arial"/>
                <a:cs typeface="Arial"/>
                <a:sym typeface="Arial"/>
              </a:defRPr>
            </a:lvl1pPr>
            <a:lvl2pPr indent="-292100" lvl="1" marL="914400" marR="0" algn="l">
              <a:lnSpc>
                <a:spcPct val="114000"/>
              </a:lnSpc>
              <a:spcBef>
                <a:spcPts val="0"/>
              </a:spcBef>
              <a:spcAft>
                <a:spcPts val="0"/>
              </a:spcAft>
              <a:buClr>
                <a:srgbClr val="262260"/>
              </a:buClr>
              <a:buSzPts val="1000"/>
              <a:buFont typeface="Arial"/>
              <a:buChar char="•"/>
              <a:defRPr b="0" i="0" sz="1000" u="none" cap="none" strike="noStrike">
                <a:solidFill>
                  <a:srgbClr val="262261"/>
                </a:solidFill>
                <a:latin typeface="Arial"/>
                <a:ea typeface="Arial"/>
                <a:cs typeface="Arial"/>
                <a:sym typeface="Arial"/>
              </a:defRPr>
            </a:lvl2pPr>
            <a:lvl3pPr indent="-285750" lvl="2" marL="1371600" marR="0" algn="l">
              <a:lnSpc>
                <a:spcPct val="114000"/>
              </a:lnSpc>
              <a:spcBef>
                <a:spcPts val="0"/>
              </a:spcBef>
              <a:spcAft>
                <a:spcPts val="0"/>
              </a:spcAft>
              <a:buClr>
                <a:srgbClr val="262260"/>
              </a:buClr>
              <a:buSzPts val="900"/>
              <a:buFont typeface="Arial"/>
              <a:buChar char="•"/>
              <a:defRPr b="0" i="0" sz="900" u="none" cap="none" strike="noStrike">
                <a:solidFill>
                  <a:srgbClr val="262261"/>
                </a:solidFill>
                <a:latin typeface="Arial"/>
                <a:ea typeface="Arial"/>
                <a:cs typeface="Arial"/>
                <a:sym typeface="Arial"/>
              </a:defRPr>
            </a:lvl3pPr>
            <a:lvl4pPr indent="-273050" lvl="3" marL="1828800" marR="0" algn="l">
              <a:lnSpc>
                <a:spcPct val="114000"/>
              </a:lnSpc>
              <a:spcBef>
                <a:spcPts val="0"/>
              </a:spcBef>
              <a:spcAft>
                <a:spcPts val="0"/>
              </a:spcAft>
              <a:buClr>
                <a:srgbClr val="262260"/>
              </a:buClr>
              <a:buSzPts val="700"/>
              <a:buFont typeface="Arial"/>
              <a:buChar char="•"/>
              <a:defRPr b="0" i="0" sz="700" u="none" cap="none" strike="noStrike">
                <a:solidFill>
                  <a:srgbClr val="262261"/>
                </a:solidFill>
                <a:latin typeface="Arial"/>
                <a:ea typeface="Arial"/>
                <a:cs typeface="Arial"/>
                <a:sym typeface="Arial"/>
              </a:defRPr>
            </a:lvl4pPr>
            <a:lvl5pPr indent="-273050" lvl="4" marL="2286000" marR="0" algn="l">
              <a:lnSpc>
                <a:spcPct val="114000"/>
              </a:lnSpc>
              <a:spcBef>
                <a:spcPts val="0"/>
              </a:spcBef>
              <a:spcAft>
                <a:spcPts val="0"/>
              </a:spcAft>
              <a:buClr>
                <a:srgbClr val="262260"/>
              </a:buClr>
              <a:buSzPts val="700"/>
              <a:buFont typeface="Arial"/>
              <a:buChar char="•"/>
              <a:defRPr b="0" i="0" sz="700" u="none" cap="none" strike="noStrike">
                <a:solidFill>
                  <a:srgbClr val="262261"/>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500"/>
              <a:buFont typeface="Arial"/>
              <a:buNone/>
              <a:defRPr b="0" i="0" sz="5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798" r:id="rId1"/>
    <p:sldLayoutId id="2147483799" r:id="rId2"/>
    <p:sldLayoutId id="214748380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572">
          <p15:clr>
            <a:srgbClr val="F26B43"/>
          </p15:clr>
        </p15:guide>
        <p15:guide id="2" pos="576">
          <p15:clr>
            <a:srgbClr val="F26B43"/>
          </p15:clr>
        </p15:guide>
        <p15:guide id="3" pos="1403">
          <p15:clr>
            <a:srgbClr val="F26B43"/>
          </p15:clr>
        </p15:guide>
        <p15:guide id="4" pos="1785">
          <p15:clr>
            <a:srgbClr val="F26B43"/>
          </p15:clr>
        </p15:guide>
        <p15:guide id="5" pos="2625">
          <p15:clr>
            <a:srgbClr val="F26B43"/>
          </p15:clr>
        </p15:guide>
        <p15:guide id="6" pos="3003">
          <p15:clr>
            <a:srgbClr val="F26B43"/>
          </p15:clr>
        </p15:guide>
        <p15:guide id="7" pos="3834">
          <p15:clr>
            <a:srgbClr val="F26B43"/>
          </p15:clr>
        </p15:guide>
        <p15:guide id="8" pos="4221">
          <p15:clr>
            <a:srgbClr val="F26B43"/>
          </p15:clr>
        </p15:guide>
        <p15:guide id="9" pos="5052">
          <p15:clr>
            <a:srgbClr val="F26B43"/>
          </p15:clr>
        </p15:guide>
        <p15:guide id="10" pos="5439">
          <p15:clr>
            <a:srgbClr val="F26B43"/>
          </p15:clr>
        </p15:guide>
        <p15:guide id="11" pos="6270">
          <p15:clr>
            <a:srgbClr val="F26B43"/>
          </p15:clr>
        </p15:guide>
        <p15:guide id="12" pos="6657">
          <p15:clr>
            <a:srgbClr val="F26B43"/>
          </p15:clr>
        </p15:guide>
        <p15:guide id="13" pos="7479">
          <p15:clr>
            <a:srgbClr val="F26B43"/>
          </p15:clr>
        </p15:guide>
        <p15:guide id="14" pos="7866">
          <p15:clr>
            <a:srgbClr val="F26B43"/>
          </p15:clr>
        </p15:guide>
        <p15:guide id="15" pos="9084">
          <p15:clr>
            <a:srgbClr val="F26B43"/>
          </p15:clr>
        </p15:guide>
        <p15:guide id="16" pos="9915">
          <p15:clr>
            <a:srgbClr val="F26B43"/>
          </p15:clr>
        </p15:guide>
        <p15:guide id="17" pos="11133">
          <p15:clr>
            <a:srgbClr val="F26B43"/>
          </p15:clr>
        </p15:guide>
        <p15:guide id="18" pos="11520">
          <p15:clr>
            <a:srgbClr val="F26B43"/>
          </p15:clr>
        </p15:guide>
        <p15:guide id="19" pos="12728">
          <p15:clr>
            <a:srgbClr val="F26B43"/>
          </p15:clr>
        </p15:guide>
        <p15:guide id="20" pos="13565">
          <p15:clr>
            <a:srgbClr val="F26B43"/>
          </p15:clr>
        </p15:guide>
        <p15:guide id="21" pos="13947">
          <p15:clr>
            <a:srgbClr val="F26B43"/>
          </p15:clr>
        </p15:guide>
        <p15:guide id="22" pos="14778">
          <p15:clr>
            <a:srgbClr val="F26B43"/>
          </p15:clr>
        </p15:guide>
        <p15:guide id="23" pos="10302">
          <p15:clr>
            <a:srgbClr val="F26B43"/>
          </p15:clr>
        </p15:guide>
        <p15:guide id="24" pos="8697">
          <p15:clr>
            <a:srgbClr val="F26B43"/>
          </p15:clr>
        </p15:guide>
        <p15:guide id="25" pos="12351">
          <p15:clr>
            <a:srgbClr val="F26B43"/>
          </p15:clr>
        </p15:guide>
        <p15:guide id="26" orient="horz" pos="765">
          <p15:clr>
            <a:srgbClr val="F26B43"/>
          </p15:clr>
        </p15:guide>
        <p15:guide id="27" orient="horz" pos="960">
          <p15:clr>
            <a:srgbClr val="F26B43"/>
          </p15:clr>
        </p15:guide>
        <p15:guide id="28" orient="horz" pos="1625">
          <p15:clr>
            <a:srgbClr val="F26B43"/>
          </p15:clr>
        </p15:guide>
        <p15:guide id="29" orient="horz" pos="1920">
          <p15:clr>
            <a:srgbClr val="F26B43"/>
          </p15:clr>
        </p15:guide>
        <p15:guide id="30" orient="horz" pos="2105">
          <p15:clr>
            <a:srgbClr val="F26B43"/>
          </p15:clr>
        </p15:guide>
        <p15:guide id="31" orient="horz" pos="2308">
          <p15:clr>
            <a:srgbClr val="F26B43"/>
          </p15:clr>
        </p15:guide>
        <p15:guide id="32" orient="horz" pos="2776">
          <p15:clr>
            <a:srgbClr val="F26B43"/>
          </p15:clr>
        </p15:guide>
        <p15:guide id="33" orient="horz" pos="3258">
          <p15:clr>
            <a:srgbClr val="F26B43"/>
          </p15:clr>
        </p15:guide>
        <p15:guide id="34" orient="horz" pos="3447">
          <p15:clr>
            <a:srgbClr val="F26B43"/>
          </p15:clr>
        </p15:guide>
        <p15:guide id="35" orient="horz" pos="3645">
          <p15:clr>
            <a:srgbClr val="F26B43"/>
          </p15:clr>
        </p15:guide>
        <p15:guide id="36" orient="horz" pos="4597">
          <p15:clr>
            <a:srgbClr val="F26B43"/>
          </p15:clr>
        </p15:guide>
        <p15:guide id="37" orient="horz" pos="4797">
          <p15:clr>
            <a:srgbClr val="F26B43"/>
          </p15:clr>
        </p15:guide>
        <p15:guide id="38" orient="horz" pos="4985">
          <p15:clr>
            <a:srgbClr val="F26B43"/>
          </p15:clr>
        </p15:guide>
        <p15:guide id="39" orient="horz" pos="5949">
          <p15:clr>
            <a:srgbClr val="F26B43"/>
          </p15:clr>
        </p15:guide>
        <p15:guide id="40" orient="horz" pos="6138">
          <p15:clr>
            <a:srgbClr val="F26B43"/>
          </p15:clr>
        </p15:guide>
        <p15:guide id="41" orient="horz" pos="6327">
          <p15:clr>
            <a:srgbClr val="F26B43"/>
          </p15:clr>
        </p15:guide>
        <p15:guide id="42" orient="horz" pos="7385">
          <p15:clr>
            <a:srgbClr val="F26B43"/>
          </p15:clr>
        </p15:guide>
        <p15:guide id="43" orient="horz" pos="7582">
          <p15:clr>
            <a:srgbClr val="F26B43"/>
          </p15:clr>
        </p15:guide>
        <p15:guide id="44" orient="horz" pos="7865">
          <p15:clr>
            <a:srgbClr val="F26B43"/>
          </p15:clr>
        </p15:guide>
        <p15:guide id="45" orient="horz" pos="7195">
          <p15:clr>
            <a:srgbClr val="F26B43"/>
          </p15:clr>
        </p15:guide>
        <p15:guide id="46" orient="horz" pos="8055">
          <p15:clr>
            <a:srgbClr val="F26B43"/>
          </p15:clr>
        </p15:guide>
        <p15:guide id="47" orient="horz" pos="834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62261"/>
            </a:gs>
            <a:gs pos="18000">
              <a:srgbClr val="262261"/>
            </a:gs>
            <a:gs pos="99000">
              <a:srgbClr val="5EAEE0"/>
            </a:gs>
            <a:gs pos="100000">
              <a:srgbClr val="5EAEE0"/>
            </a:gs>
          </a:gsLst>
          <a:lin ang="2700006" scaled="0"/>
        </a:gradFill>
      </p:bgPr>
    </p:bg>
    <p:spTree>
      <p:nvGrpSpPr>
        <p:cNvPr id="1173" name="Shape 1173"/>
        <p:cNvGrpSpPr/>
        <p:nvPr/>
      </p:nvGrpSpPr>
      <p:grpSpPr>
        <a:xfrm>
          <a:off x="0" y="0"/>
          <a:ext cx="0" cy="0"/>
          <a:chOff x="0" y="0"/>
          <a:chExt cx="0" cy="0"/>
        </a:xfrm>
      </p:grpSpPr>
      <p:sp>
        <p:nvSpPr>
          <p:cNvPr id="1174" name="Google Shape;1174;p158"/>
          <p:cNvSpPr txBox="1"/>
          <p:nvPr>
            <p:ph idx="1" type="subTitle"/>
          </p:nvPr>
        </p:nvSpPr>
        <p:spPr>
          <a:xfrm>
            <a:off x="802114" y="1470638"/>
            <a:ext cx="7743300" cy="1485600"/>
          </a:xfrm>
          <a:prstGeom prst="rect">
            <a:avLst/>
          </a:prstGeom>
          <a:noFill/>
          <a:ln>
            <a:noFill/>
          </a:ln>
        </p:spPr>
        <p:txBody>
          <a:bodyPr anchorCtr="0" anchor="b" bIns="0" lIns="0" spcFirstLastPara="1" rIns="0" wrap="square" tIns="0">
            <a:noAutofit/>
          </a:bodyPr>
          <a:lstStyle/>
          <a:p>
            <a:pPr indent="0" lvl="0" marL="0" rtl="0" algn="l">
              <a:lnSpc>
                <a:spcPct val="106944"/>
              </a:lnSpc>
              <a:spcBef>
                <a:spcPts val="0"/>
              </a:spcBef>
              <a:spcAft>
                <a:spcPts val="0"/>
              </a:spcAft>
              <a:buSzPts val="1600"/>
              <a:buNone/>
            </a:pPr>
            <a:r>
              <a:rPr lang="en"/>
              <a:t>2026 Science Committee Working Groups </a:t>
            </a:r>
            <a:endParaRPr sz="2700">
              <a:solidFill>
                <a:schemeClr val="lt1"/>
              </a:solidFill>
            </a:endParaRPr>
          </a:p>
        </p:txBody>
      </p:sp>
      <p:sp>
        <p:nvSpPr>
          <p:cNvPr id="1175" name="Google Shape;1175;p158"/>
          <p:cNvSpPr txBox="1"/>
          <p:nvPr>
            <p:ph idx="2" type="body"/>
          </p:nvPr>
        </p:nvSpPr>
        <p:spPr>
          <a:xfrm>
            <a:off x="802118" y="3067863"/>
            <a:ext cx="2751900" cy="573900"/>
          </a:xfrm>
          <a:prstGeom prst="rect">
            <a:avLst/>
          </a:prstGeom>
          <a:noFill/>
          <a:ln>
            <a:noFill/>
          </a:ln>
        </p:spPr>
        <p:txBody>
          <a:bodyPr anchorCtr="0" anchor="t" bIns="0" lIns="0" spcFirstLastPara="1" rIns="0" wrap="square" tIns="0">
            <a:noAutofit/>
          </a:bodyPr>
          <a:lstStyle/>
          <a:p>
            <a:pPr indent="0" lvl="0" marL="0" rtl="0" algn="l">
              <a:lnSpc>
                <a:spcPct val="114000"/>
              </a:lnSpc>
              <a:spcBef>
                <a:spcPts val="0"/>
              </a:spcBef>
              <a:spcAft>
                <a:spcPts val="0"/>
              </a:spcAft>
              <a:buClr>
                <a:schemeClr val="lt1"/>
              </a:buClr>
              <a:buSzPts val="900"/>
              <a:buFont typeface="Arial"/>
              <a:buNone/>
            </a:pPr>
            <a:r>
              <a:rPr i="1" lang="en" sz="1400"/>
              <a:t>All of Us </a:t>
            </a:r>
            <a:r>
              <a:rPr lang="en" sz="1400"/>
              <a:t>Research Program</a:t>
            </a:r>
            <a:endParaRPr sz="900"/>
          </a:p>
          <a:p>
            <a:pPr indent="0" lvl="0" marL="0" rtl="0" algn="l">
              <a:lnSpc>
                <a:spcPct val="114000"/>
              </a:lnSpc>
              <a:spcBef>
                <a:spcPts val="0"/>
              </a:spcBef>
              <a:spcAft>
                <a:spcPts val="0"/>
              </a:spcAft>
              <a:buClr>
                <a:schemeClr val="lt1"/>
              </a:buClr>
              <a:buSzPts val="900"/>
              <a:buFont typeface="Arial"/>
              <a:buNone/>
            </a:pPr>
            <a:r>
              <a:t/>
            </a:r>
            <a:endParaRPr sz="1400"/>
          </a:p>
        </p:txBody>
      </p:sp>
      <p:pic>
        <p:nvPicPr>
          <p:cNvPr id="1176" name="Google Shape;1176;p158"/>
          <p:cNvPicPr preferRelativeResize="0"/>
          <p:nvPr/>
        </p:nvPicPr>
        <p:blipFill rotWithShape="1">
          <a:blip r:embed="rId3">
            <a:alphaModFix/>
          </a:blip>
          <a:srcRect b="0" l="0" r="0" t="0"/>
          <a:stretch/>
        </p:blipFill>
        <p:spPr>
          <a:xfrm>
            <a:off x="7254947" y="0"/>
            <a:ext cx="1290462" cy="1259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0" name="Shape 1180"/>
        <p:cNvGrpSpPr/>
        <p:nvPr/>
      </p:nvGrpSpPr>
      <p:grpSpPr>
        <a:xfrm>
          <a:off x="0" y="0"/>
          <a:ext cx="0" cy="0"/>
          <a:chOff x="0" y="0"/>
          <a:chExt cx="0" cy="0"/>
        </a:xfrm>
      </p:grpSpPr>
      <p:sp>
        <p:nvSpPr>
          <p:cNvPr id="1181" name="Google Shape;1181;p159"/>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Working Groups Overview</a:t>
            </a:r>
            <a:endParaRPr/>
          </a:p>
        </p:txBody>
      </p:sp>
      <p:sp>
        <p:nvSpPr>
          <p:cNvPr id="1182" name="Google Shape;1182;p159"/>
          <p:cNvSpPr txBox="1"/>
          <p:nvPr>
            <p:ph idx="1" type="body"/>
          </p:nvPr>
        </p:nvSpPr>
        <p:spPr>
          <a:xfrm>
            <a:off x="353196" y="1194158"/>
            <a:ext cx="8406900" cy="3377700"/>
          </a:xfrm>
          <a:prstGeom prst="rect">
            <a:avLst/>
          </a:prstGeom>
        </p:spPr>
        <p:txBody>
          <a:bodyPr anchorCtr="0" anchor="t" bIns="17125" lIns="34275" spcFirstLastPara="1" rIns="34275" wrap="square" tIns="17125">
            <a:normAutofit/>
          </a:bodyPr>
          <a:lstStyle/>
          <a:p>
            <a:pPr indent="-330200" lvl="0" marL="457200" rtl="0" algn="l">
              <a:lnSpc>
                <a:spcPct val="115000"/>
              </a:lnSpc>
              <a:spcBef>
                <a:spcPts val="400"/>
              </a:spcBef>
              <a:spcAft>
                <a:spcPts val="0"/>
              </a:spcAft>
              <a:buSzPts val="1600"/>
              <a:buChar char="●"/>
            </a:pPr>
            <a:r>
              <a:rPr lang="en" sz="1600"/>
              <a:t>The goal of these Working Groups is to develop and provide thoughtful, evidence-based recommendations for the program’s consideration to advance the scientific mission and overall impact of </a:t>
            </a:r>
            <a:r>
              <a:rPr i="1" lang="en" sz="1600"/>
              <a:t>All of Us</a:t>
            </a:r>
            <a:endParaRPr i="1" sz="1600"/>
          </a:p>
          <a:p>
            <a:pPr indent="-330200" lvl="0" marL="457200" rtl="0" algn="l">
              <a:lnSpc>
                <a:spcPct val="115000"/>
              </a:lnSpc>
              <a:spcBef>
                <a:spcPts val="1000"/>
              </a:spcBef>
              <a:spcAft>
                <a:spcPts val="0"/>
              </a:spcAft>
              <a:buSzPts val="1600"/>
              <a:buChar char="●"/>
            </a:pPr>
            <a:r>
              <a:rPr lang="en" sz="1600"/>
              <a:t>Working Groups are a mix of Science Committee members and program staff who are directly working in these areas</a:t>
            </a:r>
            <a:endParaRPr sz="1600"/>
          </a:p>
          <a:p>
            <a:pPr indent="-330200" lvl="0" marL="457200" rtl="0" algn="l">
              <a:lnSpc>
                <a:spcPct val="115000"/>
              </a:lnSpc>
              <a:spcBef>
                <a:spcPts val="1000"/>
              </a:spcBef>
              <a:spcAft>
                <a:spcPts val="0"/>
              </a:spcAft>
              <a:buSzPts val="1600"/>
              <a:buChar char="●"/>
            </a:pPr>
            <a:r>
              <a:rPr lang="en" sz="1600"/>
              <a:t>Each Working Group will be asked to develop a 30 minute presentation, followed by a discussion with the Science Committee, </a:t>
            </a:r>
            <a:r>
              <a:rPr lang="en" sz="1600">
                <a:solidFill>
                  <a:schemeClr val="dk1"/>
                </a:solidFill>
              </a:rPr>
              <a:t>summarizing key findings and recommendations</a:t>
            </a:r>
            <a:endParaRPr sz="1600"/>
          </a:p>
          <a:p>
            <a:pPr indent="-330200" lvl="0" marL="457200" rtl="0" algn="l">
              <a:lnSpc>
                <a:spcPct val="115000"/>
              </a:lnSpc>
              <a:spcBef>
                <a:spcPts val="1000"/>
              </a:spcBef>
              <a:spcAft>
                <a:spcPts val="1000"/>
              </a:spcAft>
              <a:buSzPts val="1600"/>
              <a:buChar char="●"/>
            </a:pPr>
            <a:r>
              <a:rPr lang="en" sz="1600"/>
              <a:t>The next slides outlines membership, goal, and scope of each group </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160"/>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2026 Topics for Science Committee Evaluation</a:t>
            </a:r>
            <a:endParaRPr/>
          </a:p>
        </p:txBody>
      </p:sp>
      <p:graphicFrame>
        <p:nvGraphicFramePr>
          <p:cNvPr id="1188" name="Google Shape;1188;p160"/>
          <p:cNvGraphicFramePr/>
          <p:nvPr/>
        </p:nvGraphicFramePr>
        <p:xfrm>
          <a:off x="217064" y="907850"/>
          <a:ext cx="3000000" cy="3000000"/>
        </p:xfrm>
        <a:graphic>
          <a:graphicData uri="http://schemas.openxmlformats.org/drawingml/2006/table">
            <a:tbl>
              <a:tblPr>
                <a:noFill/>
                <a:tableStyleId>{3F497244-C1BD-40FE-8F3B-1B767AEC0E36}</a:tableStyleId>
              </a:tblPr>
              <a:tblGrid>
                <a:gridCol w="1022175"/>
                <a:gridCol w="988125"/>
                <a:gridCol w="3068150"/>
                <a:gridCol w="3631425"/>
              </a:tblGrid>
              <a:tr h="437300">
                <a:tc>
                  <a:txBody>
                    <a:bodyPr/>
                    <a:lstStyle/>
                    <a:p>
                      <a:pPr indent="0" lvl="0" marL="0" rtl="0" algn="ctr">
                        <a:lnSpc>
                          <a:spcPct val="115000"/>
                        </a:lnSpc>
                        <a:spcBef>
                          <a:spcPts val="0"/>
                        </a:spcBef>
                        <a:spcAft>
                          <a:spcPts val="0"/>
                        </a:spcAft>
                        <a:buNone/>
                      </a:pPr>
                      <a:r>
                        <a:rPr b="1" lang="en" sz="1000">
                          <a:solidFill>
                            <a:schemeClr val="lt1"/>
                          </a:solidFill>
                        </a:rPr>
                        <a:t>Working Group Name</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Proposed Leads</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Goal</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Scope</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r>
              <a:tr h="1326600">
                <a:tc>
                  <a:txBody>
                    <a:bodyPr/>
                    <a:lstStyle/>
                    <a:p>
                      <a:pPr indent="0" lvl="0" marL="0" rtl="0" algn="l">
                        <a:spcBef>
                          <a:spcPts val="0"/>
                        </a:spcBef>
                        <a:spcAft>
                          <a:spcPts val="0"/>
                        </a:spcAft>
                        <a:buNone/>
                      </a:pPr>
                      <a:r>
                        <a:rPr b="1" lang="en" sz="1000">
                          <a:solidFill>
                            <a:schemeClr val="dk1"/>
                          </a:solidFill>
                        </a:rPr>
                        <a:t>Scientific Road Map Refresh</a:t>
                      </a:r>
                      <a:endParaRPr b="1"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Jordan Smoller &amp; Melissa Haendel</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(Meredith Blady)</a:t>
                      </a:r>
                      <a:endParaRPr sz="1000">
                        <a:solidFill>
                          <a:schemeClr val="dk1"/>
                        </a:solidFill>
                      </a:endParaRPr>
                    </a:p>
                  </a:txBody>
                  <a:tcPr marT="88900" marB="88900" marR="88900" marL="88900">
                    <a:lnL cap="flat" cmpd="sng" w="12700">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12700">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Update and modernize the </a:t>
                      </a:r>
                      <a:r>
                        <a:rPr i="1" lang="en" sz="1000">
                          <a:solidFill>
                            <a:schemeClr val="dk1"/>
                          </a:solidFill>
                        </a:rPr>
                        <a:t>All of Us</a:t>
                      </a:r>
                      <a:r>
                        <a:rPr lang="en" sz="1000">
                          <a:solidFill>
                            <a:schemeClr val="dk1"/>
                          </a:solidFill>
                        </a:rPr>
                        <a:t> Scientific Roadmap to reflect advances since 2023.</a:t>
                      </a:r>
                      <a:endParaRPr sz="1000">
                        <a:solidFill>
                          <a:schemeClr val="dk1"/>
                        </a:solidFill>
                      </a:endParaRPr>
                    </a:p>
                    <a:p>
                      <a:pPr indent="0" lvl="0" marL="0" rtl="0" algn="l">
                        <a:spcBef>
                          <a:spcPts val="0"/>
                        </a:spcBef>
                        <a:spcAft>
                          <a:spcPts val="0"/>
                        </a:spcAft>
                        <a:buNone/>
                      </a:pPr>
                      <a:r>
                        <a:t/>
                      </a:r>
                      <a:endParaRPr sz="1000">
                        <a:solidFill>
                          <a:srgbClr val="0000FF"/>
                        </a:solidFill>
                      </a:endParaRPr>
                    </a:p>
                    <a:p>
                      <a:pPr indent="0" lvl="0" marL="0" rtl="0" algn="l">
                        <a:spcBef>
                          <a:spcPts val="0"/>
                        </a:spcBef>
                        <a:spcAft>
                          <a:spcPts val="0"/>
                        </a:spcAft>
                        <a:buNone/>
                      </a:pPr>
                      <a:r>
                        <a:rPr lang="en" sz="1000">
                          <a:solidFill>
                            <a:srgbClr val="0000FF"/>
                          </a:solidFill>
                        </a:rPr>
                        <a:t>Integrating recent scientific advances to ensure program-wide alignment.</a:t>
                      </a:r>
                      <a:endParaRPr sz="1000">
                        <a:solidFill>
                          <a:srgbClr val="0000FF"/>
                        </a:solidFill>
                      </a:endParaRPr>
                    </a:p>
                    <a:p>
                      <a:pPr indent="0" lvl="0" marL="0" rtl="0" algn="l">
                        <a:spcBef>
                          <a:spcPts val="0"/>
                        </a:spcBef>
                        <a:spcAft>
                          <a:spcPts val="0"/>
                        </a:spcAft>
                        <a:buNone/>
                      </a:pPr>
                      <a:r>
                        <a:t/>
                      </a:r>
                      <a:endParaRPr sz="1000">
                        <a:solidFill>
                          <a:srgbClr val="0000FF"/>
                        </a:solidFill>
                      </a:endParaRPr>
                    </a:p>
                  </a:txBody>
                  <a:tcPr marT="91425" marB="91425" marR="91425" marL="91425">
                    <a:lnL cap="flat" cmpd="sng" w="12700">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114300" lvl="0" marL="171450" rtl="0" algn="l">
                        <a:spcBef>
                          <a:spcPts val="0"/>
                        </a:spcBef>
                        <a:spcAft>
                          <a:spcPts val="0"/>
                        </a:spcAft>
                        <a:buClr>
                          <a:schemeClr val="dk1"/>
                        </a:buClr>
                        <a:buSzPts val="900"/>
                        <a:buChar char="●"/>
                      </a:pPr>
                      <a:r>
                        <a:rPr lang="en" sz="1000">
                          <a:solidFill>
                            <a:schemeClr val="dk1"/>
                          </a:solidFill>
                        </a:rPr>
                        <a:t>Review emerging scientific advances across multi-omics, AI, digital health, imaging, and environmental health</a:t>
                      </a:r>
                      <a:endParaRPr sz="1000">
                        <a:solidFill>
                          <a:schemeClr val="dk1"/>
                        </a:solidFill>
                      </a:endParaRPr>
                    </a:p>
                    <a:p>
                      <a:pPr indent="-114300" lvl="0" marL="171450" rtl="0" algn="l">
                        <a:spcBef>
                          <a:spcPts val="0"/>
                        </a:spcBef>
                        <a:spcAft>
                          <a:spcPts val="0"/>
                        </a:spcAft>
                        <a:buClr>
                          <a:schemeClr val="dk1"/>
                        </a:buClr>
                        <a:buSzPts val="900"/>
                        <a:buChar char="●"/>
                      </a:pPr>
                      <a:r>
                        <a:rPr lang="en" sz="1000">
                          <a:solidFill>
                            <a:schemeClr val="dk1"/>
                          </a:solidFill>
                        </a:rPr>
                        <a:t>Assess gaps in data and tools</a:t>
                      </a:r>
                      <a:endParaRPr sz="1000">
                        <a:solidFill>
                          <a:schemeClr val="dk1"/>
                        </a:solidFill>
                      </a:endParaRPr>
                    </a:p>
                    <a:p>
                      <a:pPr indent="-114300" lvl="0" marL="171450" rtl="0" algn="l">
                        <a:spcBef>
                          <a:spcPts val="0"/>
                        </a:spcBef>
                        <a:spcAft>
                          <a:spcPts val="0"/>
                        </a:spcAft>
                        <a:buClr>
                          <a:schemeClr val="dk1"/>
                        </a:buClr>
                        <a:buSzPts val="900"/>
                        <a:buChar char="●"/>
                      </a:pPr>
                      <a:r>
                        <a:rPr lang="en" sz="1000">
                          <a:solidFill>
                            <a:schemeClr val="dk1"/>
                          </a:solidFill>
                        </a:rPr>
                        <a:t>Evaluate priority health domains</a:t>
                      </a:r>
                      <a:endParaRPr sz="1000">
                        <a:solidFill>
                          <a:schemeClr val="dk1"/>
                        </a:solidFill>
                      </a:endParaRPr>
                    </a:p>
                    <a:p>
                      <a:pPr indent="-114300" lvl="0" marL="171450" rtl="0" algn="l">
                        <a:spcBef>
                          <a:spcPts val="0"/>
                        </a:spcBef>
                        <a:spcAft>
                          <a:spcPts val="0"/>
                        </a:spcAft>
                        <a:buClr>
                          <a:schemeClr val="dk1"/>
                        </a:buClr>
                        <a:buSzPts val="900"/>
                        <a:buChar char="●"/>
                      </a:pPr>
                      <a:r>
                        <a:rPr lang="en" sz="1000">
                          <a:solidFill>
                            <a:schemeClr val="dk1"/>
                          </a:solidFill>
                        </a:rPr>
                        <a:t>Define reproducibility expectations</a:t>
                      </a:r>
                      <a:r>
                        <a:rPr lang="en" sz="1000">
                          <a:solidFill>
                            <a:schemeClr val="dk1"/>
                          </a:solidFill>
                        </a:rPr>
                        <a:t>. </a:t>
                      </a:r>
                      <a:endParaRPr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r>
              <a:tr h="1333425">
                <a:tc>
                  <a:txBody>
                    <a:bodyPr/>
                    <a:lstStyle/>
                    <a:p>
                      <a:pPr indent="0" lvl="0" marL="0" rtl="0" algn="l">
                        <a:spcBef>
                          <a:spcPts val="0"/>
                        </a:spcBef>
                        <a:spcAft>
                          <a:spcPts val="0"/>
                        </a:spcAft>
                        <a:buNone/>
                      </a:pPr>
                      <a:r>
                        <a:rPr b="1" lang="en" sz="1000">
                          <a:solidFill>
                            <a:schemeClr val="dk1"/>
                          </a:solidFill>
                        </a:rPr>
                        <a:t>Translational Science Research Agenda</a:t>
                      </a:r>
                      <a:endParaRPr b="1"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Janeth Sanchez &amp; Liz Cohn</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(Sana Mian)</a:t>
                      </a:r>
                      <a:endParaRPr sz="1000">
                        <a:solidFill>
                          <a:schemeClr val="dk1"/>
                        </a:solidFill>
                      </a:endParaRPr>
                    </a:p>
                  </a:txBody>
                  <a:tcPr marT="88900" marB="88900" marR="88900" marL="88900">
                    <a:lnL cap="flat" cmpd="sng" w="12700">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12700">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Define a clear pathway from discovery to measurable real-world health impact.</a:t>
                      </a:r>
                      <a:endParaRPr sz="1000">
                        <a:solidFill>
                          <a:schemeClr val="dk1"/>
                        </a:solidFill>
                      </a:endParaRPr>
                    </a:p>
                    <a:p>
                      <a:pPr indent="0" lvl="0" marL="12700" rtl="0" algn="l">
                        <a:lnSpc>
                          <a:spcPct val="115000"/>
                        </a:lnSpc>
                        <a:spcBef>
                          <a:spcPts val="0"/>
                        </a:spcBef>
                        <a:spcAft>
                          <a:spcPts val="0"/>
                        </a:spcAft>
                        <a:buNone/>
                      </a:pPr>
                      <a:r>
                        <a:t/>
                      </a:r>
                      <a:endParaRPr sz="1000">
                        <a:solidFill>
                          <a:srgbClr val="0000FF"/>
                        </a:solidFill>
                      </a:endParaRPr>
                    </a:p>
                    <a:p>
                      <a:pPr indent="0" lvl="0" marL="12700" rtl="0" algn="l">
                        <a:lnSpc>
                          <a:spcPct val="115000"/>
                        </a:lnSpc>
                        <a:spcBef>
                          <a:spcPts val="0"/>
                        </a:spcBef>
                        <a:spcAft>
                          <a:spcPts val="0"/>
                        </a:spcAft>
                        <a:buNone/>
                      </a:pPr>
                      <a:r>
                        <a:rPr lang="en" sz="1000">
                          <a:solidFill>
                            <a:srgbClr val="0000FF"/>
                          </a:solidFill>
                        </a:rPr>
                        <a:t>Defining standardized pathways for moving discoveries into clinical settings.</a:t>
                      </a:r>
                      <a:endParaRPr sz="1000">
                        <a:solidFill>
                          <a:srgbClr val="0000FF"/>
                        </a:solidFill>
                      </a:endParaRPr>
                    </a:p>
                    <a:p>
                      <a:pPr indent="0" lvl="0" marL="0" rtl="0" algn="l">
                        <a:spcBef>
                          <a:spcPts val="0"/>
                        </a:spcBef>
                        <a:spcAft>
                          <a:spcPts val="0"/>
                        </a:spcAft>
                        <a:buNone/>
                      </a:pPr>
                      <a:r>
                        <a:t/>
                      </a:r>
                      <a:endParaRPr sz="1000">
                        <a:solidFill>
                          <a:schemeClr val="dk1"/>
                        </a:solidFill>
                      </a:endParaRPr>
                    </a:p>
                  </a:txBody>
                  <a:tcPr marT="91425" marB="91425" marR="91425" marL="91425">
                    <a:lnL cap="flat" cmpd="sng" w="12700">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114300" lvl="0" marL="171450" rtl="0" algn="l">
                        <a:spcBef>
                          <a:spcPts val="0"/>
                        </a:spcBef>
                        <a:spcAft>
                          <a:spcPts val="0"/>
                        </a:spcAft>
                        <a:buClr>
                          <a:schemeClr val="dk1"/>
                        </a:buClr>
                        <a:buSzPts val="900"/>
                        <a:buChar char="●"/>
                      </a:pPr>
                      <a:r>
                        <a:rPr lang="en" sz="1000">
                          <a:solidFill>
                            <a:schemeClr val="dk1"/>
                          </a:solidFill>
                        </a:rPr>
                        <a:t>Establish impact metrics across individual, population, and equity levels</a:t>
                      </a:r>
                      <a:endParaRPr sz="1000">
                        <a:solidFill>
                          <a:schemeClr val="dk1"/>
                        </a:solidFill>
                      </a:endParaRPr>
                    </a:p>
                    <a:p>
                      <a:pPr indent="-114300" lvl="0" marL="171450" rtl="0" algn="l">
                        <a:spcBef>
                          <a:spcPts val="0"/>
                        </a:spcBef>
                        <a:spcAft>
                          <a:spcPts val="0"/>
                        </a:spcAft>
                        <a:buClr>
                          <a:schemeClr val="dk1"/>
                        </a:buClr>
                        <a:buSzPts val="900"/>
                        <a:buChar char="●"/>
                      </a:pPr>
                      <a:r>
                        <a:rPr lang="en" sz="1000">
                          <a:solidFill>
                            <a:schemeClr val="dk1"/>
                          </a:solidFill>
                        </a:rPr>
                        <a:t>Define a translational framework (e.g., TSBM-aligned)</a:t>
                      </a:r>
                      <a:endParaRPr sz="1000">
                        <a:solidFill>
                          <a:schemeClr val="dk1"/>
                        </a:solidFill>
                      </a:endParaRPr>
                    </a:p>
                    <a:p>
                      <a:pPr indent="-114300" lvl="0" marL="171450" rtl="0" algn="l">
                        <a:spcBef>
                          <a:spcPts val="0"/>
                        </a:spcBef>
                        <a:spcAft>
                          <a:spcPts val="0"/>
                        </a:spcAft>
                        <a:buClr>
                          <a:schemeClr val="dk1"/>
                        </a:buClr>
                        <a:buSzPts val="900"/>
                        <a:buChar char="●"/>
                      </a:pPr>
                      <a:r>
                        <a:rPr lang="en" sz="1000">
                          <a:solidFill>
                            <a:schemeClr val="dk1"/>
                          </a:solidFill>
                        </a:rPr>
                        <a:t>Prioritize 3–5 translational use cases with an explicit pathway-to-impact model. This includes identifying replication standards and strategic partners, and developing a framework to address bias in translation.</a:t>
                      </a:r>
                      <a:endParaRPr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r>
              <a:tr h="1039450">
                <a:tc>
                  <a:txBody>
                    <a:bodyPr/>
                    <a:lstStyle/>
                    <a:p>
                      <a:pPr indent="0" lvl="0" marL="0" rtl="0" algn="l">
                        <a:spcBef>
                          <a:spcPts val="0"/>
                        </a:spcBef>
                        <a:spcAft>
                          <a:spcPts val="0"/>
                        </a:spcAft>
                        <a:buNone/>
                      </a:pPr>
                      <a:r>
                        <a:rPr b="1" lang="en" sz="1000">
                          <a:solidFill>
                            <a:schemeClr val="dk1"/>
                          </a:solidFill>
                        </a:rPr>
                        <a:t>Imaging Integration</a:t>
                      </a:r>
                      <a:endParaRPr b="1"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Elizabeth Burnside &amp; John Giannini</a:t>
                      </a:r>
                      <a:r>
                        <a:rPr lang="en" sz="1000">
                          <a:solidFill>
                            <a:schemeClr val="dk1"/>
                          </a:solidFill>
                          <a:highlight>
                            <a:srgbClr val="FFDD7F"/>
                          </a:highlight>
                        </a:rPr>
                        <a:t> </a:t>
                      </a:r>
                      <a:endParaRPr sz="1000">
                        <a:solidFill>
                          <a:schemeClr val="dk1"/>
                        </a:solidFill>
                        <a:highlight>
                          <a:srgbClr val="FFDD7F"/>
                        </a:highlight>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(Elyse Kozlowski) </a:t>
                      </a:r>
                      <a:endParaRPr sz="1000">
                        <a:solidFill>
                          <a:schemeClr val="dk1"/>
                        </a:solidFill>
                      </a:endParaRPr>
                    </a:p>
                  </a:txBody>
                  <a:tcPr marT="88900" marB="88900" marR="88900" marL="88900">
                    <a:lnL cap="flat" cmpd="sng" w="12700">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12700">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Develop a strategy to integrate imaging data into </a:t>
                      </a:r>
                      <a:r>
                        <a:rPr i="1" lang="en" sz="1000">
                          <a:solidFill>
                            <a:schemeClr val="dk1"/>
                          </a:solidFill>
                        </a:rPr>
                        <a:t>All of Us </a:t>
                      </a:r>
                      <a:r>
                        <a:rPr lang="en" sz="1000">
                          <a:solidFill>
                            <a:schemeClr val="dk1"/>
                          </a:solidFill>
                        </a:rPr>
                        <a:t>research infrastructure.</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rgbClr val="0000FF"/>
                          </a:solidFill>
                        </a:rPr>
                        <a:t>Developing high-impact use cases to maximize scientific value per image.</a:t>
                      </a:r>
                      <a:endParaRPr sz="1200">
                        <a:solidFill>
                          <a:srgbClr val="0000FF"/>
                        </a:solidFill>
                      </a:endParaRPr>
                    </a:p>
                  </a:txBody>
                  <a:tcPr marT="91425" marB="91425" marR="91425" marL="91425">
                    <a:lnL cap="flat" cmpd="sng" w="12700">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171450" lvl="0" marL="114300" rtl="0" algn="l">
                        <a:lnSpc>
                          <a:spcPct val="100000"/>
                        </a:lnSpc>
                        <a:spcBef>
                          <a:spcPts val="0"/>
                        </a:spcBef>
                        <a:spcAft>
                          <a:spcPts val="0"/>
                        </a:spcAft>
                        <a:buClr>
                          <a:schemeClr val="dk1"/>
                        </a:buClr>
                        <a:buSzPts val="900"/>
                        <a:buChar char="●"/>
                      </a:pPr>
                      <a:r>
                        <a:rPr lang="en" sz="1000">
                          <a:solidFill>
                            <a:schemeClr val="dk1"/>
                          </a:solidFill>
                        </a:rPr>
                        <a:t>Define imaging data standards and radiomics and AI integration approaches</a:t>
                      </a:r>
                      <a:endParaRPr sz="1000">
                        <a:solidFill>
                          <a:schemeClr val="dk1"/>
                        </a:solidFill>
                      </a:endParaRPr>
                    </a:p>
                    <a:p>
                      <a:pPr indent="-171450" lvl="0" marL="114300" rtl="0" algn="l">
                        <a:lnSpc>
                          <a:spcPct val="100000"/>
                        </a:lnSpc>
                        <a:spcBef>
                          <a:spcPts val="0"/>
                        </a:spcBef>
                        <a:spcAft>
                          <a:spcPts val="0"/>
                        </a:spcAft>
                        <a:buClr>
                          <a:schemeClr val="dk1"/>
                        </a:buClr>
                        <a:buSzPts val="900"/>
                        <a:buChar char="●"/>
                      </a:pPr>
                      <a:r>
                        <a:rPr lang="en" sz="1000">
                          <a:solidFill>
                            <a:schemeClr val="dk1"/>
                          </a:solidFill>
                        </a:rPr>
                        <a:t>Assess infrastructure needs</a:t>
                      </a:r>
                      <a:endParaRPr sz="1000">
                        <a:solidFill>
                          <a:schemeClr val="dk1"/>
                        </a:solidFill>
                      </a:endParaRPr>
                    </a:p>
                    <a:p>
                      <a:pPr indent="-171450" lvl="0" marL="114300" rtl="0" algn="l">
                        <a:lnSpc>
                          <a:spcPct val="100000"/>
                        </a:lnSpc>
                        <a:spcBef>
                          <a:spcPts val="0"/>
                        </a:spcBef>
                        <a:spcAft>
                          <a:spcPts val="0"/>
                        </a:spcAft>
                        <a:buClr>
                          <a:schemeClr val="dk1"/>
                        </a:buClr>
                        <a:buSzPts val="900"/>
                        <a:buChar char="●"/>
                      </a:pPr>
                      <a:r>
                        <a:rPr lang="en" sz="1000">
                          <a:solidFill>
                            <a:schemeClr val="dk1"/>
                          </a:solidFill>
                        </a:rPr>
                        <a:t>Establish linkage to exposures and outcomes. </a:t>
                      </a:r>
                      <a:endParaRPr sz="1000">
                        <a:solidFill>
                          <a:schemeClr val="dk1"/>
                        </a:solidFill>
                      </a:endParaRPr>
                    </a:p>
                  </a:txBody>
                  <a:tcPr marT="91425" marB="91425" marR="91425" marL="171450">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sp>
        <p:nvSpPr>
          <p:cNvPr id="1193" name="Google Shape;1193;p161"/>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2026 Topics for Science Committee Evaluation</a:t>
            </a:r>
            <a:endParaRPr/>
          </a:p>
        </p:txBody>
      </p:sp>
      <p:graphicFrame>
        <p:nvGraphicFramePr>
          <p:cNvPr id="1194" name="Google Shape;1194;p161"/>
          <p:cNvGraphicFramePr/>
          <p:nvPr/>
        </p:nvGraphicFramePr>
        <p:xfrm>
          <a:off x="217064" y="907850"/>
          <a:ext cx="3000000" cy="3000000"/>
        </p:xfrm>
        <a:graphic>
          <a:graphicData uri="http://schemas.openxmlformats.org/drawingml/2006/table">
            <a:tbl>
              <a:tblPr>
                <a:noFill/>
                <a:tableStyleId>{3F497244-C1BD-40FE-8F3B-1B767AEC0E36}</a:tableStyleId>
              </a:tblPr>
              <a:tblGrid>
                <a:gridCol w="1223600"/>
                <a:gridCol w="879050"/>
                <a:gridCol w="2105550"/>
                <a:gridCol w="4501675"/>
              </a:tblGrid>
              <a:tr h="437300">
                <a:tc>
                  <a:txBody>
                    <a:bodyPr/>
                    <a:lstStyle/>
                    <a:p>
                      <a:pPr indent="0" lvl="0" marL="0" rtl="0" algn="ctr">
                        <a:lnSpc>
                          <a:spcPct val="115000"/>
                        </a:lnSpc>
                        <a:spcBef>
                          <a:spcPts val="0"/>
                        </a:spcBef>
                        <a:spcAft>
                          <a:spcPts val="0"/>
                        </a:spcAft>
                        <a:buNone/>
                      </a:pPr>
                      <a:r>
                        <a:rPr b="1" lang="en" sz="1000">
                          <a:solidFill>
                            <a:schemeClr val="lt1"/>
                          </a:solidFill>
                        </a:rPr>
                        <a:t>Working Group Name</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Proposed Leads</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Goal</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c>
                  <a:txBody>
                    <a:bodyPr/>
                    <a:lstStyle/>
                    <a:p>
                      <a:pPr indent="0" lvl="0" marL="0" rtl="0" algn="ctr">
                        <a:lnSpc>
                          <a:spcPct val="115000"/>
                        </a:lnSpc>
                        <a:spcBef>
                          <a:spcPts val="0"/>
                        </a:spcBef>
                        <a:spcAft>
                          <a:spcPts val="0"/>
                        </a:spcAft>
                        <a:buNone/>
                      </a:pPr>
                      <a:r>
                        <a:rPr b="1" lang="en" sz="1000">
                          <a:solidFill>
                            <a:schemeClr val="lt1"/>
                          </a:solidFill>
                        </a:rPr>
                        <a:t>Scope</a:t>
                      </a:r>
                      <a:endParaRPr b="1" sz="1000">
                        <a:solidFill>
                          <a:schemeClr val="lt1"/>
                        </a:solidFill>
                      </a:endParaRPr>
                    </a:p>
                  </a:txBody>
                  <a:tcPr marT="91425" marB="91425" marR="91425" marL="91425" anchor="ctr">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solidFill>
                      <a:schemeClr val="dk1"/>
                    </a:solidFill>
                  </a:tcPr>
                </a:tc>
              </a:tr>
              <a:tr h="1166200">
                <a:tc>
                  <a:txBody>
                    <a:bodyPr/>
                    <a:lstStyle/>
                    <a:p>
                      <a:pPr indent="0" lvl="0" marL="0" rtl="0" algn="l">
                        <a:spcBef>
                          <a:spcPts val="0"/>
                        </a:spcBef>
                        <a:spcAft>
                          <a:spcPts val="0"/>
                        </a:spcAft>
                        <a:buNone/>
                      </a:pPr>
                      <a:r>
                        <a:rPr b="1" lang="en" sz="1000">
                          <a:solidFill>
                            <a:schemeClr val="dk1"/>
                          </a:solidFill>
                        </a:rPr>
                        <a:t>AI Strategies</a:t>
                      </a:r>
                      <a:endParaRPr b="1"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Chandan Sastry</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(Victoria Palacios) </a:t>
                      </a:r>
                      <a:endParaRPr sz="1000">
                        <a:solidFill>
                          <a:schemeClr val="dk1"/>
                        </a:solidFill>
                      </a:endParaRPr>
                    </a:p>
                  </a:txBody>
                  <a:tcPr marT="88900" marB="88900" marR="88900" marL="88900">
                    <a:lnL cap="flat" cmpd="sng" w="12700">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12700">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tcPr>
                </a:tc>
                <a:tc>
                  <a:txBody>
                    <a:bodyPr/>
                    <a:lstStyle/>
                    <a:p>
                      <a:pPr indent="0" lvl="0" marL="0" rtl="0" algn="l">
                        <a:lnSpc>
                          <a:spcPct val="114000"/>
                        </a:lnSpc>
                        <a:spcBef>
                          <a:spcPts val="0"/>
                        </a:spcBef>
                        <a:spcAft>
                          <a:spcPts val="0"/>
                        </a:spcAft>
                        <a:buNone/>
                      </a:pPr>
                      <a:r>
                        <a:rPr lang="en" sz="1000">
                          <a:solidFill>
                            <a:schemeClr val="dk1"/>
                          </a:solidFill>
                        </a:rPr>
                        <a:t>Advance researcher-facing AI applications to reduce barriers and handle multimodal data</a:t>
                      </a:r>
                      <a:endParaRPr sz="1000">
                        <a:solidFill>
                          <a:schemeClr val="dk1"/>
                        </a:solidFill>
                      </a:endParaRPr>
                    </a:p>
                    <a:p>
                      <a:pPr indent="0" lvl="0" marL="0" rtl="0" algn="l">
                        <a:lnSpc>
                          <a:spcPct val="114000"/>
                        </a:lnSpc>
                        <a:spcBef>
                          <a:spcPts val="0"/>
                        </a:spcBef>
                        <a:spcAft>
                          <a:spcPts val="0"/>
                        </a:spcAft>
                        <a:buNone/>
                      </a:pPr>
                      <a:r>
                        <a:t/>
                      </a:r>
                      <a:endParaRPr sz="1000">
                        <a:solidFill>
                          <a:schemeClr val="dk1"/>
                        </a:solidFill>
                      </a:endParaRPr>
                    </a:p>
                    <a:p>
                      <a:pPr indent="0" lvl="0" marL="0" rtl="0" algn="l">
                        <a:lnSpc>
                          <a:spcPct val="114000"/>
                        </a:lnSpc>
                        <a:spcBef>
                          <a:spcPts val="0"/>
                        </a:spcBef>
                        <a:spcAft>
                          <a:spcPts val="0"/>
                        </a:spcAft>
                        <a:buNone/>
                      </a:pPr>
                      <a:r>
                        <a:rPr lang="en" sz="1000">
                          <a:solidFill>
                            <a:srgbClr val="0000FF"/>
                          </a:solidFill>
                        </a:rPr>
                        <a:t>Advancing applications that lower technical barriers for large-scale analysis.</a:t>
                      </a:r>
                      <a:endParaRPr sz="1000">
                        <a:solidFill>
                          <a:srgbClr val="0000FF"/>
                        </a:solidFill>
                      </a:endParaRPr>
                    </a:p>
                  </a:txBody>
                  <a:tcPr marT="91425" marB="91425" marR="91425" marL="91425">
                    <a:lnL cap="flat" cmpd="sng" w="12700">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171450" lvl="0" marL="171450" rtl="0" algn="l">
                        <a:spcBef>
                          <a:spcPts val="0"/>
                        </a:spcBef>
                        <a:spcAft>
                          <a:spcPts val="0"/>
                        </a:spcAft>
                        <a:buClr>
                          <a:schemeClr val="dk1"/>
                        </a:buClr>
                        <a:buSzPts val="900"/>
                        <a:buChar char="●"/>
                      </a:pPr>
                      <a:r>
                        <a:rPr lang="en" sz="1000">
                          <a:solidFill>
                            <a:schemeClr val="dk1"/>
                          </a:solidFill>
                        </a:rPr>
                        <a:t>Define roles for AI co-scientist, agentic AI, and foundation models</a:t>
                      </a:r>
                      <a:endParaRPr sz="1000">
                        <a:solidFill>
                          <a:schemeClr val="dk1"/>
                        </a:solidFill>
                      </a:endParaRPr>
                    </a:p>
                    <a:p>
                      <a:pPr indent="-171450" lvl="0" marL="171450" rtl="0" algn="l">
                        <a:spcBef>
                          <a:spcPts val="0"/>
                        </a:spcBef>
                        <a:spcAft>
                          <a:spcPts val="0"/>
                        </a:spcAft>
                        <a:buClr>
                          <a:schemeClr val="dk1"/>
                        </a:buClr>
                        <a:buSzPts val="900"/>
                        <a:buChar char="●"/>
                      </a:pPr>
                      <a:r>
                        <a:rPr lang="en" sz="1000">
                          <a:solidFill>
                            <a:schemeClr val="dk1"/>
                          </a:solidFill>
                        </a:rPr>
                        <a:t>Improve Researcher Workbench usability; and ensure governance and bias mitigation. This includes identifying the top 3–5 AI application priorities, establishing an AI role framework, developing a prototype AI cohort builder and reproducibility workflow pilot, and providing AI governance and UI/UX enhancement recommendations.</a:t>
                      </a:r>
                      <a:endParaRPr sz="1000">
                        <a:solidFill>
                          <a:schemeClr val="dk1"/>
                        </a:solidFill>
                      </a:endParaRPr>
                    </a:p>
                  </a:txBody>
                  <a:tcPr marT="91425" marB="91425" marR="91425" marL="114300">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r>
              <a:tr h="1166200">
                <a:tc>
                  <a:txBody>
                    <a:bodyPr/>
                    <a:lstStyle/>
                    <a:p>
                      <a:pPr indent="0" lvl="0" marL="0" rtl="0" algn="l">
                        <a:spcBef>
                          <a:spcPts val="0"/>
                        </a:spcBef>
                        <a:spcAft>
                          <a:spcPts val="0"/>
                        </a:spcAft>
                        <a:buNone/>
                      </a:pPr>
                      <a:r>
                        <a:rPr b="1" lang="en" sz="1000">
                          <a:solidFill>
                            <a:schemeClr val="dk1"/>
                          </a:solidFill>
                        </a:rPr>
                        <a:t>Scientific Communications</a:t>
                      </a:r>
                      <a:endParaRPr b="1" sz="1000">
                        <a:solidFill>
                          <a:schemeClr val="dk1"/>
                        </a:solidFill>
                      </a:endParaRPr>
                    </a:p>
                  </a:txBody>
                  <a:tcPr marT="91425" marB="91425" marR="91425" marL="91425">
                    <a:lnL cap="flat" cmpd="sng" w="9525">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rPr>
                        <a:t>Bruce Korf</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a:t>
                      </a:r>
                      <a:r>
                        <a:rPr lang="en" sz="1000">
                          <a:solidFill>
                            <a:schemeClr val="dk1"/>
                          </a:solidFill>
                        </a:rPr>
                        <a:t>Katrina Theisz)</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a:txBody>
                  <a:tcPr marT="88900" marB="88900" marR="88900" marL="88900">
                    <a:lnL cap="flat" cmpd="sng" w="12700">
                      <a:solidFill>
                        <a:srgbClr val="BDBDBD"/>
                      </a:solidFill>
                      <a:prstDash val="solid"/>
                      <a:round/>
                      <a:headEnd len="sm" w="sm" type="none"/>
                      <a:tailEnd len="sm" w="sm" type="none"/>
                    </a:lnL>
                    <a:lnR cap="flat" cmpd="sng" w="12700">
                      <a:solidFill>
                        <a:srgbClr val="BDBDBD"/>
                      </a:solidFill>
                      <a:prstDash val="solid"/>
                      <a:round/>
                      <a:headEnd len="sm" w="sm" type="none"/>
                      <a:tailEnd len="sm" w="sm" type="none"/>
                    </a:lnR>
                    <a:lnT cap="flat" cmpd="sng" w="12700">
                      <a:solidFill>
                        <a:srgbClr val="BDBDBD"/>
                      </a:solidFill>
                      <a:prstDash val="solid"/>
                      <a:round/>
                      <a:headEnd len="sm" w="sm" type="none"/>
                      <a:tailEnd len="sm" w="sm" type="none"/>
                    </a:lnT>
                    <a:lnB cap="flat" cmpd="sng" w="12700">
                      <a:solidFill>
                        <a:srgbClr val="BDBDBD"/>
                      </a:solidFill>
                      <a:prstDash val="solid"/>
                      <a:round/>
                      <a:headEnd len="sm" w="sm" type="none"/>
                      <a:tailEnd len="sm" w="sm" type="none"/>
                    </a:lnB>
                  </a:tcPr>
                </a:tc>
                <a:tc>
                  <a:txBody>
                    <a:bodyPr/>
                    <a:lstStyle/>
                    <a:p>
                      <a:pPr indent="0" lvl="0" marL="0" rtl="0" algn="l">
                        <a:lnSpc>
                          <a:spcPct val="114000"/>
                        </a:lnSpc>
                        <a:spcBef>
                          <a:spcPts val="0"/>
                        </a:spcBef>
                        <a:spcAft>
                          <a:spcPts val="0"/>
                        </a:spcAft>
                        <a:buNone/>
                      </a:pPr>
                      <a:r>
                        <a:rPr lang="en" sz="1000">
                          <a:solidFill>
                            <a:schemeClr val="dk1"/>
                          </a:solidFill>
                        </a:rPr>
                        <a:t>Strengthen dissemination and measurable impact of</a:t>
                      </a:r>
                      <a:r>
                        <a:rPr i="1" lang="en" sz="1000">
                          <a:solidFill>
                            <a:schemeClr val="dk1"/>
                          </a:solidFill>
                        </a:rPr>
                        <a:t> All of Us </a:t>
                      </a:r>
                      <a:r>
                        <a:rPr lang="en" sz="1000">
                          <a:solidFill>
                            <a:schemeClr val="dk1"/>
                          </a:solidFill>
                        </a:rPr>
                        <a:t>research outputs.</a:t>
                      </a:r>
                      <a:endParaRPr sz="1000">
                        <a:solidFill>
                          <a:schemeClr val="dk1"/>
                        </a:solidFill>
                      </a:endParaRPr>
                    </a:p>
                    <a:p>
                      <a:pPr indent="0" lvl="0" marL="0" rtl="0" algn="l">
                        <a:lnSpc>
                          <a:spcPct val="114000"/>
                        </a:lnSpc>
                        <a:spcBef>
                          <a:spcPts val="0"/>
                        </a:spcBef>
                        <a:spcAft>
                          <a:spcPts val="0"/>
                        </a:spcAft>
                        <a:buNone/>
                      </a:pPr>
                      <a:r>
                        <a:t/>
                      </a:r>
                      <a:endParaRPr sz="1000">
                        <a:solidFill>
                          <a:schemeClr val="dk1"/>
                        </a:solidFill>
                      </a:endParaRPr>
                    </a:p>
                    <a:p>
                      <a:pPr indent="0" lvl="0" marL="0" rtl="0" algn="l">
                        <a:lnSpc>
                          <a:spcPct val="114000"/>
                        </a:lnSpc>
                        <a:spcBef>
                          <a:spcPts val="0"/>
                        </a:spcBef>
                        <a:spcAft>
                          <a:spcPts val="0"/>
                        </a:spcAft>
                        <a:buNone/>
                      </a:pPr>
                      <a:r>
                        <a:rPr lang="en" sz="1000">
                          <a:solidFill>
                            <a:srgbClr val="0000FF"/>
                          </a:solidFill>
                        </a:rPr>
                        <a:t>Implementing data-driven outreach strategies to quantify and scale engagement.</a:t>
                      </a:r>
                      <a:endParaRPr sz="1000">
                        <a:solidFill>
                          <a:srgbClr val="0000FF"/>
                        </a:solidFill>
                      </a:endParaRPr>
                    </a:p>
                  </a:txBody>
                  <a:tcPr marT="91425" marB="91425" marR="91425" marL="91425">
                    <a:lnL cap="flat" cmpd="sng" w="12700">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c>
                  <a:txBody>
                    <a:bodyPr/>
                    <a:lstStyle/>
                    <a:p>
                      <a:pPr indent="-171450" lvl="0" marL="114300" rtl="0" algn="l">
                        <a:spcBef>
                          <a:spcPts val="0"/>
                        </a:spcBef>
                        <a:spcAft>
                          <a:spcPts val="0"/>
                        </a:spcAft>
                        <a:buClr>
                          <a:schemeClr val="dk1"/>
                        </a:buClr>
                        <a:buSzPts val="900"/>
                        <a:buChar char="●"/>
                      </a:pPr>
                      <a:r>
                        <a:rPr lang="en" sz="1000">
                          <a:solidFill>
                            <a:schemeClr val="dk1"/>
                          </a:solidFill>
                        </a:rPr>
                        <a:t>Identify target audiences and desired behavior change outcomes; develop scalable dissemination products</a:t>
                      </a:r>
                      <a:endParaRPr sz="1000">
                        <a:solidFill>
                          <a:schemeClr val="dk1"/>
                        </a:solidFill>
                      </a:endParaRPr>
                    </a:p>
                    <a:p>
                      <a:pPr indent="-171450" lvl="0" marL="114300" rtl="0" algn="l">
                        <a:spcBef>
                          <a:spcPts val="0"/>
                        </a:spcBef>
                        <a:spcAft>
                          <a:spcPts val="0"/>
                        </a:spcAft>
                        <a:buClr>
                          <a:schemeClr val="dk1"/>
                        </a:buClr>
                        <a:buSzPts val="900"/>
                        <a:buChar char="●"/>
                      </a:pPr>
                      <a:r>
                        <a:rPr lang="en" sz="1000">
                          <a:solidFill>
                            <a:schemeClr val="dk1"/>
                          </a:solidFill>
                        </a:rPr>
                        <a:t>Define researcher engagement channels; and establish impact tracking approaches. This includes outlining audience and behavior objectives, creating 3–5 scalable dissemination products, an engagement strategy across conferences, workshops, and media, and an ambassador toolkit for committee members.</a:t>
                      </a:r>
                      <a:endParaRPr sz="1000">
                        <a:solidFill>
                          <a:schemeClr val="dk1"/>
                        </a:solidFill>
                      </a:endParaRPr>
                    </a:p>
                  </a:txBody>
                  <a:tcPr marT="91425" marB="91425" marR="91425" marL="171450">
                    <a:lnL cap="flat" cmpd="sng" w="9525">
                      <a:solidFill>
                        <a:srgbClr val="BDBDBD"/>
                      </a:solidFill>
                      <a:prstDash val="solid"/>
                      <a:round/>
                      <a:headEnd len="sm" w="sm" type="none"/>
                      <a:tailEnd len="sm" w="sm" type="none"/>
                    </a:lnL>
                    <a:lnR cap="flat" cmpd="sng" w="9525">
                      <a:solidFill>
                        <a:srgbClr val="BDBDBD"/>
                      </a:solidFill>
                      <a:prstDash val="solid"/>
                      <a:round/>
                      <a:headEnd len="sm" w="sm" type="none"/>
                      <a:tailEnd len="sm" w="sm" type="none"/>
                    </a:lnR>
                    <a:lnT cap="flat" cmpd="sng" w="9525">
                      <a:solidFill>
                        <a:srgbClr val="BDBDBD"/>
                      </a:solidFill>
                      <a:prstDash val="solid"/>
                      <a:round/>
                      <a:headEnd len="sm" w="sm" type="none"/>
                      <a:tailEnd len="sm" w="sm" type="none"/>
                    </a:lnT>
                    <a:lnB cap="flat" cmpd="sng" w="9525">
                      <a:solidFill>
                        <a:srgbClr val="BDBDBD"/>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62"/>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Membership</a:t>
            </a:r>
            <a:endParaRPr/>
          </a:p>
        </p:txBody>
      </p:sp>
      <p:sp>
        <p:nvSpPr>
          <p:cNvPr id="1200" name="Google Shape;1200;p162"/>
          <p:cNvSpPr/>
          <p:nvPr/>
        </p:nvSpPr>
        <p:spPr>
          <a:xfrm>
            <a:off x="187425" y="937202"/>
            <a:ext cx="2877600" cy="201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162"/>
          <p:cNvSpPr/>
          <p:nvPr/>
        </p:nvSpPr>
        <p:spPr>
          <a:xfrm>
            <a:off x="3168936" y="937202"/>
            <a:ext cx="2877600" cy="201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2" name="Google Shape;1202;p162"/>
          <p:cNvSpPr/>
          <p:nvPr/>
        </p:nvSpPr>
        <p:spPr>
          <a:xfrm>
            <a:off x="6150448" y="937202"/>
            <a:ext cx="2877600" cy="201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3" name="Google Shape;1203;p162"/>
          <p:cNvSpPr/>
          <p:nvPr/>
        </p:nvSpPr>
        <p:spPr>
          <a:xfrm>
            <a:off x="1837683" y="3075264"/>
            <a:ext cx="2877600" cy="201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4000"/>
              </a:lnSpc>
              <a:spcBef>
                <a:spcPts val="0"/>
              </a:spcBef>
              <a:spcAft>
                <a:spcPts val="0"/>
              </a:spcAft>
              <a:buNone/>
            </a:pPr>
            <a:r>
              <a:t/>
            </a:r>
            <a:endParaRPr b="1" sz="1300">
              <a:solidFill>
                <a:schemeClr val="dk1"/>
              </a:solidFill>
            </a:endParaRPr>
          </a:p>
        </p:txBody>
      </p:sp>
      <p:sp>
        <p:nvSpPr>
          <p:cNvPr id="1204" name="Google Shape;1204;p162"/>
          <p:cNvSpPr/>
          <p:nvPr/>
        </p:nvSpPr>
        <p:spPr>
          <a:xfrm>
            <a:off x="4821674" y="3075264"/>
            <a:ext cx="2877600" cy="201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4000"/>
              </a:lnSpc>
              <a:spcBef>
                <a:spcPts val="0"/>
              </a:spcBef>
              <a:spcAft>
                <a:spcPts val="0"/>
              </a:spcAft>
              <a:buNone/>
            </a:pPr>
            <a:r>
              <a:t/>
            </a:r>
            <a:endParaRPr b="1" sz="1300">
              <a:solidFill>
                <a:schemeClr val="dk1"/>
              </a:solidFill>
            </a:endParaRPr>
          </a:p>
        </p:txBody>
      </p:sp>
      <p:sp>
        <p:nvSpPr>
          <p:cNvPr id="1205" name="Google Shape;1205;p162"/>
          <p:cNvSpPr txBox="1"/>
          <p:nvPr/>
        </p:nvSpPr>
        <p:spPr>
          <a:xfrm>
            <a:off x="284175" y="1036768"/>
            <a:ext cx="2684100" cy="384900"/>
          </a:xfrm>
          <a:prstGeom prst="rect">
            <a:avLst/>
          </a:prstGeom>
          <a:noFill/>
          <a:ln>
            <a:noFill/>
          </a:ln>
        </p:spPr>
        <p:txBody>
          <a:bodyPr anchorCtr="0" anchor="t" bIns="91425" lIns="91425" spcFirstLastPara="1" rIns="91425" wrap="square" tIns="91425">
            <a:spAutoFit/>
          </a:bodyPr>
          <a:lstStyle/>
          <a:p>
            <a:pPr indent="0" lvl="0" marL="0" rtl="0" algn="ctr">
              <a:lnSpc>
                <a:spcPct val="114000"/>
              </a:lnSpc>
              <a:spcBef>
                <a:spcPts val="0"/>
              </a:spcBef>
              <a:spcAft>
                <a:spcPts val="0"/>
              </a:spcAft>
              <a:buNone/>
            </a:pPr>
            <a:r>
              <a:rPr b="1" lang="en" sz="1300">
                <a:solidFill>
                  <a:schemeClr val="dk1"/>
                </a:solidFill>
              </a:rPr>
              <a:t>Scientific Road Map Refresh</a:t>
            </a:r>
            <a:endParaRPr b="1">
              <a:solidFill>
                <a:schemeClr val="dk1"/>
              </a:solidFill>
            </a:endParaRPr>
          </a:p>
        </p:txBody>
      </p:sp>
      <p:sp>
        <p:nvSpPr>
          <p:cNvPr id="1206" name="Google Shape;1206;p162"/>
          <p:cNvSpPr txBox="1"/>
          <p:nvPr/>
        </p:nvSpPr>
        <p:spPr>
          <a:xfrm>
            <a:off x="3265686" y="922768"/>
            <a:ext cx="2684100" cy="612900"/>
          </a:xfrm>
          <a:prstGeom prst="rect">
            <a:avLst/>
          </a:prstGeom>
          <a:noFill/>
          <a:ln>
            <a:noFill/>
          </a:ln>
        </p:spPr>
        <p:txBody>
          <a:bodyPr anchorCtr="0" anchor="t" bIns="91425" lIns="91425" spcFirstLastPara="1" rIns="91425" wrap="square" tIns="91425">
            <a:spAutoFit/>
          </a:bodyPr>
          <a:lstStyle/>
          <a:p>
            <a:pPr indent="0" lvl="0" marL="0" rtl="0" algn="ctr">
              <a:lnSpc>
                <a:spcPct val="114000"/>
              </a:lnSpc>
              <a:spcBef>
                <a:spcPts val="0"/>
              </a:spcBef>
              <a:spcAft>
                <a:spcPts val="0"/>
              </a:spcAft>
              <a:buNone/>
            </a:pPr>
            <a:r>
              <a:rPr b="1" lang="en" sz="1300">
                <a:solidFill>
                  <a:schemeClr val="dk1"/>
                </a:solidFill>
              </a:rPr>
              <a:t>Translational Science Research Agenda</a:t>
            </a:r>
            <a:endParaRPr/>
          </a:p>
        </p:txBody>
      </p:sp>
      <p:sp>
        <p:nvSpPr>
          <p:cNvPr id="1207" name="Google Shape;1207;p162"/>
          <p:cNvSpPr txBox="1"/>
          <p:nvPr/>
        </p:nvSpPr>
        <p:spPr>
          <a:xfrm>
            <a:off x="6247198" y="1036768"/>
            <a:ext cx="26841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4000"/>
              </a:lnSpc>
              <a:spcBef>
                <a:spcPts val="0"/>
              </a:spcBef>
              <a:spcAft>
                <a:spcPts val="0"/>
              </a:spcAft>
              <a:buNone/>
            </a:pPr>
            <a:r>
              <a:rPr b="1" lang="en" sz="1300">
                <a:solidFill>
                  <a:schemeClr val="dk1"/>
                </a:solidFill>
              </a:rPr>
              <a:t>Imaging Integration</a:t>
            </a:r>
            <a:endParaRPr sz="1300"/>
          </a:p>
        </p:txBody>
      </p:sp>
      <p:sp>
        <p:nvSpPr>
          <p:cNvPr id="1208" name="Google Shape;1208;p162"/>
          <p:cNvSpPr txBox="1"/>
          <p:nvPr/>
        </p:nvSpPr>
        <p:spPr>
          <a:xfrm>
            <a:off x="1934433" y="3172175"/>
            <a:ext cx="26841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4000"/>
              </a:lnSpc>
              <a:spcBef>
                <a:spcPts val="0"/>
              </a:spcBef>
              <a:spcAft>
                <a:spcPts val="0"/>
              </a:spcAft>
              <a:buNone/>
            </a:pPr>
            <a:r>
              <a:rPr b="1" lang="en" sz="1300">
                <a:solidFill>
                  <a:schemeClr val="dk1"/>
                </a:solidFill>
              </a:rPr>
              <a:t>AI Strategies</a:t>
            </a:r>
            <a:endParaRPr b="1" sz="1300">
              <a:solidFill>
                <a:schemeClr val="dk1"/>
              </a:solidFill>
            </a:endParaRPr>
          </a:p>
        </p:txBody>
      </p:sp>
      <p:sp>
        <p:nvSpPr>
          <p:cNvPr id="1209" name="Google Shape;1209;p162"/>
          <p:cNvSpPr txBox="1"/>
          <p:nvPr/>
        </p:nvSpPr>
        <p:spPr>
          <a:xfrm>
            <a:off x="4821674" y="3172175"/>
            <a:ext cx="2877600" cy="384900"/>
          </a:xfrm>
          <a:prstGeom prst="rect">
            <a:avLst/>
          </a:prstGeom>
          <a:noFill/>
          <a:ln>
            <a:noFill/>
          </a:ln>
        </p:spPr>
        <p:txBody>
          <a:bodyPr anchorCtr="0" anchor="t" bIns="91425" lIns="91425" spcFirstLastPara="1" rIns="91425" wrap="square" tIns="91425">
            <a:spAutoFit/>
          </a:bodyPr>
          <a:lstStyle/>
          <a:p>
            <a:pPr indent="0" lvl="0" marL="0" marR="0" rtl="0" algn="ctr">
              <a:lnSpc>
                <a:spcPct val="114000"/>
              </a:lnSpc>
              <a:spcBef>
                <a:spcPts val="0"/>
              </a:spcBef>
              <a:spcAft>
                <a:spcPts val="0"/>
              </a:spcAft>
              <a:buNone/>
            </a:pPr>
            <a:r>
              <a:rPr b="1" lang="en" sz="1300">
                <a:solidFill>
                  <a:schemeClr val="dk1"/>
                </a:solidFill>
              </a:rPr>
              <a:t>Scientific Communications</a:t>
            </a:r>
            <a:endParaRPr b="1" sz="1300">
              <a:solidFill>
                <a:schemeClr val="dk1"/>
              </a:solidFill>
            </a:endParaRPr>
          </a:p>
        </p:txBody>
      </p:sp>
      <p:sp>
        <p:nvSpPr>
          <p:cNvPr id="1210" name="Google Shape;1210;p162"/>
          <p:cNvSpPr txBox="1"/>
          <p:nvPr/>
        </p:nvSpPr>
        <p:spPr>
          <a:xfrm>
            <a:off x="284250" y="1340746"/>
            <a:ext cx="2684100" cy="1495800"/>
          </a:xfrm>
          <a:prstGeom prst="rect">
            <a:avLst/>
          </a:prstGeom>
          <a:noFill/>
          <a:ln>
            <a:noFill/>
          </a:ln>
        </p:spPr>
        <p:txBody>
          <a:bodyPr anchorCtr="0" anchor="t" bIns="91425" lIns="91425" spcFirstLastPara="1" rIns="91425" wrap="square" tIns="91425">
            <a:noAutofit/>
          </a:bodyPr>
          <a:lstStyle/>
          <a:p>
            <a:pPr indent="-190500" lvl="0" marL="285750" rtl="0" algn="l">
              <a:spcBef>
                <a:spcPts val="0"/>
              </a:spcBef>
              <a:spcAft>
                <a:spcPts val="0"/>
              </a:spcAft>
              <a:buClr>
                <a:srgbClr val="262261"/>
              </a:buClr>
              <a:buSzPts val="1200"/>
              <a:buChar char="●"/>
            </a:pPr>
            <a:r>
              <a:rPr b="1" lang="en" sz="1200">
                <a:solidFill>
                  <a:srgbClr val="262261"/>
                </a:solidFill>
              </a:rPr>
              <a:t>Melissa Haendel</a:t>
            </a:r>
            <a:endParaRPr b="1" sz="1200">
              <a:solidFill>
                <a:srgbClr val="262261"/>
              </a:solidFill>
            </a:endParaRPr>
          </a:p>
          <a:p>
            <a:pPr indent="-190500" lvl="0" marL="285750" rtl="0" algn="l">
              <a:spcBef>
                <a:spcPts val="0"/>
              </a:spcBef>
              <a:spcAft>
                <a:spcPts val="0"/>
              </a:spcAft>
              <a:buClr>
                <a:srgbClr val="262261"/>
              </a:buClr>
              <a:buSzPts val="1200"/>
              <a:buChar char="●"/>
            </a:pPr>
            <a:r>
              <a:rPr b="1" lang="en" sz="1200">
                <a:solidFill>
                  <a:srgbClr val="262261"/>
                </a:solidFill>
              </a:rPr>
              <a:t>Jordan Smoller</a:t>
            </a:r>
            <a:endParaRPr b="1"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Julia Moore Vogel</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Stephanie Cook</a:t>
            </a:r>
            <a:endParaRPr b="1"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Janeth Sanchez</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Liz Cohn</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Geoff Ginsburg</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Meredith Blady (Support)</a:t>
            </a:r>
            <a:endParaRPr sz="1200">
              <a:solidFill>
                <a:srgbClr val="262261"/>
              </a:solidFill>
            </a:endParaRPr>
          </a:p>
        </p:txBody>
      </p:sp>
      <p:sp>
        <p:nvSpPr>
          <p:cNvPr id="1211" name="Google Shape;1211;p162"/>
          <p:cNvSpPr txBox="1"/>
          <p:nvPr/>
        </p:nvSpPr>
        <p:spPr>
          <a:xfrm>
            <a:off x="3199523" y="1464427"/>
            <a:ext cx="1567800" cy="1495800"/>
          </a:xfrm>
          <a:prstGeom prst="rect">
            <a:avLst/>
          </a:prstGeom>
          <a:noFill/>
          <a:ln>
            <a:noFill/>
          </a:ln>
        </p:spPr>
        <p:txBody>
          <a:bodyPr anchorCtr="0" anchor="t" bIns="91425" lIns="91425" spcFirstLastPara="1" rIns="91425" wrap="square" tIns="91425">
            <a:noAutofit/>
          </a:bodyPr>
          <a:lstStyle/>
          <a:p>
            <a:pPr indent="-190500" lvl="0" marL="285750" rtl="0" algn="l">
              <a:spcBef>
                <a:spcPts val="0"/>
              </a:spcBef>
              <a:spcAft>
                <a:spcPts val="0"/>
              </a:spcAft>
              <a:buClr>
                <a:srgbClr val="262261"/>
              </a:buClr>
              <a:buSzPts val="1200"/>
              <a:buChar char="●"/>
            </a:pPr>
            <a:r>
              <a:rPr b="1" lang="en" sz="1200">
                <a:solidFill>
                  <a:srgbClr val="262261"/>
                </a:solidFill>
              </a:rPr>
              <a:t>Liz Cohn</a:t>
            </a:r>
            <a:endParaRPr b="1"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b="1" lang="en" sz="1200">
                <a:solidFill>
                  <a:srgbClr val="262261"/>
                </a:solidFill>
              </a:rPr>
              <a:t>Janeth Sanchez</a:t>
            </a:r>
            <a:endParaRPr b="1"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lang="en" sz="1200">
                <a:solidFill>
                  <a:srgbClr val="262261"/>
                </a:solidFill>
              </a:rPr>
              <a:t>Niall Lennon</a:t>
            </a:r>
            <a:endParaRPr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lang="en" sz="1200">
                <a:solidFill>
                  <a:srgbClr val="262261"/>
                </a:solidFill>
              </a:rPr>
              <a:t>Scott Hebbring</a:t>
            </a:r>
            <a:endParaRPr b="1" sz="1200">
              <a:solidFill>
                <a:srgbClr val="262261"/>
              </a:solidFill>
            </a:endParaRPr>
          </a:p>
          <a:p>
            <a:pPr indent="0" lvl="0" marL="0" marR="0" rtl="0" algn="l">
              <a:lnSpc>
                <a:spcPct val="100000"/>
              </a:lnSpc>
              <a:spcBef>
                <a:spcPts val="0"/>
              </a:spcBef>
              <a:spcAft>
                <a:spcPts val="0"/>
              </a:spcAft>
              <a:buNone/>
            </a:pPr>
            <a:r>
              <a:t/>
            </a:r>
            <a:endParaRPr sz="1200">
              <a:solidFill>
                <a:srgbClr val="262261"/>
              </a:solidFill>
            </a:endParaRPr>
          </a:p>
        </p:txBody>
      </p:sp>
      <p:sp>
        <p:nvSpPr>
          <p:cNvPr id="1212" name="Google Shape;1212;p162"/>
          <p:cNvSpPr txBox="1"/>
          <p:nvPr/>
        </p:nvSpPr>
        <p:spPr>
          <a:xfrm>
            <a:off x="6247100" y="1340746"/>
            <a:ext cx="2684100" cy="1495800"/>
          </a:xfrm>
          <a:prstGeom prst="rect">
            <a:avLst/>
          </a:prstGeom>
          <a:noFill/>
          <a:ln>
            <a:noFill/>
          </a:ln>
        </p:spPr>
        <p:txBody>
          <a:bodyPr anchorCtr="0" anchor="t" bIns="91425" lIns="91425" spcFirstLastPara="1" rIns="91425" wrap="square" tIns="91425">
            <a:noAutofit/>
          </a:bodyPr>
          <a:lstStyle/>
          <a:p>
            <a:pPr indent="-190500" lvl="0" marL="285750" marR="0" rtl="0" algn="l">
              <a:lnSpc>
                <a:spcPct val="100000"/>
              </a:lnSpc>
              <a:spcBef>
                <a:spcPts val="0"/>
              </a:spcBef>
              <a:spcAft>
                <a:spcPts val="0"/>
              </a:spcAft>
              <a:buClr>
                <a:srgbClr val="262261"/>
              </a:buClr>
              <a:buSzPts val="1200"/>
              <a:buChar char="●"/>
            </a:pPr>
            <a:r>
              <a:rPr b="1" lang="en" sz="1200">
                <a:solidFill>
                  <a:srgbClr val="262261"/>
                </a:solidFill>
              </a:rPr>
              <a:t>Elizabeth Burnside</a:t>
            </a:r>
            <a:endParaRPr b="1"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b="1" lang="en" sz="1200">
                <a:solidFill>
                  <a:srgbClr val="262261"/>
                </a:solidFill>
              </a:rPr>
              <a:t>John Giannini</a:t>
            </a:r>
            <a:endParaRPr b="1"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lang="en" sz="1200">
                <a:solidFill>
                  <a:srgbClr val="262261"/>
                </a:solidFill>
              </a:rPr>
              <a:t>Geoff Ginsburg</a:t>
            </a:r>
            <a:endParaRPr sz="1200">
              <a:solidFill>
                <a:srgbClr val="262261"/>
              </a:solidFill>
            </a:endParaRPr>
          </a:p>
          <a:p>
            <a:pPr indent="-190500" lvl="0" marL="285750" marR="0" rtl="0" algn="l">
              <a:lnSpc>
                <a:spcPct val="100000"/>
              </a:lnSpc>
              <a:spcBef>
                <a:spcPts val="0"/>
              </a:spcBef>
              <a:spcAft>
                <a:spcPts val="0"/>
              </a:spcAft>
              <a:buClr>
                <a:srgbClr val="262261"/>
              </a:buClr>
              <a:buSzPts val="1200"/>
              <a:buChar char="●"/>
            </a:pPr>
            <a:r>
              <a:rPr lang="en" sz="1200">
                <a:solidFill>
                  <a:srgbClr val="262261"/>
                </a:solidFill>
              </a:rPr>
              <a:t>Elyse Kozlowski (Support)</a:t>
            </a:r>
            <a:endParaRPr sz="1200">
              <a:solidFill>
                <a:srgbClr val="262261"/>
              </a:solidFill>
            </a:endParaRPr>
          </a:p>
        </p:txBody>
      </p:sp>
      <p:sp>
        <p:nvSpPr>
          <p:cNvPr id="1213" name="Google Shape;1213;p162"/>
          <p:cNvSpPr txBox="1"/>
          <p:nvPr/>
        </p:nvSpPr>
        <p:spPr>
          <a:xfrm>
            <a:off x="1934425" y="3474675"/>
            <a:ext cx="2684100" cy="1495800"/>
          </a:xfrm>
          <a:prstGeom prst="rect">
            <a:avLst/>
          </a:prstGeom>
          <a:noFill/>
          <a:ln>
            <a:noFill/>
          </a:ln>
        </p:spPr>
        <p:txBody>
          <a:bodyPr anchorCtr="0" anchor="t" bIns="91425" lIns="91425" spcFirstLastPara="1" rIns="91425" wrap="square" tIns="91425">
            <a:noAutofit/>
          </a:bodyPr>
          <a:lstStyle/>
          <a:p>
            <a:pPr indent="-190500" lvl="0" marL="285750" rtl="0" algn="l">
              <a:spcBef>
                <a:spcPts val="0"/>
              </a:spcBef>
              <a:spcAft>
                <a:spcPts val="0"/>
              </a:spcAft>
              <a:buClr>
                <a:srgbClr val="262261"/>
              </a:buClr>
              <a:buSzPts val="1200"/>
              <a:buChar char="●"/>
            </a:pPr>
            <a:r>
              <a:rPr b="1" lang="en" sz="1200">
                <a:solidFill>
                  <a:srgbClr val="262261"/>
                </a:solidFill>
              </a:rPr>
              <a:t>Chandan Sastry</a:t>
            </a:r>
            <a:endParaRPr b="1"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Niall Lennon</a:t>
            </a:r>
            <a:endParaRPr b="1"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Melissa Haendel</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Lucila Ohno-Machado</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Stephan Zuchner</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Liz Dean</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Victoria Palacios (Support)</a:t>
            </a:r>
            <a:endParaRPr sz="1200">
              <a:solidFill>
                <a:srgbClr val="262261"/>
              </a:solidFill>
            </a:endParaRPr>
          </a:p>
        </p:txBody>
      </p:sp>
      <p:sp>
        <p:nvSpPr>
          <p:cNvPr id="1214" name="Google Shape;1214;p162"/>
          <p:cNvSpPr txBox="1"/>
          <p:nvPr/>
        </p:nvSpPr>
        <p:spPr>
          <a:xfrm>
            <a:off x="4918425" y="3474675"/>
            <a:ext cx="2684100" cy="1495800"/>
          </a:xfrm>
          <a:prstGeom prst="rect">
            <a:avLst/>
          </a:prstGeom>
          <a:noFill/>
          <a:ln>
            <a:noFill/>
          </a:ln>
        </p:spPr>
        <p:txBody>
          <a:bodyPr anchorCtr="0" anchor="t" bIns="91425" lIns="91425" spcFirstLastPara="1" rIns="91425" wrap="square" tIns="91425">
            <a:noAutofit/>
          </a:bodyPr>
          <a:lstStyle/>
          <a:p>
            <a:pPr indent="-190500" lvl="0" marL="285750" rtl="0" algn="l">
              <a:spcBef>
                <a:spcPts val="0"/>
              </a:spcBef>
              <a:spcAft>
                <a:spcPts val="0"/>
              </a:spcAft>
              <a:buClr>
                <a:srgbClr val="262261"/>
              </a:buClr>
              <a:buSzPts val="1200"/>
              <a:buChar char="●"/>
            </a:pPr>
            <a:r>
              <a:rPr b="1" lang="en" sz="1200">
                <a:solidFill>
                  <a:srgbClr val="262261"/>
                </a:solidFill>
              </a:rPr>
              <a:t>Bruce Korf</a:t>
            </a:r>
            <a:endParaRPr b="1"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Niall Lennon</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Liz Cohn</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Ryan Hollm</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Sydney McMaster</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Katrina Theisz</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Prachi Patel (reviewer only)</a:t>
            </a:r>
            <a:endParaRPr sz="1200">
              <a:solidFill>
                <a:srgbClr val="262261"/>
              </a:solidFill>
            </a:endParaRPr>
          </a:p>
          <a:p>
            <a:pPr indent="-190500" lvl="0" marL="285750" rtl="0" algn="l">
              <a:spcBef>
                <a:spcPts val="0"/>
              </a:spcBef>
              <a:spcAft>
                <a:spcPts val="0"/>
              </a:spcAft>
              <a:buClr>
                <a:srgbClr val="262261"/>
              </a:buClr>
              <a:buSzPts val="1200"/>
              <a:buChar char="●"/>
            </a:pPr>
            <a:r>
              <a:rPr lang="en" sz="1200">
                <a:solidFill>
                  <a:srgbClr val="262261"/>
                </a:solidFill>
              </a:rPr>
              <a:t>Katrina Theisz (Support) </a:t>
            </a:r>
            <a:endParaRPr sz="1200">
              <a:solidFill>
                <a:srgbClr val="262261"/>
              </a:solidFill>
            </a:endParaRPr>
          </a:p>
          <a:p>
            <a:pPr indent="0" lvl="0" marL="0" rtl="0" algn="l">
              <a:spcBef>
                <a:spcPts val="0"/>
              </a:spcBef>
              <a:spcAft>
                <a:spcPts val="0"/>
              </a:spcAft>
              <a:buNone/>
            </a:pPr>
            <a:r>
              <a:t/>
            </a:r>
            <a:endParaRPr sz="1200">
              <a:solidFill>
                <a:srgbClr val="262261"/>
              </a:solidFill>
            </a:endParaRPr>
          </a:p>
        </p:txBody>
      </p:sp>
      <p:sp>
        <p:nvSpPr>
          <p:cNvPr id="1215" name="Google Shape;1215;p162"/>
          <p:cNvSpPr txBox="1"/>
          <p:nvPr/>
        </p:nvSpPr>
        <p:spPr>
          <a:xfrm>
            <a:off x="4618525" y="1464427"/>
            <a:ext cx="1286100" cy="1293000"/>
          </a:xfrm>
          <a:prstGeom prst="rect">
            <a:avLst/>
          </a:prstGeom>
          <a:noFill/>
          <a:ln>
            <a:noFill/>
          </a:ln>
        </p:spPr>
        <p:txBody>
          <a:bodyPr anchorCtr="0" anchor="t" bIns="91425" lIns="91425" spcFirstLastPara="1" rIns="91425" wrap="square" tIns="91425">
            <a:spAutoFit/>
          </a:bodyPr>
          <a:lstStyle/>
          <a:p>
            <a:pPr indent="-190500" lvl="0" marL="285750" rtl="0" algn="l">
              <a:spcBef>
                <a:spcPts val="0"/>
              </a:spcBef>
              <a:spcAft>
                <a:spcPts val="0"/>
              </a:spcAft>
              <a:buClr>
                <a:schemeClr val="dk1"/>
              </a:buClr>
              <a:buSzPts val="1200"/>
              <a:buChar char="●"/>
            </a:pPr>
            <a:r>
              <a:rPr lang="en" sz="1200">
                <a:solidFill>
                  <a:schemeClr val="dk1"/>
                </a:solidFill>
              </a:rPr>
              <a:t>Sheri Schully</a:t>
            </a:r>
            <a:endParaRPr sz="1200">
              <a:solidFill>
                <a:schemeClr val="dk1"/>
              </a:solidFill>
            </a:endParaRPr>
          </a:p>
          <a:p>
            <a:pPr indent="-190500" lvl="0" marL="285750" rtl="0" algn="l">
              <a:spcBef>
                <a:spcPts val="0"/>
              </a:spcBef>
              <a:spcAft>
                <a:spcPts val="0"/>
              </a:spcAft>
              <a:buClr>
                <a:schemeClr val="dk1"/>
              </a:buClr>
              <a:buSzPts val="1200"/>
              <a:buChar char="●"/>
            </a:pPr>
            <a:r>
              <a:rPr lang="en" sz="1200">
                <a:solidFill>
                  <a:schemeClr val="dk1"/>
                </a:solidFill>
              </a:rPr>
              <a:t>Dan Roden</a:t>
            </a:r>
            <a:endParaRPr sz="1200">
              <a:solidFill>
                <a:schemeClr val="dk1"/>
              </a:solidFill>
            </a:endParaRPr>
          </a:p>
          <a:p>
            <a:pPr indent="-190500" lvl="0" marL="285750" rtl="0" algn="l">
              <a:spcBef>
                <a:spcPts val="0"/>
              </a:spcBef>
              <a:spcAft>
                <a:spcPts val="0"/>
              </a:spcAft>
              <a:buClr>
                <a:schemeClr val="dk1"/>
              </a:buClr>
              <a:buSzPts val="1200"/>
              <a:buChar char="●"/>
            </a:pPr>
            <a:r>
              <a:rPr lang="en" sz="1200">
                <a:solidFill>
                  <a:schemeClr val="dk1"/>
                </a:solidFill>
              </a:rPr>
              <a:t>Michelle Lin</a:t>
            </a:r>
            <a:endParaRPr sz="1200">
              <a:solidFill>
                <a:schemeClr val="dk1"/>
              </a:solidFill>
            </a:endParaRPr>
          </a:p>
          <a:p>
            <a:pPr indent="-190500" lvl="0" marL="285750" rtl="0" algn="l">
              <a:spcBef>
                <a:spcPts val="0"/>
              </a:spcBef>
              <a:spcAft>
                <a:spcPts val="0"/>
              </a:spcAft>
              <a:buClr>
                <a:schemeClr val="dk1"/>
              </a:buClr>
              <a:buSzPts val="1200"/>
              <a:buChar char="●"/>
            </a:pPr>
            <a:r>
              <a:rPr lang="en" sz="1200">
                <a:solidFill>
                  <a:schemeClr val="dk1"/>
                </a:solidFill>
              </a:rPr>
              <a:t>Sana Mian (Support) </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63"/>
          <p:cNvSpPr txBox="1"/>
          <p:nvPr>
            <p:ph type="title"/>
          </p:nvPr>
        </p:nvSpPr>
        <p:spPr>
          <a:xfrm>
            <a:off x="658110" y="1931069"/>
            <a:ext cx="7972200" cy="1813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Relevant</a:t>
            </a:r>
            <a:r>
              <a:rPr lang="en"/>
              <a:t> slides from the Jan 20 Science Committee meeting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4" name="Shape 1224"/>
        <p:cNvGrpSpPr/>
        <p:nvPr/>
      </p:nvGrpSpPr>
      <p:grpSpPr>
        <a:xfrm>
          <a:off x="0" y="0"/>
          <a:ext cx="0" cy="0"/>
          <a:chOff x="0" y="0"/>
          <a:chExt cx="0" cy="0"/>
        </a:xfrm>
      </p:grpSpPr>
      <p:sp>
        <p:nvSpPr>
          <p:cNvPr id="1225" name="Google Shape;1225;p164"/>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lnSpc>
                <a:spcPct val="90000"/>
              </a:lnSpc>
              <a:spcBef>
                <a:spcPts val="400"/>
              </a:spcBef>
              <a:spcAft>
                <a:spcPts val="0"/>
              </a:spcAft>
              <a:buNone/>
            </a:pPr>
            <a:r>
              <a:rPr lang="en"/>
              <a:t>Reflections on Science Since 2023:  the Scientific </a:t>
            </a:r>
            <a:r>
              <a:rPr lang="en"/>
              <a:t>Roadmap</a:t>
            </a:r>
            <a:r>
              <a:rPr lang="en"/>
              <a:t> (Roadmap 2.0)</a:t>
            </a:r>
            <a:endParaRPr/>
          </a:p>
        </p:txBody>
      </p:sp>
      <p:sp>
        <p:nvSpPr>
          <p:cNvPr id="1226" name="Google Shape;1226;p164"/>
          <p:cNvSpPr txBox="1"/>
          <p:nvPr>
            <p:ph idx="1" type="body"/>
          </p:nvPr>
        </p:nvSpPr>
        <p:spPr>
          <a:xfrm>
            <a:off x="368550" y="1023490"/>
            <a:ext cx="8406900" cy="3943800"/>
          </a:xfrm>
          <a:prstGeom prst="rect">
            <a:avLst/>
          </a:prstGeom>
        </p:spPr>
        <p:txBody>
          <a:bodyPr anchorCtr="0" anchor="t" bIns="17125" lIns="34275" spcFirstLastPara="1" rIns="34275" wrap="square" tIns="17125">
            <a:noAutofit/>
          </a:bodyPr>
          <a:lstStyle/>
          <a:p>
            <a:pPr indent="-349250" lvl="0" marL="457200" rtl="0" algn="l">
              <a:lnSpc>
                <a:spcPct val="115000"/>
              </a:lnSpc>
              <a:spcBef>
                <a:spcPts val="400"/>
              </a:spcBef>
              <a:spcAft>
                <a:spcPts val="0"/>
              </a:spcAft>
              <a:buClr>
                <a:schemeClr val="dk1"/>
              </a:buClr>
              <a:buSzPts val="1900"/>
              <a:buChar char="●"/>
            </a:pPr>
            <a:r>
              <a:rPr lang="en" sz="1900"/>
              <a:t>Advances in multi-omics in disease understanding and diagnosis (mRNA, proteins, and metabolites)</a:t>
            </a:r>
            <a:endParaRPr sz="1900"/>
          </a:p>
          <a:p>
            <a:pPr indent="-349250" lvl="0" marL="457200" rtl="0" algn="l">
              <a:lnSpc>
                <a:spcPct val="115000"/>
              </a:lnSpc>
              <a:spcBef>
                <a:spcPts val="0"/>
              </a:spcBef>
              <a:spcAft>
                <a:spcPts val="0"/>
              </a:spcAft>
              <a:buClr>
                <a:schemeClr val="dk1"/>
              </a:buClr>
              <a:buSzPts val="1900"/>
              <a:buChar char="●"/>
            </a:pPr>
            <a:r>
              <a:rPr lang="en" sz="1900"/>
              <a:t>Advances in remote monitoring and digital health assessments</a:t>
            </a:r>
            <a:endParaRPr sz="1900"/>
          </a:p>
          <a:p>
            <a:pPr indent="-349250" lvl="0" marL="457200" rtl="0" algn="l">
              <a:lnSpc>
                <a:spcPct val="115000"/>
              </a:lnSpc>
              <a:spcBef>
                <a:spcPts val="0"/>
              </a:spcBef>
              <a:spcAft>
                <a:spcPts val="0"/>
              </a:spcAft>
              <a:buClr>
                <a:schemeClr val="dk1"/>
              </a:buClr>
              <a:buSzPts val="1900"/>
              <a:buChar char="●"/>
            </a:pPr>
            <a:r>
              <a:rPr lang="en" sz="1900"/>
              <a:t>Advances in imaging, radiomics, and AI interpretation</a:t>
            </a:r>
            <a:endParaRPr sz="1900"/>
          </a:p>
          <a:p>
            <a:pPr indent="-349250" lvl="0" marL="457200" rtl="0" algn="l">
              <a:lnSpc>
                <a:spcPct val="115000"/>
              </a:lnSpc>
              <a:spcBef>
                <a:spcPts val="0"/>
              </a:spcBef>
              <a:spcAft>
                <a:spcPts val="0"/>
              </a:spcAft>
              <a:buClr>
                <a:schemeClr val="dk1"/>
              </a:buClr>
              <a:buSzPts val="1900"/>
              <a:buChar char="●"/>
            </a:pPr>
            <a:r>
              <a:rPr lang="en" sz="1900"/>
              <a:t>AI, LLMs, foundation models, low code/no code, and insights</a:t>
            </a:r>
            <a:endParaRPr sz="1900"/>
          </a:p>
          <a:p>
            <a:pPr indent="-349250" lvl="0" marL="457200" rtl="0" algn="l">
              <a:lnSpc>
                <a:spcPct val="115000"/>
              </a:lnSpc>
              <a:spcBef>
                <a:spcPts val="0"/>
              </a:spcBef>
              <a:spcAft>
                <a:spcPts val="0"/>
              </a:spcAft>
              <a:buClr>
                <a:schemeClr val="dk1"/>
              </a:buClr>
              <a:buSzPts val="1900"/>
              <a:buChar char="●"/>
            </a:pPr>
            <a:r>
              <a:rPr lang="en" sz="1900"/>
              <a:t>Focus on the environmental impact on community health</a:t>
            </a:r>
            <a:endParaRPr sz="1900"/>
          </a:p>
          <a:p>
            <a:pPr indent="-349250" lvl="0" marL="457200" rtl="0" algn="l">
              <a:lnSpc>
                <a:spcPct val="115000"/>
              </a:lnSpc>
              <a:spcBef>
                <a:spcPts val="0"/>
              </a:spcBef>
              <a:spcAft>
                <a:spcPts val="0"/>
              </a:spcAft>
              <a:buClr>
                <a:schemeClr val="dk1"/>
              </a:buClr>
              <a:buSzPts val="1900"/>
              <a:buChar char="●"/>
            </a:pPr>
            <a:r>
              <a:rPr lang="en" sz="1900"/>
              <a:t>Holistic risk models (genetics, environment, social factors)\</a:t>
            </a:r>
            <a:endParaRPr sz="1900"/>
          </a:p>
          <a:p>
            <a:pPr indent="-349250" lvl="0" marL="457200" rtl="0" algn="l">
              <a:lnSpc>
                <a:spcPct val="115000"/>
              </a:lnSpc>
              <a:spcBef>
                <a:spcPts val="0"/>
              </a:spcBef>
              <a:spcAft>
                <a:spcPts val="0"/>
              </a:spcAft>
              <a:buClr>
                <a:schemeClr val="dk1"/>
              </a:buClr>
              <a:buSzPts val="1900"/>
              <a:buChar char="●"/>
            </a:pPr>
            <a:r>
              <a:rPr lang="en" sz="1900"/>
              <a:t>Nutrition, the microbiome, and chronic disease management</a:t>
            </a:r>
            <a:endParaRPr sz="1900"/>
          </a:p>
          <a:p>
            <a:pPr indent="-349250" lvl="0" marL="457200" rtl="0" algn="l">
              <a:lnSpc>
                <a:spcPct val="115000"/>
              </a:lnSpc>
              <a:spcBef>
                <a:spcPts val="0"/>
              </a:spcBef>
              <a:spcAft>
                <a:spcPts val="0"/>
              </a:spcAft>
              <a:buClr>
                <a:schemeClr val="dk1"/>
              </a:buClr>
              <a:buSzPts val="1900"/>
              <a:buChar char="●"/>
            </a:pPr>
            <a:r>
              <a:rPr lang="en" sz="1900"/>
              <a:t>Drug breakthroughs:  GLP1-RAs, Immunotherapies, AD monoclonals, SGLT2 inhibitors and heart failure, CRISPR</a:t>
            </a:r>
            <a:endParaRPr sz="1900"/>
          </a:p>
          <a:p>
            <a:pPr indent="457200" lvl="0" marL="2743200" rtl="0" algn="l">
              <a:lnSpc>
                <a:spcPct val="115000"/>
              </a:lnSpc>
              <a:spcBef>
                <a:spcPts val="400"/>
              </a:spcBef>
              <a:spcAft>
                <a:spcPts val="0"/>
              </a:spcAft>
              <a:buNone/>
            </a:pPr>
            <a:r>
              <a:rPr b="1" lang="en" sz="1900"/>
              <a:t>What’s missing??</a:t>
            </a:r>
            <a:endParaRPr b="1" sz="1900"/>
          </a:p>
          <a:p>
            <a:pPr indent="0" lvl="0" marL="457200" rtl="0" algn="l">
              <a:lnSpc>
                <a:spcPct val="115000"/>
              </a:lnSpc>
              <a:spcBef>
                <a:spcPts val="400"/>
              </a:spcBef>
              <a:spcAft>
                <a:spcPts val="0"/>
              </a:spcAft>
              <a:buNone/>
            </a:pPr>
            <a:r>
              <a:t/>
            </a:r>
            <a:endParaRPr sz="1900"/>
          </a:p>
          <a:p>
            <a:pPr indent="0" lvl="0" marL="457200" rtl="0" algn="l">
              <a:lnSpc>
                <a:spcPct val="115000"/>
              </a:lnSpc>
              <a:spcBef>
                <a:spcPts val="400"/>
              </a:spcBef>
              <a:spcAft>
                <a:spcPts val="0"/>
              </a:spcAft>
              <a:buNone/>
            </a:pPr>
            <a:r>
              <a:t/>
            </a:r>
            <a:endParaRPr sz="1900"/>
          </a:p>
          <a:p>
            <a:pPr indent="0" lvl="0" marL="457200" rtl="0" algn="l">
              <a:lnSpc>
                <a:spcPct val="115000"/>
              </a:lnSpc>
              <a:spcBef>
                <a:spcPts val="400"/>
              </a:spcBef>
              <a:spcAft>
                <a:spcPts val="0"/>
              </a:spcAft>
              <a:buNone/>
            </a:pPr>
            <a:r>
              <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65"/>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Key Questions for the Scientific Roadmap 2.0</a:t>
            </a:r>
            <a:endParaRPr/>
          </a:p>
        </p:txBody>
      </p:sp>
      <p:sp>
        <p:nvSpPr>
          <p:cNvPr id="1232" name="Google Shape;1232;p165"/>
          <p:cNvSpPr txBox="1"/>
          <p:nvPr>
            <p:ph idx="1" type="body"/>
          </p:nvPr>
        </p:nvSpPr>
        <p:spPr>
          <a:xfrm>
            <a:off x="324600" y="1077925"/>
            <a:ext cx="8494800" cy="3923400"/>
          </a:xfrm>
          <a:prstGeom prst="rect">
            <a:avLst/>
          </a:prstGeom>
        </p:spPr>
        <p:txBody>
          <a:bodyPr anchorCtr="0" anchor="t" bIns="0" lIns="0" spcFirstLastPara="1" rIns="0" wrap="square" tIns="0">
            <a:noAutofit/>
          </a:bodyPr>
          <a:lstStyle/>
          <a:p>
            <a:pPr indent="-368300" lvl="0" marL="457200" rtl="0" algn="l">
              <a:lnSpc>
                <a:spcPct val="150000"/>
              </a:lnSpc>
              <a:spcBef>
                <a:spcPts val="1200"/>
              </a:spcBef>
              <a:spcAft>
                <a:spcPts val="0"/>
              </a:spcAft>
              <a:buClr>
                <a:schemeClr val="dk1"/>
              </a:buClr>
              <a:buSzPts val="2200"/>
              <a:buChar char="●"/>
            </a:pPr>
            <a:r>
              <a:rPr lang="en" sz="2200">
                <a:solidFill>
                  <a:schemeClr val="dk1"/>
                </a:solidFill>
              </a:rPr>
              <a:t>What has changed since 2023 that warrants prioritization?</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 sz="2200">
                <a:solidFill>
                  <a:schemeClr val="dk1"/>
                </a:solidFill>
              </a:rPr>
              <a:t>What are the biggest data gaps?</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 sz="2200">
                <a:solidFill>
                  <a:schemeClr val="dk1"/>
                </a:solidFill>
              </a:rPr>
              <a:t>What are our expectations and strategies for research reproducibility?</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 sz="2200">
                <a:solidFill>
                  <a:schemeClr val="dk1"/>
                </a:solidFill>
              </a:rPr>
              <a:t>What new tools are needed?</a:t>
            </a:r>
            <a:endParaRPr sz="2200">
              <a:solidFill>
                <a:schemeClr val="dk1"/>
              </a:solidFill>
            </a:endParaRPr>
          </a:p>
          <a:p>
            <a:pPr indent="-368300" lvl="0" marL="457200" rtl="0" algn="l">
              <a:lnSpc>
                <a:spcPct val="115000"/>
              </a:lnSpc>
              <a:spcBef>
                <a:spcPts val="0"/>
              </a:spcBef>
              <a:spcAft>
                <a:spcPts val="0"/>
              </a:spcAft>
              <a:buClr>
                <a:schemeClr val="dk1"/>
              </a:buClr>
              <a:buSzPts val="2200"/>
              <a:buChar char="●"/>
            </a:pPr>
            <a:r>
              <a:rPr lang="en" sz="2200">
                <a:solidFill>
                  <a:schemeClr val="dk1"/>
                </a:solidFill>
              </a:rPr>
              <a:t>What exposures and outcome measures should we capture, and how do we demonstrate impact?</a:t>
            </a:r>
            <a:endParaRPr sz="2200">
              <a:solidFill>
                <a:schemeClr val="dk1"/>
              </a:solidFill>
            </a:endParaRPr>
          </a:p>
          <a:p>
            <a:pPr indent="-368300" lvl="0" marL="457200" rtl="0" algn="l">
              <a:lnSpc>
                <a:spcPct val="150000"/>
              </a:lnSpc>
              <a:spcBef>
                <a:spcPts val="0"/>
              </a:spcBef>
              <a:spcAft>
                <a:spcPts val="0"/>
              </a:spcAft>
              <a:buClr>
                <a:schemeClr val="dk1"/>
              </a:buClr>
              <a:buSzPts val="2200"/>
              <a:buChar char="●"/>
            </a:pPr>
            <a:r>
              <a:rPr lang="en" sz="2200">
                <a:solidFill>
                  <a:schemeClr val="dk1"/>
                </a:solidFill>
              </a:rPr>
              <a:t>Are the priority health domains still relevant?</a:t>
            </a:r>
            <a:endParaRPr sz="22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6" name="Shape 1236"/>
        <p:cNvGrpSpPr/>
        <p:nvPr/>
      </p:nvGrpSpPr>
      <p:grpSpPr>
        <a:xfrm>
          <a:off x="0" y="0"/>
          <a:ext cx="0" cy="0"/>
          <a:chOff x="0" y="0"/>
          <a:chExt cx="0" cy="0"/>
        </a:xfrm>
      </p:grpSpPr>
      <p:sp>
        <p:nvSpPr>
          <p:cNvPr id="1237" name="Google Shape;1237;p166"/>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lnSpc>
                <a:spcPct val="90000"/>
              </a:lnSpc>
              <a:spcBef>
                <a:spcPts val="400"/>
              </a:spcBef>
              <a:spcAft>
                <a:spcPts val="0"/>
              </a:spcAft>
              <a:buNone/>
            </a:pPr>
            <a:r>
              <a:rPr lang="en"/>
              <a:t>A Translational Science/Research Agenda for </a:t>
            </a:r>
            <a:r>
              <a:rPr i="1" lang="en"/>
              <a:t>All of Us</a:t>
            </a:r>
            <a:endParaRPr/>
          </a:p>
        </p:txBody>
      </p:sp>
      <p:sp>
        <p:nvSpPr>
          <p:cNvPr id="1238" name="Google Shape;1238;p166"/>
          <p:cNvSpPr txBox="1"/>
          <p:nvPr>
            <p:ph idx="1" type="body"/>
          </p:nvPr>
        </p:nvSpPr>
        <p:spPr>
          <a:xfrm>
            <a:off x="353196" y="1029729"/>
            <a:ext cx="8406900" cy="3377700"/>
          </a:xfrm>
          <a:prstGeom prst="rect">
            <a:avLst/>
          </a:prstGeom>
        </p:spPr>
        <p:txBody>
          <a:bodyPr anchorCtr="0" anchor="t" bIns="17125" lIns="34275" spcFirstLastPara="1" rIns="34275" wrap="square" tIns="17125">
            <a:noAutofit/>
          </a:bodyPr>
          <a:lstStyle/>
          <a:p>
            <a:pPr indent="-342900" lvl="0" marL="457200" rtl="0" algn="l">
              <a:spcBef>
                <a:spcPts val="400"/>
              </a:spcBef>
              <a:spcAft>
                <a:spcPts val="0"/>
              </a:spcAft>
              <a:buSzPts val="1800"/>
              <a:buChar char="●"/>
            </a:pPr>
            <a:r>
              <a:rPr lang="en" sz="1800"/>
              <a:t>Define impact metrics</a:t>
            </a:r>
            <a:endParaRPr sz="1800"/>
          </a:p>
          <a:p>
            <a:pPr indent="-342900" lvl="1" marL="914400" rtl="0" algn="l">
              <a:spcBef>
                <a:spcPts val="0"/>
              </a:spcBef>
              <a:spcAft>
                <a:spcPts val="0"/>
              </a:spcAft>
              <a:buSzPts val="1800"/>
              <a:buChar char="○"/>
            </a:pPr>
            <a:r>
              <a:rPr lang="en" sz="1800"/>
              <a:t>Individual level outcomes</a:t>
            </a:r>
            <a:endParaRPr sz="1800"/>
          </a:p>
          <a:p>
            <a:pPr indent="-342900" lvl="1" marL="914400" rtl="0" algn="l">
              <a:spcBef>
                <a:spcPts val="0"/>
              </a:spcBef>
              <a:spcAft>
                <a:spcPts val="0"/>
              </a:spcAft>
              <a:buSzPts val="1800"/>
              <a:buChar char="○"/>
            </a:pPr>
            <a:r>
              <a:rPr lang="en" sz="1800"/>
              <a:t>Population level outcomes</a:t>
            </a:r>
            <a:endParaRPr sz="1800"/>
          </a:p>
          <a:p>
            <a:pPr indent="-342900" lvl="1" marL="914400" rtl="0" algn="l">
              <a:spcBef>
                <a:spcPts val="0"/>
              </a:spcBef>
              <a:spcAft>
                <a:spcPts val="0"/>
              </a:spcAft>
              <a:buSzPts val="1800"/>
              <a:buChar char="○"/>
            </a:pPr>
            <a:r>
              <a:rPr lang="en" sz="1800"/>
              <a:t>Performance by demographics</a:t>
            </a:r>
            <a:endParaRPr sz="1800"/>
          </a:p>
          <a:p>
            <a:pPr indent="0" lvl="0" marL="914400" rtl="0" algn="l">
              <a:spcBef>
                <a:spcPts val="400"/>
              </a:spcBef>
              <a:spcAft>
                <a:spcPts val="0"/>
              </a:spcAft>
              <a:buNone/>
            </a:pPr>
            <a:r>
              <a:t/>
            </a:r>
            <a:endParaRPr sz="1800"/>
          </a:p>
          <a:p>
            <a:pPr indent="-342900" lvl="0" marL="457200" rtl="0" algn="l">
              <a:spcBef>
                <a:spcPts val="400"/>
              </a:spcBef>
              <a:spcAft>
                <a:spcPts val="0"/>
              </a:spcAft>
              <a:buSzPts val="1800"/>
              <a:buChar char="●"/>
            </a:pPr>
            <a:r>
              <a:rPr lang="en" sz="1800"/>
              <a:t>Establish a framework for translation (e.g., Translational Science Benefit Model)</a:t>
            </a:r>
            <a:endParaRPr sz="1800"/>
          </a:p>
          <a:p>
            <a:pPr indent="-342900" lvl="2" marL="1371600" rtl="0" algn="l">
              <a:spcBef>
                <a:spcPts val="0"/>
              </a:spcBef>
              <a:spcAft>
                <a:spcPts val="0"/>
              </a:spcAft>
              <a:buSzPts val="1800"/>
              <a:buChar char="■"/>
            </a:pPr>
            <a:r>
              <a:rPr lang="en" sz="1800"/>
              <a:t>Replication</a:t>
            </a:r>
            <a:endParaRPr sz="1800"/>
          </a:p>
          <a:p>
            <a:pPr indent="-342900" lvl="2" marL="1371600" rtl="0" algn="l">
              <a:spcBef>
                <a:spcPts val="0"/>
              </a:spcBef>
              <a:spcAft>
                <a:spcPts val="0"/>
              </a:spcAft>
              <a:buSzPts val="1800"/>
              <a:buChar char="■"/>
            </a:pPr>
            <a:r>
              <a:rPr lang="en" sz="1800"/>
              <a:t>Implementation partners</a:t>
            </a:r>
            <a:endParaRPr sz="1800"/>
          </a:p>
          <a:p>
            <a:pPr indent="-342900" lvl="2" marL="1371600" rtl="0" algn="l">
              <a:spcBef>
                <a:spcPts val="0"/>
              </a:spcBef>
              <a:spcAft>
                <a:spcPts val="0"/>
              </a:spcAft>
              <a:buSzPts val="1800"/>
              <a:buChar char="■"/>
            </a:pPr>
            <a:r>
              <a:rPr lang="en" sz="1800"/>
              <a:t>Outcomes (clinical, individual/personal, financial)</a:t>
            </a:r>
            <a:endParaRPr sz="1800"/>
          </a:p>
          <a:p>
            <a:pPr indent="0" lvl="0" marL="457200" rtl="0" algn="l">
              <a:spcBef>
                <a:spcPts val="400"/>
              </a:spcBef>
              <a:spcAft>
                <a:spcPts val="0"/>
              </a:spcAft>
              <a:buNone/>
            </a:pPr>
            <a:r>
              <a:t/>
            </a:r>
            <a:endParaRPr sz="1800"/>
          </a:p>
          <a:p>
            <a:pPr indent="-342900" lvl="0" marL="457200" rtl="0" algn="l">
              <a:spcBef>
                <a:spcPts val="400"/>
              </a:spcBef>
              <a:spcAft>
                <a:spcPts val="0"/>
              </a:spcAft>
              <a:buSzPts val="1800"/>
              <a:buChar char="●"/>
            </a:pPr>
            <a:r>
              <a:rPr lang="en" sz="1800"/>
              <a:t>Prioritized Use Cases </a:t>
            </a:r>
            <a:endParaRPr sz="1800"/>
          </a:p>
          <a:p>
            <a:pPr indent="-342900" lvl="1" marL="914400" rtl="0" algn="l">
              <a:spcBef>
                <a:spcPts val="0"/>
              </a:spcBef>
              <a:spcAft>
                <a:spcPts val="0"/>
              </a:spcAft>
              <a:buSzPts val="1800"/>
              <a:buChar char="○"/>
            </a:pPr>
            <a:r>
              <a:rPr lang="en" sz="1800"/>
              <a:t>Designs that impact deciders</a:t>
            </a:r>
            <a:endParaRPr sz="1800"/>
          </a:p>
          <a:p>
            <a:pPr indent="0" lvl="0" marL="457200" rtl="0" algn="l">
              <a:spcBef>
                <a:spcPts val="400"/>
              </a:spcBef>
              <a:spcAft>
                <a:spcPts val="0"/>
              </a:spcAft>
              <a:buNone/>
            </a:pPr>
            <a:r>
              <a:t/>
            </a:r>
            <a:endParaRPr sz="1800"/>
          </a:p>
          <a:p>
            <a:pPr indent="-342900" lvl="0" marL="457200" rtl="0" algn="l">
              <a:spcBef>
                <a:spcPts val="400"/>
              </a:spcBef>
              <a:spcAft>
                <a:spcPts val="0"/>
              </a:spcAft>
              <a:buSzPts val="1800"/>
              <a:buChar char="●"/>
            </a:pPr>
            <a:r>
              <a:rPr lang="en" sz="1800"/>
              <a:t>Strategic partners</a:t>
            </a:r>
            <a:endParaRPr sz="1800"/>
          </a:p>
          <a:p>
            <a:pPr indent="0" lvl="0" marL="914400" rtl="0" algn="l">
              <a:spcBef>
                <a:spcPts val="400"/>
              </a:spcBef>
              <a:spcAft>
                <a:spcPts val="0"/>
              </a:spcAft>
              <a:buNone/>
            </a:pPr>
            <a:r>
              <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67"/>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Translational Science and All of Us</a:t>
            </a:r>
            <a:endParaRPr/>
          </a:p>
        </p:txBody>
      </p:sp>
      <p:sp>
        <p:nvSpPr>
          <p:cNvPr id="1244" name="Google Shape;1244;p167"/>
          <p:cNvSpPr txBox="1"/>
          <p:nvPr>
            <p:ph idx="1" type="body"/>
          </p:nvPr>
        </p:nvSpPr>
        <p:spPr>
          <a:xfrm>
            <a:off x="247896" y="1278207"/>
            <a:ext cx="8406900" cy="3377700"/>
          </a:xfrm>
          <a:prstGeom prst="rect">
            <a:avLst/>
          </a:prstGeom>
        </p:spPr>
        <p:txBody>
          <a:bodyPr anchorCtr="0" anchor="t" bIns="17125" lIns="34275" spcFirstLastPara="1" rIns="34275" wrap="square" tIns="17125">
            <a:normAutofit/>
          </a:bodyPr>
          <a:lstStyle/>
          <a:p>
            <a:pPr indent="-355600" lvl="0" marL="457200" rtl="0" algn="l">
              <a:spcBef>
                <a:spcPts val="400"/>
              </a:spcBef>
              <a:spcAft>
                <a:spcPts val="0"/>
              </a:spcAft>
              <a:buSzPts val="2000"/>
              <a:buChar char="●"/>
            </a:pPr>
            <a:r>
              <a:rPr lang="en" sz="2000"/>
              <a:t>Across the TSBMs four domains, which are in the All of Us wheelhouse for our focus?</a:t>
            </a:r>
            <a:endParaRPr sz="2000"/>
          </a:p>
          <a:p>
            <a:pPr indent="0" lvl="0" marL="0" rtl="0" algn="l">
              <a:spcBef>
                <a:spcPts val="400"/>
              </a:spcBef>
              <a:spcAft>
                <a:spcPts val="0"/>
              </a:spcAft>
              <a:buNone/>
            </a:pPr>
            <a:r>
              <a:t/>
            </a:r>
            <a:endParaRPr sz="2000"/>
          </a:p>
          <a:p>
            <a:pPr indent="-355600" lvl="0" marL="457200" rtl="0" algn="l">
              <a:spcBef>
                <a:spcPts val="400"/>
              </a:spcBef>
              <a:spcAft>
                <a:spcPts val="0"/>
              </a:spcAft>
              <a:buSzPts val="2000"/>
              <a:buChar char="●"/>
            </a:pPr>
            <a:r>
              <a:rPr lang="en" sz="2000"/>
              <a:t>What is the explicit pathway for translation from an All of Us output to real world benefit and what partners would be required?</a:t>
            </a:r>
            <a:endParaRPr sz="2000"/>
          </a:p>
          <a:p>
            <a:pPr indent="0" lvl="0" marL="457200" rtl="0" algn="l">
              <a:spcBef>
                <a:spcPts val="400"/>
              </a:spcBef>
              <a:spcAft>
                <a:spcPts val="0"/>
              </a:spcAft>
              <a:buNone/>
            </a:pPr>
            <a:r>
              <a:t/>
            </a:r>
            <a:endParaRPr sz="2000"/>
          </a:p>
          <a:p>
            <a:pPr indent="-355600" lvl="0" marL="457200" rtl="0" algn="l">
              <a:spcBef>
                <a:spcPts val="400"/>
              </a:spcBef>
              <a:spcAft>
                <a:spcPts val="0"/>
              </a:spcAft>
              <a:buSzPts val="2000"/>
              <a:buChar char="●"/>
            </a:pPr>
            <a:r>
              <a:rPr lang="en" sz="2000"/>
              <a:t>How can we address the potential for bias in translation to assure we stay true to our mission: “.. enabling individualized prevention, treatment, and care </a:t>
            </a:r>
            <a:r>
              <a:rPr lang="en" sz="2000" u="sng"/>
              <a:t>for all of us</a:t>
            </a:r>
            <a:r>
              <a:rPr lang="en" sz="2000"/>
              <a:t>.” </a:t>
            </a:r>
            <a:endParaRPr sz="2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168"/>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lnSpc>
                <a:spcPct val="90000"/>
              </a:lnSpc>
              <a:spcBef>
                <a:spcPts val="400"/>
              </a:spcBef>
              <a:spcAft>
                <a:spcPts val="0"/>
              </a:spcAft>
              <a:buNone/>
            </a:pPr>
            <a:r>
              <a:rPr lang="en"/>
              <a:t>Prioritization of AI Tools to Support Researchers on the Researcher Workbench</a:t>
            </a:r>
            <a:endParaRPr/>
          </a:p>
        </p:txBody>
      </p:sp>
      <p:sp>
        <p:nvSpPr>
          <p:cNvPr id="1250" name="Google Shape;1250;p168"/>
          <p:cNvSpPr txBox="1"/>
          <p:nvPr>
            <p:ph idx="1" type="body"/>
          </p:nvPr>
        </p:nvSpPr>
        <p:spPr>
          <a:xfrm>
            <a:off x="353200" y="1047325"/>
            <a:ext cx="8406900" cy="3524400"/>
          </a:xfrm>
          <a:prstGeom prst="rect">
            <a:avLst/>
          </a:prstGeom>
        </p:spPr>
        <p:txBody>
          <a:bodyPr anchorCtr="0" anchor="t" bIns="17125" lIns="34275" spcFirstLastPara="1" rIns="34275" wrap="square" tIns="17125">
            <a:noAutofit/>
          </a:bodyPr>
          <a:lstStyle/>
          <a:p>
            <a:pPr indent="-330200" lvl="0" marL="457200" rtl="0" algn="l">
              <a:spcBef>
                <a:spcPts val="400"/>
              </a:spcBef>
              <a:spcAft>
                <a:spcPts val="0"/>
              </a:spcAft>
              <a:buSzPts val="1600"/>
              <a:buChar char="●"/>
            </a:pPr>
            <a:r>
              <a:rPr lang="en" sz="1600"/>
              <a:t>What are the top 3-5 priorities for AI applications to advance the researchers’ agenda?</a:t>
            </a:r>
            <a:endParaRPr sz="1600"/>
          </a:p>
          <a:p>
            <a:pPr indent="0" lvl="0" marL="457200" rtl="0" algn="l">
              <a:spcBef>
                <a:spcPts val="400"/>
              </a:spcBef>
              <a:spcAft>
                <a:spcPts val="0"/>
              </a:spcAft>
              <a:buNone/>
            </a:pPr>
            <a:r>
              <a:t/>
            </a:r>
            <a:endParaRPr sz="1600"/>
          </a:p>
          <a:p>
            <a:pPr indent="-330200" lvl="0" marL="457200" rtl="0" algn="l">
              <a:spcBef>
                <a:spcPts val="400"/>
              </a:spcBef>
              <a:spcAft>
                <a:spcPts val="0"/>
              </a:spcAft>
              <a:buSzPts val="1600"/>
              <a:buChar char="●"/>
            </a:pPr>
            <a:r>
              <a:rPr lang="en" sz="1600"/>
              <a:t>What roles do an AI assistant (co-scientist), agentic AI, and foundation models play?</a:t>
            </a:r>
            <a:endParaRPr sz="1600"/>
          </a:p>
          <a:p>
            <a:pPr indent="0" lvl="0" marL="457200" rtl="0" algn="l">
              <a:spcBef>
                <a:spcPts val="400"/>
              </a:spcBef>
              <a:spcAft>
                <a:spcPts val="0"/>
              </a:spcAft>
              <a:buNone/>
            </a:pPr>
            <a:r>
              <a:t/>
            </a:r>
            <a:endParaRPr sz="1600"/>
          </a:p>
          <a:p>
            <a:pPr indent="-330200" lvl="1" marL="914400" rtl="0" algn="l">
              <a:spcBef>
                <a:spcPts val="200"/>
              </a:spcBef>
              <a:spcAft>
                <a:spcPts val="0"/>
              </a:spcAft>
              <a:buSzPts val="1600"/>
              <a:buChar char="○"/>
            </a:pPr>
            <a:r>
              <a:rPr lang="en" sz="1600" u="sng"/>
              <a:t>Co-scientist: </a:t>
            </a:r>
            <a:r>
              <a:rPr lang="en" sz="1600"/>
              <a:t> helps with tasks (no control of input or output); example, the co-scientists makes suggestions (code and logic) on how to build a specific cohort.</a:t>
            </a:r>
            <a:endParaRPr sz="1600"/>
          </a:p>
          <a:p>
            <a:pPr indent="-330200" lvl="1" marL="914400" rtl="0" algn="l">
              <a:spcBef>
                <a:spcPts val="0"/>
              </a:spcBef>
              <a:spcAft>
                <a:spcPts val="0"/>
              </a:spcAft>
              <a:buSzPts val="1600"/>
              <a:buChar char="○"/>
            </a:pPr>
            <a:r>
              <a:rPr lang="en" sz="1600" u="sng"/>
              <a:t>Agentic AI:</a:t>
            </a:r>
            <a:r>
              <a:rPr lang="en" sz="1600"/>
              <a:t>  A system that facilitates tasks for users (a workflow/tools assistant); example, for replication of a finding the agent will build the workspaces, data, and analysis interacting with the user at each step.</a:t>
            </a:r>
            <a:endParaRPr sz="1600"/>
          </a:p>
          <a:p>
            <a:pPr indent="-330200" lvl="1" marL="914400" rtl="0" algn="l">
              <a:spcBef>
                <a:spcPts val="0"/>
              </a:spcBef>
              <a:spcAft>
                <a:spcPts val="0"/>
              </a:spcAft>
              <a:buSzPts val="1600"/>
              <a:buChar char="○"/>
            </a:pPr>
            <a:r>
              <a:rPr lang="en" sz="1600" u="sng"/>
              <a:t>Foundation Model: </a:t>
            </a:r>
            <a:r>
              <a:rPr lang="en" sz="1600"/>
              <a:t> A pre-trained model on the data set that learns and can be adapted by the user.  Example, a researcher requests the model to train a classifier and does not need to pre-specify the features in the model</a:t>
            </a:r>
            <a:endParaRPr sz="1600"/>
          </a:p>
          <a:p>
            <a:pPr indent="0" lvl="0" marL="0" rtl="0" algn="l">
              <a:spcBef>
                <a:spcPts val="400"/>
              </a:spcBef>
              <a:spcAft>
                <a:spcPts val="0"/>
              </a:spcAft>
              <a:buNone/>
            </a:pPr>
            <a:r>
              <a:t/>
            </a:r>
            <a:endParaRPr sz="1600"/>
          </a:p>
          <a:p>
            <a:pPr indent="-330200" lvl="0" marL="457200" rtl="0" algn="l">
              <a:spcBef>
                <a:spcPts val="400"/>
              </a:spcBef>
              <a:spcAft>
                <a:spcPts val="0"/>
              </a:spcAft>
              <a:buSzPts val="1600"/>
              <a:buChar char="●"/>
            </a:pPr>
            <a:r>
              <a:rPr lang="en" sz="1600"/>
              <a:t>How can AI make it easy for the mainstream researchers to use All of Us data</a:t>
            </a:r>
            <a:endParaRPr sz="1600"/>
          </a:p>
          <a:p>
            <a:pPr indent="-330200" lvl="1" marL="914400" rtl="0" algn="l">
              <a:spcBef>
                <a:spcPts val="0"/>
              </a:spcBef>
              <a:spcAft>
                <a:spcPts val="0"/>
              </a:spcAft>
              <a:buSzPts val="1600"/>
              <a:buChar char="○"/>
            </a:pPr>
            <a:r>
              <a:rPr lang="en" sz="1600"/>
              <a:t>AI user interfaces to reduce friction and increase productivity</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69"/>
          <p:cNvSpPr txBox="1"/>
          <p:nvPr>
            <p:ph type="title"/>
          </p:nvPr>
        </p:nvSpPr>
        <p:spPr>
          <a:xfrm>
            <a:off x="349404" y="151515"/>
            <a:ext cx="8447100" cy="55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Closing the </a:t>
            </a:r>
            <a:r>
              <a:rPr i="1" lang="en"/>
              <a:t>All of Us</a:t>
            </a:r>
            <a:r>
              <a:rPr lang="en"/>
              <a:t> Scientific Communications Gap</a:t>
            </a:r>
            <a:endParaRPr/>
          </a:p>
        </p:txBody>
      </p:sp>
      <p:sp>
        <p:nvSpPr>
          <p:cNvPr id="1256" name="Google Shape;1256;p169"/>
          <p:cNvSpPr txBox="1"/>
          <p:nvPr>
            <p:ph idx="1" type="body"/>
          </p:nvPr>
        </p:nvSpPr>
        <p:spPr>
          <a:xfrm>
            <a:off x="247896" y="1048007"/>
            <a:ext cx="8406900" cy="3377700"/>
          </a:xfrm>
          <a:prstGeom prst="rect">
            <a:avLst/>
          </a:prstGeom>
        </p:spPr>
        <p:txBody>
          <a:bodyPr anchorCtr="0" anchor="t" bIns="17125" lIns="34275" spcFirstLastPara="1" rIns="34275" wrap="square" tIns="17125">
            <a:noAutofit/>
          </a:bodyPr>
          <a:lstStyle/>
          <a:p>
            <a:pPr indent="-336550" lvl="0" marL="457200" rtl="0" algn="l">
              <a:spcBef>
                <a:spcPts val="400"/>
              </a:spcBef>
              <a:spcAft>
                <a:spcPts val="0"/>
              </a:spcAft>
              <a:buSzPts val="1700"/>
              <a:buChar char="●"/>
            </a:pPr>
            <a:r>
              <a:rPr lang="en" sz="1700"/>
              <a:t>Who are we trying to reach and what (behavior) change are we seeking to impact?</a:t>
            </a:r>
            <a:endParaRPr sz="1700"/>
          </a:p>
          <a:p>
            <a:pPr indent="0" lvl="0" marL="0" rtl="0" algn="l">
              <a:spcBef>
                <a:spcPts val="400"/>
              </a:spcBef>
              <a:spcAft>
                <a:spcPts val="0"/>
              </a:spcAft>
              <a:buNone/>
            </a:pPr>
            <a:r>
              <a:t/>
            </a:r>
            <a:endParaRPr sz="1700"/>
          </a:p>
          <a:p>
            <a:pPr indent="-336550" lvl="0" marL="457200" rtl="0" algn="l">
              <a:spcBef>
                <a:spcPts val="400"/>
              </a:spcBef>
              <a:spcAft>
                <a:spcPts val="0"/>
              </a:spcAft>
              <a:buSzPts val="1700"/>
              <a:buChar char="●"/>
            </a:pPr>
            <a:r>
              <a:rPr lang="en" sz="1700"/>
              <a:t>What the 3-5 key dissemination products we can stand up that do not require a communications group to run?</a:t>
            </a:r>
            <a:endParaRPr sz="1700"/>
          </a:p>
          <a:p>
            <a:pPr indent="-336550" lvl="1" marL="914400" rtl="0" algn="l">
              <a:spcBef>
                <a:spcPts val="0"/>
              </a:spcBef>
              <a:spcAft>
                <a:spcPts val="0"/>
              </a:spcAft>
              <a:buSzPts val="1700"/>
              <a:buChar char="○"/>
            </a:pPr>
            <a:r>
              <a:rPr lang="en" sz="1700"/>
              <a:t>On the workbench</a:t>
            </a:r>
            <a:endParaRPr sz="1700"/>
          </a:p>
          <a:p>
            <a:pPr indent="-336550" lvl="1" marL="914400" rtl="0" algn="l">
              <a:spcBef>
                <a:spcPts val="0"/>
              </a:spcBef>
              <a:spcAft>
                <a:spcPts val="0"/>
              </a:spcAft>
              <a:buSzPts val="1700"/>
              <a:buChar char="○"/>
            </a:pPr>
            <a:r>
              <a:rPr lang="en" sz="1700"/>
              <a:t>In various media (journals/social)</a:t>
            </a:r>
            <a:endParaRPr sz="1700"/>
          </a:p>
          <a:p>
            <a:pPr indent="-336550" lvl="1" marL="914400" rtl="0" algn="l">
              <a:spcBef>
                <a:spcPts val="0"/>
              </a:spcBef>
              <a:spcAft>
                <a:spcPts val="0"/>
              </a:spcAft>
              <a:buSzPts val="1700"/>
              <a:buChar char="○"/>
            </a:pPr>
            <a:r>
              <a:rPr lang="en" sz="1700"/>
              <a:t>Conferences and other speaking opportunities</a:t>
            </a:r>
            <a:endParaRPr sz="1700"/>
          </a:p>
          <a:p>
            <a:pPr indent="-336550" lvl="1" marL="914400" rtl="0" algn="l">
              <a:spcBef>
                <a:spcPts val="0"/>
              </a:spcBef>
              <a:spcAft>
                <a:spcPts val="0"/>
              </a:spcAft>
              <a:buSzPts val="1700"/>
              <a:buChar char="○"/>
            </a:pPr>
            <a:r>
              <a:rPr lang="en" sz="1700"/>
              <a:t>Newsletters</a:t>
            </a:r>
            <a:endParaRPr sz="1700"/>
          </a:p>
          <a:p>
            <a:pPr indent="-336550" lvl="1" marL="914400" rtl="0" algn="l">
              <a:spcBef>
                <a:spcPts val="0"/>
              </a:spcBef>
              <a:spcAft>
                <a:spcPts val="0"/>
              </a:spcAft>
              <a:buSzPts val="1700"/>
              <a:buChar char="○"/>
            </a:pPr>
            <a:r>
              <a:rPr lang="en" sz="1700"/>
              <a:t>Workshops</a:t>
            </a:r>
            <a:endParaRPr sz="1700"/>
          </a:p>
          <a:p>
            <a:pPr indent="-336550" lvl="1" marL="914400" rtl="0" algn="l">
              <a:spcBef>
                <a:spcPts val="0"/>
              </a:spcBef>
              <a:spcAft>
                <a:spcPts val="0"/>
              </a:spcAft>
              <a:buSzPts val="1700"/>
              <a:buChar char="○"/>
            </a:pPr>
            <a:r>
              <a:rPr lang="en" sz="1700"/>
              <a:t>Others ?</a:t>
            </a:r>
            <a:endParaRPr sz="1700"/>
          </a:p>
          <a:p>
            <a:pPr indent="0" lvl="0" marL="0" rtl="0" algn="l">
              <a:spcBef>
                <a:spcPts val="400"/>
              </a:spcBef>
              <a:spcAft>
                <a:spcPts val="0"/>
              </a:spcAft>
              <a:buNone/>
            </a:pPr>
            <a:r>
              <a:t/>
            </a:r>
            <a:endParaRPr sz="1700"/>
          </a:p>
          <a:p>
            <a:pPr indent="-336550" lvl="0" marL="457200" rtl="0" algn="l">
              <a:spcBef>
                <a:spcPts val="400"/>
              </a:spcBef>
              <a:spcAft>
                <a:spcPts val="0"/>
              </a:spcAft>
              <a:buSzPts val="1700"/>
              <a:buChar char="●"/>
            </a:pPr>
            <a:r>
              <a:rPr lang="en" sz="1700"/>
              <a:t>How do we measure the impact of our communications with researchers</a:t>
            </a:r>
            <a:endParaRPr sz="1700"/>
          </a:p>
          <a:p>
            <a:pPr indent="0" lvl="0" marL="457200" rtl="0" algn="l">
              <a:spcBef>
                <a:spcPts val="400"/>
              </a:spcBef>
              <a:spcAft>
                <a:spcPts val="0"/>
              </a:spcAft>
              <a:buNone/>
            </a:pPr>
            <a:r>
              <a:t/>
            </a:r>
            <a:endParaRPr sz="1700"/>
          </a:p>
          <a:p>
            <a:pPr indent="-336550" lvl="0" marL="457200" rtl="0" algn="l">
              <a:spcBef>
                <a:spcPts val="400"/>
              </a:spcBef>
              <a:spcAft>
                <a:spcPts val="0"/>
              </a:spcAft>
              <a:buSzPts val="1700"/>
              <a:buChar char="●"/>
            </a:pPr>
            <a:r>
              <a:rPr lang="en" sz="1700"/>
              <a:t>What can you do locally to help?</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All of Us Deck Template 120516">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7_Section 07 (light green)">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5_Section 05 (blue)">
  <a:themeElements>
    <a:clrScheme name="All of Us 082516">
      <a:dk1>
        <a:srgbClr val="262261"/>
      </a:dk1>
      <a:lt1>
        <a:srgbClr val="FFFFFF"/>
      </a:lt1>
      <a:dk2>
        <a:srgbClr val="3E8EDE"/>
      </a:dk2>
      <a:lt2>
        <a:srgbClr val="F1F2F2"/>
      </a:lt2>
      <a:accent1>
        <a:srgbClr val="262261"/>
      </a:accent1>
      <a:accent2>
        <a:srgbClr val="3E8EDE"/>
      </a:accent2>
      <a:accent3>
        <a:srgbClr val="BFBFBF"/>
      </a:accent3>
      <a:accent4>
        <a:srgbClr val="ED2024"/>
      </a:accent4>
      <a:accent5>
        <a:srgbClr val="919191"/>
      </a:accent5>
      <a:accent6>
        <a:srgbClr val="441114"/>
      </a:accent6>
      <a:hlink>
        <a:srgbClr val="262261"/>
      </a:hlink>
      <a:folHlink>
        <a:srgbClr val="4411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itle Section">
  <a:themeElements>
    <a:clrScheme name="All of Us">
      <a:dk1>
        <a:srgbClr val="262261"/>
      </a:dk1>
      <a:lt1>
        <a:srgbClr val="FFFFFF"/>
      </a:lt1>
      <a:dk2>
        <a:srgbClr val="5EAEE1"/>
      </a:dk2>
      <a:lt2>
        <a:srgbClr val="F1F2F2"/>
      </a:lt2>
      <a:accent1>
        <a:srgbClr val="79C799"/>
      </a:accent1>
      <a:accent2>
        <a:srgbClr val="F68D76"/>
      </a:accent2>
      <a:accent3>
        <a:srgbClr val="FFDD7F"/>
      </a:accent3>
      <a:accent4>
        <a:srgbClr val="F2718C"/>
      </a:accent4>
      <a:accent5>
        <a:srgbClr val="A27DB7"/>
      </a:accent5>
      <a:accent6>
        <a:srgbClr val="206FB3"/>
      </a:accent6>
      <a:hlink>
        <a:srgbClr val="206FB4"/>
      </a:hlink>
      <a:folHlink>
        <a:srgbClr val="26226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