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3" r:id="rId6"/>
    <p:sldMasterId id="2147483674" r:id="rId7"/>
    <p:sldMasterId id="2147483675"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2" r:id="rId86"/>
    <p:sldId id="333" r:id="rId87"/>
    <p:sldId id="334" r:id="rId88"/>
    <p:sldId id="335" r:id="rId89"/>
    <p:sldId id="336" r:id="rId90"/>
    <p:sldId id="337" r:id="rId91"/>
    <p:sldId id="338" r:id="rId92"/>
    <p:sldId id="339" r:id="rId93"/>
    <p:sldId id="340" r:id="rId94"/>
    <p:sldId id="341" r:id="rId95"/>
    <p:sldId id="342" r:id="rId96"/>
    <p:sldId id="343" r:id="rId97"/>
    <p:sldId id="344" r:id="rId98"/>
    <p:sldId id="345" r:id="rId99"/>
    <p:sldId id="346" r:id="rId100"/>
    <p:sldId id="347" r:id="rId10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Lina Suliema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F72A87E-A3FF-4E5E-B4B5-989F89C345AF}">
  <a:tblStyle styleId="{1F72A87E-A3FF-4E5E-B4B5-989F89C345A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21075E54-8EE1-4DF8-AC3F-35C2FC0C33FF}"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101" Type="http://schemas.openxmlformats.org/officeDocument/2006/relationships/slide" Target="slides/slide92.xml"/><Relationship Id="rId100" Type="http://schemas.openxmlformats.org/officeDocument/2006/relationships/slide" Target="slides/slide91.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95" Type="http://schemas.openxmlformats.org/officeDocument/2006/relationships/slide" Target="slides/slide86.xml"/><Relationship Id="rId94" Type="http://schemas.openxmlformats.org/officeDocument/2006/relationships/slide" Target="slides/slide85.xml"/><Relationship Id="rId97" Type="http://schemas.openxmlformats.org/officeDocument/2006/relationships/slide" Target="slides/slide88.xml"/><Relationship Id="rId96" Type="http://schemas.openxmlformats.org/officeDocument/2006/relationships/slide" Target="slides/slide87.xml"/><Relationship Id="rId11" Type="http://schemas.openxmlformats.org/officeDocument/2006/relationships/slide" Target="slides/slide2.xml"/><Relationship Id="rId99" Type="http://schemas.openxmlformats.org/officeDocument/2006/relationships/slide" Target="slides/slide90.xml"/><Relationship Id="rId10" Type="http://schemas.openxmlformats.org/officeDocument/2006/relationships/slide" Target="slides/slide1.xml"/><Relationship Id="rId98" Type="http://schemas.openxmlformats.org/officeDocument/2006/relationships/slide" Target="slides/slide89.xml"/><Relationship Id="rId13" Type="http://schemas.openxmlformats.org/officeDocument/2006/relationships/slide" Target="slides/slide4.xml"/><Relationship Id="rId12" Type="http://schemas.openxmlformats.org/officeDocument/2006/relationships/slide" Target="slides/slide3.xml"/><Relationship Id="rId91" Type="http://schemas.openxmlformats.org/officeDocument/2006/relationships/slide" Target="slides/slide82.xml"/><Relationship Id="rId90" Type="http://schemas.openxmlformats.org/officeDocument/2006/relationships/slide" Target="slides/slide81.xml"/><Relationship Id="rId93" Type="http://schemas.openxmlformats.org/officeDocument/2006/relationships/slide" Target="slides/slide84.xml"/><Relationship Id="rId92" Type="http://schemas.openxmlformats.org/officeDocument/2006/relationships/slide" Target="slides/slide83.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 Id="rId84" Type="http://schemas.openxmlformats.org/officeDocument/2006/relationships/slide" Target="slides/slide75.xml"/><Relationship Id="rId83" Type="http://schemas.openxmlformats.org/officeDocument/2006/relationships/slide" Target="slides/slide74.xml"/><Relationship Id="rId86" Type="http://schemas.openxmlformats.org/officeDocument/2006/relationships/slide" Target="slides/slide77.xml"/><Relationship Id="rId85" Type="http://schemas.openxmlformats.org/officeDocument/2006/relationships/slide" Target="slides/slide76.xml"/><Relationship Id="rId88" Type="http://schemas.openxmlformats.org/officeDocument/2006/relationships/slide" Target="slides/slide79.xml"/><Relationship Id="rId87" Type="http://schemas.openxmlformats.org/officeDocument/2006/relationships/slide" Target="slides/slide78.xml"/><Relationship Id="rId89" Type="http://schemas.openxmlformats.org/officeDocument/2006/relationships/slide" Target="slides/slide80.xml"/><Relationship Id="rId80" Type="http://schemas.openxmlformats.org/officeDocument/2006/relationships/slide" Target="slides/slide71.xml"/><Relationship Id="rId82" Type="http://schemas.openxmlformats.org/officeDocument/2006/relationships/slide" Target="slides/slide73.xml"/><Relationship Id="rId81" Type="http://schemas.openxmlformats.org/officeDocument/2006/relationships/slide" Target="slides/slide72.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slideMaster" Target="slideMasters/slideMaster3.xml"/><Relationship Id="rId73" Type="http://schemas.openxmlformats.org/officeDocument/2006/relationships/slide" Target="slides/slide64.xml"/><Relationship Id="rId72" Type="http://schemas.openxmlformats.org/officeDocument/2006/relationships/slide" Target="slides/slide63.xml"/><Relationship Id="rId75" Type="http://schemas.openxmlformats.org/officeDocument/2006/relationships/slide" Target="slides/slide66.xml"/><Relationship Id="rId74" Type="http://schemas.openxmlformats.org/officeDocument/2006/relationships/slide" Target="slides/slide65.xml"/><Relationship Id="rId77" Type="http://schemas.openxmlformats.org/officeDocument/2006/relationships/slide" Target="slides/slide68.xml"/><Relationship Id="rId76" Type="http://schemas.openxmlformats.org/officeDocument/2006/relationships/slide" Target="slides/slide67.xml"/><Relationship Id="rId79" Type="http://schemas.openxmlformats.org/officeDocument/2006/relationships/slide" Target="slides/slide70.xml"/><Relationship Id="rId78" Type="http://schemas.openxmlformats.org/officeDocument/2006/relationships/slide" Target="slides/slide69.xml"/><Relationship Id="rId71" Type="http://schemas.openxmlformats.org/officeDocument/2006/relationships/slide" Target="slides/slide62.xml"/><Relationship Id="rId70" Type="http://schemas.openxmlformats.org/officeDocument/2006/relationships/slide" Target="slides/slide61.xml"/><Relationship Id="rId62" Type="http://schemas.openxmlformats.org/officeDocument/2006/relationships/slide" Target="slides/slide53.xml"/><Relationship Id="rId61" Type="http://schemas.openxmlformats.org/officeDocument/2006/relationships/slide" Target="slides/slide52.xml"/><Relationship Id="rId64" Type="http://schemas.openxmlformats.org/officeDocument/2006/relationships/slide" Target="slides/slide55.xml"/><Relationship Id="rId63" Type="http://schemas.openxmlformats.org/officeDocument/2006/relationships/slide" Target="slides/slide54.xml"/><Relationship Id="rId66" Type="http://schemas.openxmlformats.org/officeDocument/2006/relationships/slide" Target="slides/slide57.xml"/><Relationship Id="rId65" Type="http://schemas.openxmlformats.org/officeDocument/2006/relationships/slide" Target="slides/slide56.xml"/><Relationship Id="rId68" Type="http://schemas.openxmlformats.org/officeDocument/2006/relationships/slide" Target="slides/slide59.xml"/><Relationship Id="rId67" Type="http://schemas.openxmlformats.org/officeDocument/2006/relationships/slide" Target="slides/slide58.xml"/><Relationship Id="rId60" Type="http://schemas.openxmlformats.org/officeDocument/2006/relationships/slide" Target="slides/slide51.xml"/><Relationship Id="rId69" Type="http://schemas.openxmlformats.org/officeDocument/2006/relationships/slide" Target="slides/slide6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55" Type="http://schemas.openxmlformats.org/officeDocument/2006/relationships/slide" Target="slides/slide46.xml"/><Relationship Id="rId54" Type="http://schemas.openxmlformats.org/officeDocument/2006/relationships/slide" Target="slides/slide45.xml"/><Relationship Id="rId57" Type="http://schemas.openxmlformats.org/officeDocument/2006/relationships/slide" Target="slides/slide48.xml"/><Relationship Id="rId56" Type="http://schemas.openxmlformats.org/officeDocument/2006/relationships/slide" Target="slides/slide47.xml"/><Relationship Id="rId59" Type="http://schemas.openxmlformats.org/officeDocument/2006/relationships/slide" Target="slides/slide50.xml"/><Relationship Id="rId58" Type="http://schemas.openxmlformats.org/officeDocument/2006/relationships/slide" Target="slides/slide49.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3-04-13T19:46:36.427">
    <p:pos x="214" y="469"/>
    <p:text>Link projects to publicatiosn in Pubmed 
Grants: looking for grant keywords</p:text>
  </p:cm>
  <p:cm authorId="0" idx="2" dt="2023-04-13T19:46:36.427">
    <p:pos x="214" y="469"/>
    <p:text>8 projects mentioned grant</p:text>
  </p:cm>
  <p:cm authorId="0" idx="3" dt="2023-04-13T18:38:57.952">
    <p:pos x="214" y="569"/>
    <p:text>build model to predict the cost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p1:notes"/>
          <p:cNvSpPr/>
          <p:nvPr>
            <p:ph idx="2" type="sldImg"/>
          </p:nvPr>
        </p:nvSpPr>
        <p:spPr>
          <a:xfrm>
            <a:off x="686157" y="1143000"/>
            <a:ext cx="5485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d322749b5e_2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d322749b5e_2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28f21353e7_0_3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228f21353e7_0_3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28f21353e7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28f21353e7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28f21353e7_0_3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228f21353e7_0_3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28f21353e7_0_3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g228f21353e7_0_3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28f21353e7_0_3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228f21353e7_0_3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28f21353e7_0_3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g228f21353e7_0_3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28f21353e7_0_3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228f21353e7_0_3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28f21353e7_0_3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g228f21353e7_0_3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28f21353e7_0_3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g228f21353e7_0_3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28f21353e7_0_4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g228f21353e7_0_4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28f21353e7_0_4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g228f21353e7_0_4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28f21353e7_0_4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g228f21353e7_0_4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28f21353e7_0_4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g228f21353e7_0_4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28f21353e7_0_4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g228f21353e7_0_4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28f21353e7_0_4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g228f21353e7_0_4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28f21353e7_0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228f21353e7_0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28f21353e7_0_4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g228f21353e7_0_4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28f21353e7_0_4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g228f21353e7_0_4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28f21353e7_0_5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g228f21353e7_0_5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28f21353e7_0_5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g228f21353e7_0_5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228f21353e7_0_5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4" name="Google Shape;404;g228f21353e7_0_5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28f21353e7_0_5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0" name="Google Shape;410;g228f21353e7_0_5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28f21353e7_0_5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8" name="Google Shape;418;g228f21353e7_0_5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28f21353e7_0_5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4" name="Google Shape;424;g228f21353e7_0_5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228f21353e7_0_5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3" name="Google Shape;433;g228f21353e7_0_5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28f21353e7_0_8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2" name="Google Shape;442;g228f21353e7_0_8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28f21353e7_0_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28f21353e7_0_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28f21353e7_0_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228f21353e7_0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228f21353e7_0_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228f21353e7_0_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228f21353e7_0_8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228f21353e7_0_8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28f21353e7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g228f21353e7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28f21353e7_0_8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228f21353e7_0_8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228f21353e7_0_8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228f21353e7_0_8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228f21353e7_0_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228f21353e7_0_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228f21353e7_0_1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228f21353e7_0_1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228f21353e7_0_1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228f21353e7_0_1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228f21353e7_0_7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0" name="Google Shape;530;g228f21353e7_0_7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228f21353e7_0_1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228f21353e7_0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28f21353e7_0_6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3" name="Google Shape;543;g228f21353e7_0_6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228f21353e7_0_6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0" name="Google Shape;550;g228f21353e7_0_6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228f21353e7_0_6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9" name="Google Shape;559;g228f21353e7_0_6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228f21353e7_0_6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1" name="Google Shape;571;g228f21353e7_0_6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228f21353e7_0_6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9" name="Google Shape;579;g228f21353e7_0_6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228f21353e7_0_6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7" name="Google Shape;587;g228f21353e7_0_6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228f21353e7_0_6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4" name="Google Shape;594;g228f21353e7_0_6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228f21353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228f21353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d322749b5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d322749b5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1f8b5078ce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1f8b5078ce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210e11d5c3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210e11d5c3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215db903b4e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215db903b4e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215db903b4e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215db903b4e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215db903b4e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215db903b4e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215db903b4e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215db903b4e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d351df188e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d351df188e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215db903b4e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215db903b4e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1f8b5078ce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1f8b5078ce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1f8b5078ce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1f8b5078ce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215db903b4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215db903b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208b08166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208b08166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2065402d9c7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2065402d9c7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214bccd8a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214bccd8a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228f21353e7_0_1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228f21353e7_0_1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2065402d9c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2065402d9c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216c3861846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216c3861846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210e11d5c3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210e11d5c3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1f8b5078ce0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1f8b5078ce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2065402d9c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2065402d9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1f8b5078ce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3" name="Google Shape;853;g1f8b5078ce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2065402d9c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2065402d9c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2065402d9c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7" name="Google Shape;867;g2065402d9c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2065402d9c7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4" name="Google Shape;874;g2065402d9c7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1f8b5078ce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9" name="Google Shape;879;g1f8b5078ce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2065402d9c7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2065402d9c7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210e11d5c3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210e11d5c3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216c3861846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7" name="Google Shape;897;g216c3861846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210e11d5c38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210e11d5c3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210e11d5c38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210e11d5c38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213bb113b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213bb113b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1d0c6b862b5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1d0c6b862b5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215db903b4e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g215db903b4e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2065402d9c7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7" name="Google Shape;957;g2065402d9c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215db903b4e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8" name="Google Shape;968;g215db903b4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215db903b4e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215db903b4e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215db903b4e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3" name="Google Shape;983;g215db903b4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215db903b4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5" name="Google Shape;995;g215db903b4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215db903b4e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3" name="Google Shape;1003;g215db903b4e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215db903b4e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215db903b4e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215db903b4e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9" name="Google Shape;1019;g215db903b4e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215db903b4e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215db903b4e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2065402d9c7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9" name="Google Shape;1039;g2065402d9c7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chemeClr val="dk1"/>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39881" y="2003597"/>
            <a:ext cx="5561875" cy="1714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500"/>
              <a:buFont typeface="Arial"/>
              <a:buNone/>
              <a:defRPr b="1" sz="4500"/>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cxnSp>
        <p:nvCxnSpPr>
          <p:cNvPr id="11" name="Google Shape;11;p2"/>
          <p:cNvCxnSpPr/>
          <p:nvPr/>
        </p:nvCxnSpPr>
        <p:spPr>
          <a:xfrm>
            <a:off x="339879" y="3766542"/>
            <a:ext cx="8457694" cy="0"/>
          </a:xfrm>
          <a:prstGeom prst="straightConnector1">
            <a:avLst/>
          </a:prstGeom>
          <a:noFill/>
          <a:ln cap="flat" cmpd="sng" w="50800">
            <a:solidFill>
              <a:schemeClr val="lt1"/>
            </a:solidFill>
            <a:prstDash val="solid"/>
            <a:miter lim="800000"/>
            <a:headEnd len="sm" w="sm" type="none"/>
            <a:tailEnd len="sm" w="sm" type="none"/>
          </a:ln>
        </p:spPr>
      </p:cxnSp>
      <p:sp>
        <p:nvSpPr>
          <p:cNvPr id="12" name="Google Shape;12;p2"/>
          <p:cNvSpPr txBox="1"/>
          <p:nvPr>
            <p:ph idx="1" type="body"/>
          </p:nvPr>
        </p:nvSpPr>
        <p:spPr>
          <a:xfrm>
            <a:off x="1295137" y="4113609"/>
            <a:ext cx="4110835" cy="661797"/>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0"/>
              </a:spcBef>
              <a:spcAft>
                <a:spcPts val="0"/>
              </a:spcAft>
              <a:buClr>
                <a:schemeClr val="lt1"/>
              </a:buClr>
              <a:buSzPts val="900"/>
              <a:buFont typeface="Arial"/>
              <a:buNone/>
              <a:defRPr sz="1500"/>
            </a:lvl1pPr>
            <a:lvl2pPr indent="-228600" lvl="1" marL="914400" algn="l">
              <a:lnSpc>
                <a:spcPct val="140033"/>
              </a:lnSpc>
              <a:spcBef>
                <a:spcPts val="0"/>
              </a:spcBef>
              <a:spcAft>
                <a:spcPts val="0"/>
              </a:spcAft>
              <a:buClr>
                <a:schemeClr val="lt1"/>
              </a:buClr>
              <a:buSzPts val="1300"/>
              <a:buFont typeface="Arial"/>
              <a:buNone/>
              <a:defRPr sz="1100"/>
            </a:lvl2pPr>
            <a:lvl3pPr indent="-228600" lvl="2" marL="1371600" algn="l">
              <a:lnSpc>
                <a:spcPct val="140033"/>
              </a:lnSpc>
              <a:spcBef>
                <a:spcPts val="0"/>
              </a:spcBef>
              <a:spcAft>
                <a:spcPts val="0"/>
              </a:spcAft>
              <a:buClr>
                <a:schemeClr val="lt1"/>
              </a:buClr>
              <a:buSzPts val="1100"/>
              <a:buFont typeface="Arial"/>
              <a:buNone/>
              <a:defRPr sz="1100"/>
            </a:lvl3pPr>
            <a:lvl4pPr indent="-228600" lvl="3" marL="1828800" algn="l">
              <a:lnSpc>
                <a:spcPct val="140033"/>
              </a:lnSpc>
              <a:spcBef>
                <a:spcPts val="0"/>
              </a:spcBef>
              <a:spcAft>
                <a:spcPts val="0"/>
              </a:spcAft>
              <a:buClr>
                <a:schemeClr val="lt1"/>
              </a:buClr>
              <a:buSzPts val="700"/>
              <a:buFont typeface="Arial"/>
              <a:buNone/>
              <a:defRPr sz="1100"/>
            </a:lvl4pPr>
            <a:lvl5pPr indent="-228600" lvl="4" marL="2286000" algn="l">
              <a:lnSpc>
                <a:spcPct val="140033"/>
              </a:lnSpc>
              <a:spcBef>
                <a:spcPts val="0"/>
              </a:spcBef>
              <a:spcAft>
                <a:spcPts val="0"/>
              </a:spcAft>
              <a:buClr>
                <a:schemeClr val="lt1"/>
              </a:buClr>
              <a:buSzPts val="1300"/>
              <a:buFont typeface="Arial"/>
              <a:buNone/>
              <a:defRPr sz="1100"/>
            </a:lvl5pPr>
            <a:lvl6pPr indent="-273050" lvl="5" marL="2743200" algn="l">
              <a:lnSpc>
                <a:spcPct val="90000"/>
              </a:lnSpc>
              <a:spcBef>
                <a:spcPts val="300"/>
              </a:spcBef>
              <a:spcAft>
                <a:spcPts val="0"/>
              </a:spcAft>
              <a:buClr>
                <a:schemeClr val="lt1"/>
              </a:buClr>
              <a:buSzPts val="700"/>
              <a:buChar char="•"/>
              <a:defRPr/>
            </a:lvl6pPr>
            <a:lvl7pPr indent="-273050" lvl="6" marL="3200400" algn="l">
              <a:lnSpc>
                <a:spcPct val="90000"/>
              </a:lnSpc>
              <a:spcBef>
                <a:spcPts val="300"/>
              </a:spcBef>
              <a:spcAft>
                <a:spcPts val="0"/>
              </a:spcAft>
              <a:buClr>
                <a:schemeClr val="lt1"/>
              </a:buClr>
              <a:buSzPts val="700"/>
              <a:buChar char="•"/>
              <a:defRPr/>
            </a:lvl7pPr>
            <a:lvl8pPr indent="-273050" lvl="7" marL="3657600" algn="l">
              <a:lnSpc>
                <a:spcPct val="90000"/>
              </a:lnSpc>
              <a:spcBef>
                <a:spcPts val="300"/>
              </a:spcBef>
              <a:spcAft>
                <a:spcPts val="0"/>
              </a:spcAft>
              <a:buClr>
                <a:schemeClr val="lt1"/>
              </a:buClr>
              <a:buSzPts val="700"/>
              <a:buChar char="•"/>
              <a:defRPr/>
            </a:lvl8pPr>
            <a:lvl9pPr indent="-273050" lvl="8" marL="4114800" algn="l">
              <a:lnSpc>
                <a:spcPct val="90000"/>
              </a:lnSpc>
              <a:spcBef>
                <a:spcPts val="300"/>
              </a:spcBef>
              <a:spcAft>
                <a:spcPts val="0"/>
              </a:spcAft>
              <a:buClr>
                <a:schemeClr val="lt1"/>
              </a:buClr>
              <a:buSzPts val="700"/>
              <a:buChar char="•"/>
              <a:defRPr/>
            </a:lvl9pPr>
          </a:lstStyle>
          <a:p/>
        </p:txBody>
      </p:sp>
      <p:pic>
        <p:nvPicPr>
          <p:cNvPr id="13" name="Google Shape;13;p2"/>
          <p:cNvPicPr preferRelativeResize="0"/>
          <p:nvPr/>
        </p:nvPicPr>
        <p:blipFill rotWithShape="1">
          <a:blip r:embed="rId2">
            <a:alphaModFix/>
          </a:blip>
          <a:srcRect b="0" l="0" r="0" t="0"/>
          <a:stretch/>
        </p:blipFill>
        <p:spPr>
          <a:xfrm>
            <a:off x="355100" y="759162"/>
            <a:ext cx="2386938" cy="4809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idx="1" type="subTitle"/>
          </p:nvPr>
        </p:nvSpPr>
        <p:spPr>
          <a:xfrm>
            <a:off x="339880" y="3356896"/>
            <a:ext cx="8457694" cy="573881"/>
          </a:xfrm>
          <a:prstGeom prst="rect">
            <a:avLst/>
          </a:prstGeom>
          <a:noFill/>
          <a:ln>
            <a:noFill/>
          </a:ln>
        </p:spPr>
        <p:txBody>
          <a:bodyPr anchorCtr="0" anchor="t" bIns="0" lIns="0" spcFirstLastPara="1" rIns="0" wrap="square" tIns="0">
            <a:noAutofit/>
          </a:bodyPr>
          <a:lstStyle>
            <a:lvl1pPr lvl="0" algn="ctr">
              <a:lnSpc>
                <a:spcPct val="114000"/>
              </a:lnSpc>
              <a:spcBef>
                <a:spcPts val="0"/>
              </a:spcBef>
              <a:spcAft>
                <a:spcPts val="0"/>
              </a:spcAft>
              <a:buClr>
                <a:schemeClr val="lt1"/>
              </a:buClr>
              <a:buSzPts val="800"/>
              <a:buNone/>
              <a:defRPr sz="1300"/>
            </a:lvl1pPr>
            <a:lvl2pPr lvl="1" algn="ctr">
              <a:lnSpc>
                <a:spcPct val="114000"/>
              </a:lnSpc>
              <a:spcBef>
                <a:spcPts val="0"/>
              </a:spcBef>
              <a:spcAft>
                <a:spcPts val="0"/>
              </a:spcAft>
              <a:buClr>
                <a:schemeClr val="lt1"/>
              </a:buClr>
              <a:buSzPts val="1300"/>
              <a:buNone/>
              <a:defRPr sz="1100"/>
            </a:lvl2pPr>
            <a:lvl3pPr lvl="2" algn="ctr">
              <a:lnSpc>
                <a:spcPct val="114000"/>
              </a:lnSpc>
              <a:spcBef>
                <a:spcPts val="0"/>
              </a:spcBef>
              <a:spcAft>
                <a:spcPts val="0"/>
              </a:spcAft>
              <a:buClr>
                <a:schemeClr val="lt1"/>
              </a:buClr>
              <a:buSzPts val="1000"/>
              <a:buNone/>
              <a:defRPr sz="1000"/>
            </a:lvl3pPr>
            <a:lvl4pPr lvl="3" algn="ctr">
              <a:lnSpc>
                <a:spcPct val="114000"/>
              </a:lnSpc>
              <a:spcBef>
                <a:spcPts val="0"/>
              </a:spcBef>
              <a:spcAft>
                <a:spcPts val="0"/>
              </a:spcAft>
              <a:buClr>
                <a:schemeClr val="lt1"/>
              </a:buClr>
              <a:buSzPts val="500"/>
              <a:buNone/>
              <a:defRPr sz="900"/>
            </a:lvl4pPr>
            <a:lvl5pPr lvl="4" algn="ctr">
              <a:lnSpc>
                <a:spcPct val="114000"/>
              </a:lnSpc>
              <a:spcBef>
                <a:spcPts val="0"/>
              </a:spcBef>
              <a:spcAft>
                <a:spcPts val="0"/>
              </a:spcAft>
              <a:buClr>
                <a:schemeClr val="lt1"/>
              </a:buClr>
              <a:buSzPts val="1000"/>
              <a:buNone/>
              <a:defRPr sz="900"/>
            </a:lvl5pPr>
            <a:lvl6pPr lvl="5" algn="ctr">
              <a:lnSpc>
                <a:spcPct val="90000"/>
              </a:lnSpc>
              <a:spcBef>
                <a:spcPts val="300"/>
              </a:spcBef>
              <a:spcAft>
                <a:spcPts val="0"/>
              </a:spcAft>
              <a:buClr>
                <a:schemeClr val="lt1"/>
              </a:buClr>
              <a:buSzPts val="900"/>
              <a:buNone/>
              <a:defRPr sz="900"/>
            </a:lvl6pPr>
            <a:lvl7pPr lvl="6" algn="ctr">
              <a:lnSpc>
                <a:spcPct val="90000"/>
              </a:lnSpc>
              <a:spcBef>
                <a:spcPts val="300"/>
              </a:spcBef>
              <a:spcAft>
                <a:spcPts val="0"/>
              </a:spcAft>
              <a:buClr>
                <a:schemeClr val="lt1"/>
              </a:buClr>
              <a:buSzPts val="900"/>
              <a:buNone/>
              <a:defRPr sz="900"/>
            </a:lvl7pPr>
            <a:lvl8pPr lvl="7" algn="ctr">
              <a:lnSpc>
                <a:spcPct val="90000"/>
              </a:lnSpc>
              <a:spcBef>
                <a:spcPts val="300"/>
              </a:spcBef>
              <a:spcAft>
                <a:spcPts val="0"/>
              </a:spcAft>
              <a:buClr>
                <a:schemeClr val="lt1"/>
              </a:buClr>
              <a:buSzPts val="900"/>
              <a:buNone/>
              <a:defRPr sz="900"/>
            </a:lvl8pPr>
            <a:lvl9pPr lvl="8" algn="ctr">
              <a:lnSpc>
                <a:spcPct val="90000"/>
              </a:lnSpc>
              <a:spcBef>
                <a:spcPts val="300"/>
              </a:spcBef>
              <a:spcAft>
                <a:spcPts val="0"/>
              </a:spcAft>
              <a:buClr>
                <a:schemeClr val="lt1"/>
              </a:buClr>
              <a:buSzPts val="900"/>
              <a:buNone/>
              <a:defRPr sz="900"/>
            </a:lvl9pPr>
          </a:lstStyle>
          <a:p/>
        </p:txBody>
      </p:sp>
      <p:sp>
        <p:nvSpPr>
          <p:cNvPr id="16" name="Google Shape;16;p3"/>
          <p:cNvSpPr txBox="1"/>
          <p:nvPr>
            <p:ph type="ctrTitle"/>
          </p:nvPr>
        </p:nvSpPr>
        <p:spPr>
          <a:xfrm>
            <a:off x="339880" y="1269823"/>
            <a:ext cx="8457694" cy="1914367"/>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lt1"/>
              </a:buClr>
              <a:buSzPts val="11200"/>
              <a:buFont typeface="Arial"/>
              <a:buNone/>
              <a:defRPr sz="11200"/>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
        <p:nvSpPr>
          <p:cNvPr id="17" name="Google Shape;17;p3"/>
          <p:cNvSpPr txBox="1"/>
          <p:nvPr>
            <p:ph idx="12" type="sldNum"/>
          </p:nvPr>
        </p:nvSpPr>
        <p:spPr>
          <a:xfrm>
            <a:off x="6738656" y="4630341"/>
            <a:ext cx="2057727" cy="273844"/>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bg>
      <p:bgPr>
        <a:solidFill>
          <a:schemeClr val="dk1"/>
        </a:solidFill>
      </p:bgPr>
    </p:bg>
    <p:spTree>
      <p:nvGrpSpPr>
        <p:cNvPr id="18" name="Shape 18"/>
        <p:cNvGrpSpPr/>
        <p:nvPr/>
      </p:nvGrpSpPr>
      <p:grpSpPr>
        <a:xfrm>
          <a:off x="0" y="0"/>
          <a:ext cx="0" cy="0"/>
          <a:chOff x="0" y="0"/>
          <a:chExt cx="0" cy="0"/>
        </a:xfrm>
      </p:grpSpPr>
      <p:sp>
        <p:nvSpPr>
          <p:cNvPr id="19" name="Google Shape;19;p4"/>
          <p:cNvSpPr txBox="1"/>
          <p:nvPr>
            <p:ph type="title"/>
          </p:nvPr>
        </p:nvSpPr>
        <p:spPr>
          <a:xfrm>
            <a:off x="339880" y="1358578"/>
            <a:ext cx="8457694" cy="1381050"/>
          </a:xfrm>
          <a:prstGeom prst="rect">
            <a:avLst/>
          </a:prstGeom>
          <a:noFill/>
          <a:ln>
            <a:noFill/>
          </a:ln>
        </p:spPr>
        <p:txBody>
          <a:bodyPr anchorCtr="0" anchor="t" bIns="0" lIns="0" spcFirstLastPara="1" rIns="0" wrap="square" tIns="0">
            <a:noAutofit/>
          </a:bodyPr>
          <a:lstStyle>
            <a:lvl1pPr lvl="0" algn="l">
              <a:lnSpc>
                <a:spcPct val="114000"/>
              </a:lnSpc>
              <a:spcBef>
                <a:spcPts val="0"/>
              </a:spcBef>
              <a:spcAft>
                <a:spcPts val="0"/>
              </a:spcAft>
              <a:buClr>
                <a:schemeClr val="lt1"/>
              </a:buClr>
              <a:buSzPts val="2200"/>
              <a:buFont typeface="Arial"/>
              <a:buNone/>
              <a:defRPr b="0" sz="2200"/>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
        <p:nvSpPr>
          <p:cNvPr id="20" name="Google Shape;20;p4"/>
          <p:cNvSpPr txBox="1"/>
          <p:nvPr>
            <p:ph idx="12" type="sldNum"/>
          </p:nvPr>
        </p:nvSpPr>
        <p:spPr>
          <a:xfrm>
            <a:off x="6738656" y="4630341"/>
            <a:ext cx="2057727" cy="273844"/>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Column Bullets">
  <p:cSld name="Full Column Bullets">
    <p:spTree>
      <p:nvGrpSpPr>
        <p:cNvPr id="25" name="Shape 25"/>
        <p:cNvGrpSpPr/>
        <p:nvPr/>
      </p:nvGrpSpPr>
      <p:grpSpPr>
        <a:xfrm>
          <a:off x="0" y="0"/>
          <a:ext cx="0" cy="0"/>
          <a:chOff x="0" y="0"/>
          <a:chExt cx="0" cy="0"/>
        </a:xfrm>
      </p:grpSpPr>
      <p:sp>
        <p:nvSpPr>
          <p:cNvPr id="26" name="Google Shape;26;p6"/>
          <p:cNvSpPr txBox="1"/>
          <p:nvPr>
            <p:ph idx="1" type="body"/>
          </p:nvPr>
        </p:nvSpPr>
        <p:spPr>
          <a:xfrm>
            <a:off x="339879" y="744736"/>
            <a:ext cx="8460300" cy="3646200"/>
          </a:xfrm>
          <a:prstGeom prst="rect">
            <a:avLst/>
          </a:prstGeom>
          <a:noFill/>
          <a:ln>
            <a:noFill/>
          </a:ln>
        </p:spPr>
        <p:txBody>
          <a:bodyPr anchorCtr="0" anchor="t" bIns="0" lIns="0" spcFirstLastPara="1" rIns="0" wrap="square" tIns="0">
            <a:noAutofit/>
          </a:bodyPr>
          <a:lstStyle>
            <a:lvl1pPr indent="-292100" lvl="0" marL="457200" algn="l">
              <a:lnSpc>
                <a:spcPct val="120000"/>
              </a:lnSpc>
              <a:spcBef>
                <a:spcPts val="0"/>
              </a:spcBef>
              <a:spcAft>
                <a:spcPts val="0"/>
              </a:spcAft>
              <a:buClr>
                <a:schemeClr val="dk1"/>
              </a:buClr>
              <a:buSzPts val="1000"/>
              <a:buFont typeface="Noto Sans Symbols"/>
              <a:buChar char="⦿"/>
              <a:defRPr sz="1600"/>
            </a:lvl1pPr>
            <a:lvl2pPr indent="-279400" lvl="1" marL="914400" algn="l">
              <a:lnSpc>
                <a:spcPct val="114000"/>
              </a:lnSpc>
              <a:spcBef>
                <a:spcPts val="0"/>
              </a:spcBef>
              <a:spcAft>
                <a:spcPts val="0"/>
              </a:spcAft>
              <a:buClr>
                <a:schemeClr val="dk1"/>
              </a:buClr>
              <a:buSzPts val="800"/>
              <a:buChar char="•"/>
              <a:defRPr/>
            </a:lvl2pPr>
            <a:lvl3pPr indent="-273050" lvl="2" marL="1371600" algn="l">
              <a:lnSpc>
                <a:spcPct val="114000"/>
              </a:lnSpc>
              <a:spcBef>
                <a:spcPts val="0"/>
              </a:spcBef>
              <a:spcAft>
                <a:spcPts val="0"/>
              </a:spcAft>
              <a:buClr>
                <a:schemeClr val="dk1"/>
              </a:buClr>
              <a:buSzPts val="700"/>
              <a:buChar char="o"/>
              <a:defRPr/>
            </a:lvl3pPr>
            <a:lvl4pPr indent="-254000" lvl="3" marL="1828800" algn="l">
              <a:lnSpc>
                <a:spcPct val="114000"/>
              </a:lnSpc>
              <a:spcBef>
                <a:spcPts val="0"/>
              </a:spcBef>
              <a:spcAft>
                <a:spcPts val="0"/>
              </a:spcAft>
              <a:buClr>
                <a:schemeClr val="dk1"/>
              </a:buClr>
              <a:buSzPts val="400"/>
              <a:buChar char="⦿"/>
              <a:defRPr/>
            </a:lvl4pPr>
            <a:lvl5pPr indent="-279400" lvl="4" marL="2286000" algn="l">
              <a:lnSpc>
                <a:spcPct val="114000"/>
              </a:lnSpc>
              <a:spcBef>
                <a:spcPts val="0"/>
              </a:spcBef>
              <a:spcAft>
                <a:spcPts val="0"/>
              </a:spcAft>
              <a:buClr>
                <a:schemeClr val="dk1"/>
              </a:buClr>
              <a:buSzPts val="800"/>
              <a:buChar char="•"/>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cxnSp>
        <p:nvCxnSpPr>
          <p:cNvPr id="27" name="Google Shape;27;p6"/>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28" name="Google Shape;28;p6"/>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9" name="Google Shape;29;p6"/>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lvl1pPr lvl="0" algn="l">
              <a:lnSpc>
                <a:spcPct val="266666"/>
              </a:lnSpc>
              <a:spcBef>
                <a:spcPts val="0"/>
              </a:spcBef>
              <a:spcAft>
                <a:spcPts val="0"/>
              </a:spcAft>
              <a:buClr>
                <a:schemeClr val="dk1"/>
              </a:buClr>
              <a:buSzPts val="700"/>
              <a:buNone/>
              <a:defRPr/>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
        <p:nvSpPr>
          <p:cNvPr id="30" name="Google Shape;30;p6"/>
          <p:cNvSpPr txBox="1"/>
          <p:nvPr>
            <p:ph idx="2"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lvl1pPr indent="-228600" lvl="0" marL="457200" algn="ctr">
              <a:lnSpc>
                <a:spcPct val="114000"/>
              </a:lnSpc>
              <a:spcBef>
                <a:spcPts val="0"/>
              </a:spcBef>
              <a:spcAft>
                <a:spcPts val="0"/>
              </a:spcAft>
              <a:buClr>
                <a:schemeClr val="lt1"/>
              </a:buClr>
              <a:buSzPts val="800"/>
              <a:buNone/>
              <a:defRPr b="1" sz="1300">
                <a:solidFill>
                  <a:schemeClr val="lt1"/>
                </a:solidFill>
              </a:defRPr>
            </a:lvl1pPr>
            <a:lvl2pPr indent="-336550" lvl="1" marL="914400" algn="l">
              <a:lnSpc>
                <a:spcPct val="114000"/>
              </a:lnSpc>
              <a:spcBef>
                <a:spcPts val="0"/>
              </a:spcBef>
              <a:spcAft>
                <a:spcPts val="0"/>
              </a:spcAft>
              <a:buClr>
                <a:schemeClr val="lt1"/>
              </a:buClr>
              <a:buSzPts val="1700"/>
              <a:buChar char="•"/>
              <a:defRPr>
                <a:solidFill>
                  <a:schemeClr val="lt1"/>
                </a:solidFill>
              </a:defRPr>
            </a:lvl2pPr>
            <a:lvl3pPr indent="-323850" lvl="2" marL="1371600" algn="l">
              <a:lnSpc>
                <a:spcPct val="114000"/>
              </a:lnSpc>
              <a:spcBef>
                <a:spcPts val="0"/>
              </a:spcBef>
              <a:spcAft>
                <a:spcPts val="0"/>
              </a:spcAft>
              <a:buClr>
                <a:schemeClr val="lt1"/>
              </a:buClr>
              <a:buSzPts val="1500"/>
              <a:buChar char="o"/>
              <a:defRPr>
                <a:solidFill>
                  <a:schemeClr val="lt1"/>
                </a:solidFill>
              </a:defRPr>
            </a:lvl3pPr>
            <a:lvl4pPr indent="-285750" lvl="3" marL="1828800" algn="l">
              <a:lnSpc>
                <a:spcPct val="114000"/>
              </a:lnSpc>
              <a:spcBef>
                <a:spcPts val="0"/>
              </a:spcBef>
              <a:spcAft>
                <a:spcPts val="0"/>
              </a:spcAft>
              <a:buClr>
                <a:schemeClr val="lt1"/>
              </a:buClr>
              <a:buSzPts val="900"/>
              <a:buChar char="⦿"/>
              <a:defRPr>
                <a:solidFill>
                  <a:schemeClr val="lt1"/>
                </a:solidFill>
              </a:defRPr>
            </a:lvl4pPr>
            <a:lvl5pPr indent="-336550" lvl="4" marL="2286000" algn="l">
              <a:lnSpc>
                <a:spcPct val="114000"/>
              </a:lnSpc>
              <a:spcBef>
                <a:spcPts val="0"/>
              </a:spcBef>
              <a:spcAft>
                <a:spcPts val="0"/>
              </a:spcAft>
              <a:buClr>
                <a:schemeClr val="lt1"/>
              </a:buClr>
              <a:buSzPts val="1700"/>
              <a:buChar char="•"/>
              <a:defRPr>
                <a:solidFill>
                  <a:schemeClr val="lt1"/>
                </a:solidFill>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eparate Boxes">
  <p:cSld name="Two Separate Boxes">
    <p:spTree>
      <p:nvGrpSpPr>
        <p:cNvPr id="31" name="Shape 31"/>
        <p:cNvGrpSpPr/>
        <p:nvPr/>
      </p:nvGrpSpPr>
      <p:grpSpPr>
        <a:xfrm>
          <a:off x="0" y="0"/>
          <a:ext cx="0" cy="0"/>
          <a:chOff x="0" y="0"/>
          <a:chExt cx="0" cy="0"/>
        </a:xfrm>
      </p:grpSpPr>
      <p:sp>
        <p:nvSpPr>
          <p:cNvPr id="32" name="Google Shape;32;p7"/>
          <p:cNvSpPr txBox="1"/>
          <p:nvPr>
            <p:ph idx="1" type="body"/>
          </p:nvPr>
        </p:nvSpPr>
        <p:spPr>
          <a:xfrm>
            <a:off x="357138" y="739236"/>
            <a:ext cx="4094700" cy="3540900"/>
          </a:xfrm>
          <a:prstGeom prst="rect">
            <a:avLst/>
          </a:prstGeom>
          <a:noFill/>
          <a:ln>
            <a:noFill/>
          </a:ln>
        </p:spPr>
        <p:txBody>
          <a:bodyPr anchorCtr="0" anchor="t" bIns="0" lIns="0" spcFirstLastPara="1" rIns="0" wrap="square" tIns="0">
            <a:noAutofit/>
          </a:bodyPr>
          <a:lstStyle>
            <a:lvl1pPr indent="-292100" lvl="0" marL="457200" algn="l">
              <a:lnSpc>
                <a:spcPct val="120000"/>
              </a:lnSpc>
              <a:spcBef>
                <a:spcPts val="0"/>
              </a:spcBef>
              <a:spcAft>
                <a:spcPts val="0"/>
              </a:spcAft>
              <a:buClr>
                <a:schemeClr val="dk1"/>
              </a:buClr>
              <a:buSzPts val="1000"/>
              <a:buChar char="⦿"/>
              <a:defRPr/>
            </a:lvl1pPr>
            <a:lvl2pPr indent="-336550" lvl="1" marL="914400" algn="l">
              <a:lnSpc>
                <a:spcPct val="120000"/>
              </a:lnSpc>
              <a:spcBef>
                <a:spcPts val="0"/>
              </a:spcBef>
              <a:spcAft>
                <a:spcPts val="0"/>
              </a:spcAft>
              <a:buClr>
                <a:schemeClr val="dk1"/>
              </a:buClr>
              <a:buSzPts val="1700"/>
              <a:buChar char="•"/>
              <a:defRPr/>
            </a:lvl2pPr>
            <a:lvl3pPr indent="-323850" lvl="2" marL="1371600" algn="l">
              <a:lnSpc>
                <a:spcPct val="120000"/>
              </a:lnSpc>
              <a:spcBef>
                <a:spcPts val="0"/>
              </a:spcBef>
              <a:spcAft>
                <a:spcPts val="0"/>
              </a:spcAft>
              <a:buClr>
                <a:schemeClr val="dk1"/>
              </a:buClr>
              <a:buSzPts val="1500"/>
              <a:buChar char="o"/>
              <a:defRPr/>
            </a:lvl3pPr>
            <a:lvl4pPr indent="-285750" lvl="3" marL="1828800" algn="l">
              <a:lnSpc>
                <a:spcPct val="120000"/>
              </a:lnSpc>
              <a:spcBef>
                <a:spcPts val="0"/>
              </a:spcBef>
              <a:spcAft>
                <a:spcPts val="0"/>
              </a:spcAft>
              <a:buClr>
                <a:schemeClr val="dk1"/>
              </a:buClr>
              <a:buSzPts val="900"/>
              <a:buChar char="⦿"/>
              <a:defRPr/>
            </a:lvl4pPr>
            <a:lvl5pPr indent="-336550" lvl="4" marL="2286000" algn="l">
              <a:lnSpc>
                <a:spcPct val="120000"/>
              </a:lnSpc>
              <a:spcBef>
                <a:spcPts val="0"/>
              </a:spcBef>
              <a:spcAft>
                <a:spcPts val="0"/>
              </a:spcAft>
              <a:buClr>
                <a:schemeClr val="dk1"/>
              </a:buClr>
              <a:buSzPts val="1700"/>
              <a:buChar char="•"/>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sp>
        <p:nvSpPr>
          <p:cNvPr id="33" name="Google Shape;33;p7"/>
          <p:cNvSpPr txBox="1"/>
          <p:nvPr>
            <p:ph idx="2" type="body"/>
          </p:nvPr>
        </p:nvSpPr>
        <p:spPr>
          <a:xfrm>
            <a:off x="4692833" y="739236"/>
            <a:ext cx="4103700" cy="3540900"/>
          </a:xfrm>
          <a:prstGeom prst="rect">
            <a:avLst/>
          </a:prstGeom>
          <a:noFill/>
          <a:ln>
            <a:noFill/>
          </a:ln>
        </p:spPr>
        <p:txBody>
          <a:bodyPr anchorCtr="0" anchor="t" bIns="0" lIns="0" spcFirstLastPara="1" rIns="0" wrap="square" tIns="0">
            <a:noAutofit/>
          </a:bodyPr>
          <a:lstStyle>
            <a:lvl1pPr indent="-292100" lvl="0" marL="457200" algn="l">
              <a:lnSpc>
                <a:spcPct val="120000"/>
              </a:lnSpc>
              <a:spcBef>
                <a:spcPts val="0"/>
              </a:spcBef>
              <a:spcAft>
                <a:spcPts val="0"/>
              </a:spcAft>
              <a:buClr>
                <a:schemeClr val="dk1"/>
              </a:buClr>
              <a:buSzPts val="1000"/>
              <a:buChar char="⦿"/>
              <a:defRPr/>
            </a:lvl1pPr>
            <a:lvl2pPr indent="-336550" lvl="1" marL="914400" algn="l">
              <a:lnSpc>
                <a:spcPct val="120000"/>
              </a:lnSpc>
              <a:spcBef>
                <a:spcPts val="0"/>
              </a:spcBef>
              <a:spcAft>
                <a:spcPts val="0"/>
              </a:spcAft>
              <a:buClr>
                <a:schemeClr val="dk1"/>
              </a:buClr>
              <a:buSzPts val="1700"/>
              <a:buChar char="•"/>
              <a:defRPr/>
            </a:lvl2pPr>
            <a:lvl3pPr indent="-323850" lvl="2" marL="1371600" algn="l">
              <a:lnSpc>
                <a:spcPct val="120000"/>
              </a:lnSpc>
              <a:spcBef>
                <a:spcPts val="0"/>
              </a:spcBef>
              <a:spcAft>
                <a:spcPts val="0"/>
              </a:spcAft>
              <a:buClr>
                <a:schemeClr val="dk1"/>
              </a:buClr>
              <a:buSzPts val="1500"/>
              <a:buChar char="o"/>
              <a:defRPr/>
            </a:lvl3pPr>
            <a:lvl4pPr indent="-285750" lvl="3" marL="1828800" algn="l">
              <a:lnSpc>
                <a:spcPct val="120000"/>
              </a:lnSpc>
              <a:spcBef>
                <a:spcPts val="0"/>
              </a:spcBef>
              <a:spcAft>
                <a:spcPts val="0"/>
              </a:spcAft>
              <a:buClr>
                <a:schemeClr val="dk1"/>
              </a:buClr>
              <a:buSzPts val="900"/>
              <a:buChar char="⦿"/>
              <a:defRPr/>
            </a:lvl4pPr>
            <a:lvl5pPr indent="-336550" lvl="4" marL="2286000" algn="l">
              <a:lnSpc>
                <a:spcPct val="120000"/>
              </a:lnSpc>
              <a:spcBef>
                <a:spcPts val="0"/>
              </a:spcBef>
              <a:spcAft>
                <a:spcPts val="0"/>
              </a:spcAft>
              <a:buClr>
                <a:schemeClr val="dk1"/>
              </a:buClr>
              <a:buSzPts val="1700"/>
              <a:buChar char="•"/>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cxnSp>
        <p:nvCxnSpPr>
          <p:cNvPr id="34" name="Google Shape;34;p7"/>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35" name="Google Shape;35;p7"/>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6" name="Google Shape;36;p7"/>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lvl1pPr lvl="0" algn="l">
              <a:lnSpc>
                <a:spcPct val="266666"/>
              </a:lnSpc>
              <a:spcBef>
                <a:spcPts val="0"/>
              </a:spcBef>
              <a:spcAft>
                <a:spcPts val="0"/>
              </a:spcAft>
              <a:buClr>
                <a:schemeClr val="dk1"/>
              </a:buClr>
              <a:buSzPts val="700"/>
              <a:buNone/>
              <a:defRPr/>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
        <p:nvSpPr>
          <p:cNvPr id="37" name="Google Shape;37;p7"/>
          <p:cNvSpPr txBox="1"/>
          <p:nvPr>
            <p:ph idx="3"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lvl1pPr indent="-228600" lvl="0" marL="457200" algn="ctr">
              <a:lnSpc>
                <a:spcPct val="114000"/>
              </a:lnSpc>
              <a:spcBef>
                <a:spcPts val="0"/>
              </a:spcBef>
              <a:spcAft>
                <a:spcPts val="0"/>
              </a:spcAft>
              <a:buClr>
                <a:schemeClr val="lt1"/>
              </a:buClr>
              <a:buSzPts val="800"/>
              <a:buNone/>
              <a:defRPr b="1" sz="1300">
                <a:solidFill>
                  <a:schemeClr val="lt1"/>
                </a:solidFill>
              </a:defRPr>
            </a:lvl1pPr>
            <a:lvl2pPr indent="-336550" lvl="1" marL="914400" algn="l">
              <a:lnSpc>
                <a:spcPct val="114000"/>
              </a:lnSpc>
              <a:spcBef>
                <a:spcPts val="0"/>
              </a:spcBef>
              <a:spcAft>
                <a:spcPts val="0"/>
              </a:spcAft>
              <a:buClr>
                <a:schemeClr val="lt1"/>
              </a:buClr>
              <a:buSzPts val="1700"/>
              <a:buChar char="•"/>
              <a:defRPr>
                <a:solidFill>
                  <a:schemeClr val="lt1"/>
                </a:solidFill>
              </a:defRPr>
            </a:lvl2pPr>
            <a:lvl3pPr indent="-323850" lvl="2" marL="1371600" algn="l">
              <a:lnSpc>
                <a:spcPct val="114000"/>
              </a:lnSpc>
              <a:spcBef>
                <a:spcPts val="0"/>
              </a:spcBef>
              <a:spcAft>
                <a:spcPts val="0"/>
              </a:spcAft>
              <a:buClr>
                <a:schemeClr val="lt1"/>
              </a:buClr>
              <a:buSzPts val="1500"/>
              <a:buChar char="o"/>
              <a:defRPr>
                <a:solidFill>
                  <a:schemeClr val="lt1"/>
                </a:solidFill>
              </a:defRPr>
            </a:lvl3pPr>
            <a:lvl4pPr indent="-285750" lvl="3" marL="1828800" algn="l">
              <a:lnSpc>
                <a:spcPct val="114000"/>
              </a:lnSpc>
              <a:spcBef>
                <a:spcPts val="0"/>
              </a:spcBef>
              <a:spcAft>
                <a:spcPts val="0"/>
              </a:spcAft>
              <a:buClr>
                <a:schemeClr val="lt1"/>
              </a:buClr>
              <a:buSzPts val="900"/>
              <a:buChar char="⦿"/>
              <a:defRPr>
                <a:solidFill>
                  <a:schemeClr val="lt1"/>
                </a:solidFill>
              </a:defRPr>
            </a:lvl4pPr>
            <a:lvl5pPr indent="-336550" lvl="4" marL="2286000" algn="l">
              <a:lnSpc>
                <a:spcPct val="114000"/>
              </a:lnSpc>
              <a:spcBef>
                <a:spcPts val="0"/>
              </a:spcBef>
              <a:spcAft>
                <a:spcPts val="0"/>
              </a:spcAft>
              <a:buClr>
                <a:schemeClr val="lt1"/>
              </a:buClr>
              <a:buSzPts val="1700"/>
              <a:buChar char="•"/>
              <a:defRPr>
                <a:solidFill>
                  <a:schemeClr val="lt1"/>
                </a:solidFill>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 name="Shape 38"/>
        <p:cNvGrpSpPr/>
        <p:nvPr/>
      </p:nvGrpSpPr>
      <p:grpSpPr>
        <a:xfrm>
          <a:off x="0" y="0"/>
          <a:ext cx="0" cy="0"/>
          <a:chOff x="0" y="0"/>
          <a:chExt cx="0" cy="0"/>
        </a:xfrm>
      </p:grpSpPr>
      <p:cxnSp>
        <p:nvCxnSpPr>
          <p:cNvPr id="39" name="Google Shape;39;p8"/>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40" name="Google Shape;40;p8"/>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1" name="Google Shape;41;p8"/>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lvl1pPr lvl="0" algn="l">
              <a:lnSpc>
                <a:spcPct val="266666"/>
              </a:lnSpc>
              <a:spcBef>
                <a:spcPts val="0"/>
              </a:spcBef>
              <a:spcAft>
                <a:spcPts val="0"/>
              </a:spcAft>
              <a:buClr>
                <a:schemeClr val="dk1"/>
              </a:buClr>
              <a:buSzPts val="700"/>
              <a:buNone/>
              <a:defRPr/>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
        <p:nvSpPr>
          <p:cNvPr id="42" name="Google Shape;42;p8"/>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lvl1pPr indent="-228600" lvl="0" marL="457200" algn="ctr">
              <a:lnSpc>
                <a:spcPct val="114000"/>
              </a:lnSpc>
              <a:spcBef>
                <a:spcPts val="0"/>
              </a:spcBef>
              <a:spcAft>
                <a:spcPts val="0"/>
              </a:spcAft>
              <a:buClr>
                <a:schemeClr val="lt1"/>
              </a:buClr>
              <a:buSzPts val="800"/>
              <a:buNone/>
              <a:defRPr b="1" sz="1300">
                <a:solidFill>
                  <a:schemeClr val="lt1"/>
                </a:solidFill>
              </a:defRPr>
            </a:lvl1pPr>
            <a:lvl2pPr indent="-336550" lvl="1" marL="914400" algn="l">
              <a:lnSpc>
                <a:spcPct val="114000"/>
              </a:lnSpc>
              <a:spcBef>
                <a:spcPts val="0"/>
              </a:spcBef>
              <a:spcAft>
                <a:spcPts val="0"/>
              </a:spcAft>
              <a:buClr>
                <a:schemeClr val="lt1"/>
              </a:buClr>
              <a:buSzPts val="1700"/>
              <a:buChar char="•"/>
              <a:defRPr>
                <a:solidFill>
                  <a:schemeClr val="lt1"/>
                </a:solidFill>
              </a:defRPr>
            </a:lvl2pPr>
            <a:lvl3pPr indent="-323850" lvl="2" marL="1371600" algn="l">
              <a:lnSpc>
                <a:spcPct val="114000"/>
              </a:lnSpc>
              <a:spcBef>
                <a:spcPts val="0"/>
              </a:spcBef>
              <a:spcAft>
                <a:spcPts val="0"/>
              </a:spcAft>
              <a:buClr>
                <a:schemeClr val="lt1"/>
              </a:buClr>
              <a:buSzPts val="1500"/>
              <a:buChar char="o"/>
              <a:defRPr>
                <a:solidFill>
                  <a:schemeClr val="lt1"/>
                </a:solidFill>
              </a:defRPr>
            </a:lvl3pPr>
            <a:lvl4pPr indent="-285750" lvl="3" marL="1828800" algn="l">
              <a:lnSpc>
                <a:spcPct val="114000"/>
              </a:lnSpc>
              <a:spcBef>
                <a:spcPts val="0"/>
              </a:spcBef>
              <a:spcAft>
                <a:spcPts val="0"/>
              </a:spcAft>
              <a:buClr>
                <a:schemeClr val="lt1"/>
              </a:buClr>
              <a:buSzPts val="900"/>
              <a:buChar char="⦿"/>
              <a:defRPr>
                <a:solidFill>
                  <a:schemeClr val="lt1"/>
                </a:solidFill>
              </a:defRPr>
            </a:lvl4pPr>
            <a:lvl5pPr indent="-336550" lvl="4" marL="2286000" algn="l">
              <a:lnSpc>
                <a:spcPct val="114000"/>
              </a:lnSpc>
              <a:spcBef>
                <a:spcPts val="0"/>
              </a:spcBef>
              <a:spcAft>
                <a:spcPts val="0"/>
              </a:spcAft>
              <a:buClr>
                <a:schemeClr val="lt1"/>
              </a:buClr>
              <a:buSzPts val="1700"/>
              <a:buChar char="•"/>
              <a:defRPr>
                <a:solidFill>
                  <a:schemeClr val="lt1"/>
                </a:solidFill>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Column Numbers">
  <p:cSld name="Full Column Numbers">
    <p:spTree>
      <p:nvGrpSpPr>
        <p:cNvPr id="43" name="Shape 43"/>
        <p:cNvGrpSpPr/>
        <p:nvPr/>
      </p:nvGrpSpPr>
      <p:grpSpPr>
        <a:xfrm>
          <a:off x="0" y="0"/>
          <a:ext cx="0" cy="0"/>
          <a:chOff x="0" y="0"/>
          <a:chExt cx="0" cy="0"/>
        </a:xfrm>
      </p:grpSpPr>
      <p:sp>
        <p:nvSpPr>
          <p:cNvPr id="44" name="Google Shape;44;p9"/>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lvl1pPr lvl="0" algn="l">
              <a:lnSpc>
                <a:spcPct val="266666"/>
              </a:lnSpc>
              <a:spcBef>
                <a:spcPts val="0"/>
              </a:spcBef>
              <a:spcAft>
                <a:spcPts val="0"/>
              </a:spcAft>
              <a:buClr>
                <a:schemeClr val="dk1"/>
              </a:buClr>
              <a:buSzPts val="700"/>
              <a:buNone/>
              <a:defRPr/>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
        <p:nvSpPr>
          <p:cNvPr id="45" name="Google Shape;45;p9"/>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9"/>
          <p:cNvSpPr txBox="1"/>
          <p:nvPr>
            <p:ph idx="1" type="body"/>
          </p:nvPr>
        </p:nvSpPr>
        <p:spPr>
          <a:xfrm>
            <a:off x="358612" y="915066"/>
            <a:ext cx="8437800" cy="3598500"/>
          </a:xfrm>
          <a:prstGeom prst="rect">
            <a:avLst/>
          </a:prstGeom>
          <a:noFill/>
          <a:ln>
            <a:noFill/>
          </a:ln>
        </p:spPr>
        <p:txBody>
          <a:bodyPr anchorCtr="0" anchor="t" bIns="0" lIns="0" spcFirstLastPara="1" rIns="0" wrap="square" tIns="0">
            <a:noAutofit/>
          </a:bodyPr>
          <a:lstStyle>
            <a:lvl1pPr indent="-342900" lvl="0" marL="457200" algn="l">
              <a:lnSpc>
                <a:spcPct val="120000"/>
              </a:lnSpc>
              <a:spcBef>
                <a:spcPts val="0"/>
              </a:spcBef>
              <a:spcAft>
                <a:spcPts val="0"/>
              </a:spcAft>
              <a:buClr>
                <a:schemeClr val="dk1"/>
              </a:buClr>
              <a:buSzPts val="1800"/>
              <a:buFont typeface="Arial"/>
              <a:buAutoNum type="arabicPeriod"/>
              <a:defRPr sz="1800"/>
            </a:lvl1pPr>
            <a:lvl2pPr indent="-330200" lvl="1" marL="914400" algn="l">
              <a:lnSpc>
                <a:spcPct val="120000"/>
              </a:lnSpc>
              <a:spcBef>
                <a:spcPts val="0"/>
              </a:spcBef>
              <a:spcAft>
                <a:spcPts val="0"/>
              </a:spcAft>
              <a:buClr>
                <a:schemeClr val="dk1"/>
              </a:buClr>
              <a:buSzPts val="1600"/>
              <a:buFont typeface="Arial"/>
              <a:buAutoNum type="alphaUcPeriod"/>
              <a:defRPr sz="1600"/>
            </a:lvl2pPr>
            <a:lvl3pPr indent="-330200" lvl="2" marL="1371600" algn="l">
              <a:lnSpc>
                <a:spcPct val="120000"/>
              </a:lnSpc>
              <a:spcBef>
                <a:spcPts val="0"/>
              </a:spcBef>
              <a:spcAft>
                <a:spcPts val="0"/>
              </a:spcAft>
              <a:buClr>
                <a:schemeClr val="dk1"/>
              </a:buClr>
              <a:buSzPts val="1600"/>
              <a:buFont typeface="Arial"/>
              <a:buAutoNum type="romanLcPeriod"/>
              <a:defRPr sz="1600"/>
            </a:lvl3pPr>
            <a:lvl4pPr indent="-330200" lvl="3" marL="1828800" algn="l">
              <a:lnSpc>
                <a:spcPct val="120000"/>
              </a:lnSpc>
              <a:spcBef>
                <a:spcPts val="0"/>
              </a:spcBef>
              <a:spcAft>
                <a:spcPts val="0"/>
              </a:spcAft>
              <a:buClr>
                <a:schemeClr val="dk1"/>
              </a:buClr>
              <a:buSzPts val="1600"/>
              <a:buFont typeface="Arial"/>
              <a:buAutoNum type="arabicPeriod"/>
              <a:defRPr sz="1600"/>
            </a:lvl4pPr>
            <a:lvl5pPr indent="-330200" lvl="4" marL="2286000" algn="l">
              <a:lnSpc>
                <a:spcPct val="120000"/>
              </a:lnSpc>
              <a:spcBef>
                <a:spcPts val="0"/>
              </a:spcBef>
              <a:spcAft>
                <a:spcPts val="0"/>
              </a:spcAft>
              <a:buClr>
                <a:schemeClr val="dk1"/>
              </a:buClr>
              <a:buSzPts val="1600"/>
              <a:buFont typeface="Arial"/>
              <a:buAutoNum type="alphaLcPeriod"/>
              <a:defRPr sz="1600"/>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sp>
        <p:nvSpPr>
          <p:cNvPr id="47" name="Google Shape;47;p9"/>
          <p:cNvSpPr txBox="1"/>
          <p:nvPr>
            <p:ph idx="2"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lvl1pPr indent="-228600" lvl="0" marL="457200" algn="ctr">
              <a:lnSpc>
                <a:spcPct val="114000"/>
              </a:lnSpc>
              <a:spcBef>
                <a:spcPts val="0"/>
              </a:spcBef>
              <a:spcAft>
                <a:spcPts val="0"/>
              </a:spcAft>
              <a:buClr>
                <a:schemeClr val="lt1"/>
              </a:buClr>
              <a:buSzPts val="800"/>
              <a:buNone/>
              <a:defRPr b="1" sz="1300">
                <a:solidFill>
                  <a:schemeClr val="lt1"/>
                </a:solidFill>
              </a:defRPr>
            </a:lvl1pPr>
            <a:lvl2pPr indent="-336550" lvl="1" marL="914400" algn="l">
              <a:lnSpc>
                <a:spcPct val="114000"/>
              </a:lnSpc>
              <a:spcBef>
                <a:spcPts val="0"/>
              </a:spcBef>
              <a:spcAft>
                <a:spcPts val="0"/>
              </a:spcAft>
              <a:buClr>
                <a:schemeClr val="lt1"/>
              </a:buClr>
              <a:buSzPts val="1700"/>
              <a:buChar char="•"/>
              <a:defRPr>
                <a:solidFill>
                  <a:schemeClr val="lt1"/>
                </a:solidFill>
              </a:defRPr>
            </a:lvl2pPr>
            <a:lvl3pPr indent="-323850" lvl="2" marL="1371600" algn="l">
              <a:lnSpc>
                <a:spcPct val="114000"/>
              </a:lnSpc>
              <a:spcBef>
                <a:spcPts val="0"/>
              </a:spcBef>
              <a:spcAft>
                <a:spcPts val="0"/>
              </a:spcAft>
              <a:buClr>
                <a:schemeClr val="lt1"/>
              </a:buClr>
              <a:buSzPts val="1500"/>
              <a:buChar char="o"/>
              <a:defRPr>
                <a:solidFill>
                  <a:schemeClr val="lt1"/>
                </a:solidFill>
              </a:defRPr>
            </a:lvl3pPr>
            <a:lvl4pPr indent="-285750" lvl="3" marL="1828800" algn="l">
              <a:lnSpc>
                <a:spcPct val="114000"/>
              </a:lnSpc>
              <a:spcBef>
                <a:spcPts val="0"/>
              </a:spcBef>
              <a:spcAft>
                <a:spcPts val="0"/>
              </a:spcAft>
              <a:buClr>
                <a:schemeClr val="lt1"/>
              </a:buClr>
              <a:buSzPts val="900"/>
              <a:buChar char="⦿"/>
              <a:defRPr>
                <a:solidFill>
                  <a:schemeClr val="lt1"/>
                </a:solidFill>
              </a:defRPr>
            </a:lvl4pPr>
            <a:lvl5pPr indent="-336550" lvl="4" marL="2286000" algn="l">
              <a:lnSpc>
                <a:spcPct val="114000"/>
              </a:lnSpc>
              <a:spcBef>
                <a:spcPts val="0"/>
              </a:spcBef>
              <a:spcAft>
                <a:spcPts val="0"/>
              </a:spcAft>
              <a:buClr>
                <a:schemeClr val="lt1"/>
              </a:buClr>
              <a:buSzPts val="1700"/>
              <a:buChar char="•"/>
              <a:defRPr>
                <a:solidFill>
                  <a:schemeClr val="lt1"/>
                </a:solidFill>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cxnSp>
        <p:nvCxnSpPr>
          <p:cNvPr id="48" name="Google Shape;48;p9"/>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chemeClr val="dk1"/>
        </a:solidFill>
      </p:bgPr>
    </p:bg>
    <p:spTree>
      <p:nvGrpSpPr>
        <p:cNvPr id="49" name="Shape 49"/>
        <p:cNvGrpSpPr/>
        <p:nvPr/>
      </p:nvGrpSpPr>
      <p:grpSpPr>
        <a:xfrm>
          <a:off x="0" y="0"/>
          <a:ext cx="0" cy="0"/>
          <a:chOff x="0" y="0"/>
          <a:chExt cx="0" cy="0"/>
        </a:xfrm>
      </p:grpSpPr>
      <p:sp>
        <p:nvSpPr>
          <p:cNvPr id="50" name="Google Shape;50;p10"/>
          <p:cNvSpPr txBox="1"/>
          <p:nvPr>
            <p:ph type="ctrTitle"/>
          </p:nvPr>
        </p:nvSpPr>
        <p:spPr>
          <a:xfrm>
            <a:off x="339881" y="2003597"/>
            <a:ext cx="5561700" cy="1714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500"/>
              <a:buFont typeface="Arial"/>
              <a:buNone/>
              <a:defRPr b="1" sz="4500"/>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
        <p:nvSpPr>
          <p:cNvPr id="51" name="Google Shape;51;p10"/>
          <p:cNvSpPr txBox="1"/>
          <p:nvPr>
            <p:ph idx="1" type="subTitle"/>
          </p:nvPr>
        </p:nvSpPr>
        <p:spPr>
          <a:xfrm>
            <a:off x="339880" y="820215"/>
            <a:ext cx="5561700" cy="573900"/>
          </a:xfrm>
          <a:prstGeom prst="rect">
            <a:avLst/>
          </a:prstGeom>
          <a:noFill/>
          <a:ln>
            <a:noFill/>
          </a:ln>
        </p:spPr>
        <p:txBody>
          <a:bodyPr anchorCtr="0" anchor="b" bIns="0" lIns="0" spcFirstLastPara="1" rIns="0" wrap="square" tIns="0">
            <a:noAutofit/>
          </a:bodyPr>
          <a:lstStyle>
            <a:lvl1pPr lvl="0" algn="l">
              <a:lnSpc>
                <a:spcPct val="114000"/>
              </a:lnSpc>
              <a:spcBef>
                <a:spcPts val="0"/>
              </a:spcBef>
              <a:spcAft>
                <a:spcPts val="0"/>
              </a:spcAft>
              <a:buClr>
                <a:schemeClr val="lt1"/>
              </a:buClr>
              <a:buSzPts val="1600"/>
              <a:buNone/>
              <a:defRPr sz="2700"/>
            </a:lvl1pPr>
            <a:lvl2pPr lvl="1" algn="ctr">
              <a:lnSpc>
                <a:spcPct val="114000"/>
              </a:lnSpc>
              <a:spcBef>
                <a:spcPts val="0"/>
              </a:spcBef>
              <a:spcAft>
                <a:spcPts val="0"/>
              </a:spcAft>
              <a:buClr>
                <a:schemeClr val="lt1"/>
              </a:buClr>
              <a:buSzPts val="1300"/>
              <a:buNone/>
              <a:defRPr sz="1100"/>
            </a:lvl2pPr>
            <a:lvl3pPr lvl="2" algn="ctr">
              <a:lnSpc>
                <a:spcPct val="114000"/>
              </a:lnSpc>
              <a:spcBef>
                <a:spcPts val="0"/>
              </a:spcBef>
              <a:spcAft>
                <a:spcPts val="0"/>
              </a:spcAft>
              <a:buClr>
                <a:schemeClr val="lt1"/>
              </a:buClr>
              <a:buSzPts val="1000"/>
              <a:buNone/>
              <a:defRPr sz="1000"/>
            </a:lvl3pPr>
            <a:lvl4pPr lvl="3" algn="ctr">
              <a:lnSpc>
                <a:spcPct val="114000"/>
              </a:lnSpc>
              <a:spcBef>
                <a:spcPts val="0"/>
              </a:spcBef>
              <a:spcAft>
                <a:spcPts val="0"/>
              </a:spcAft>
              <a:buClr>
                <a:schemeClr val="lt1"/>
              </a:buClr>
              <a:buSzPts val="500"/>
              <a:buNone/>
              <a:defRPr sz="900"/>
            </a:lvl4pPr>
            <a:lvl5pPr lvl="4" algn="ctr">
              <a:lnSpc>
                <a:spcPct val="114000"/>
              </a:lnSpc>
              <a:spcBef>
                <a:spcPts val="0"/>
              </a:spcBef>
              <a:spcAft>
                <a:spcPts val="0"/>
              </a:spcAft>
              <a:buClr>
                <a:schemeClr val="lt1"/>
              </a:buClr>
              <a:buSzPts val="1000"/>
              <a:buNone/>
              <a:defRPr sz="900"/>
            </a:lvl5pPr>
            <a:lvl6pPr lvl="5" algn="ctr">
              <a:lnSpc>
                <a:spcPct val="90000"/>
              </a:lnSpc>
              <a:spcBef>
                <a:spcPts val="300"/>
              </a:spcBef>
              <a:spcAft>
                <a:spcPts val="0"/>
              </a:spcAft>
              <a:buClr>
                <a:schemeClr val="lt1"/>
              </a:buClr>
              <a:buSzPts val="900"/>
              <a:buNone/>
              <a:defRPr sz="900"/>
            </a:lvl6pPr>
            <a:lvl7pPr lvl="6" algn="ctr">
              <a:lnSpc>
                <a:spcPct val="90000"/>
              </a:lnSpc>
              <a:spcBef>
                <a:spcPts val="300"/>
              </a:spcBef>
              <a:spcAft>
                <a:spcPts val="0"/>
              </a:spcAft>
              <a:buClr>
                <a:schemeClr val="lt1"/>
              </a:buClr>
              <a:buSzPts val="900"/>
              <a:buNone/>
              <a:defRPr sz="900"/>
            </a:lvl7pPr>
            <a:lvl8pPr lvl="7" algn="ctr">
              <a:lnSpc>
                <a:spcPct val="90000"/>
              </a:lnSpc>
              <a:spcBef>
                <a:spcPts val="300"/>
              </a:spcBef>
              <a:spcAft>
                <a:spcPts val="0"/>
              </a:spcAft>
              <a:buClr>
                <a:schemeClr val="lt1"/>
              </a:buClr>
              <a:buSzPts val="900"/>
              <a:buNone/>
              <a:defRPr sz="900"/>
            </a:lvl8pPr>
            <a:lvl9pPr lvl="8" algn="ctr">
              <a:lnSpc>
                <a:spcPct val="90000"/>
              </a:lnSpc>
              <a:spcBef>
                <a:spcPts val="300"/>
              </a:spcBef>
              <a:spcAft>
                <a:spcPts val="0"/>
              </a:spcAft>
              <a:buClr>
                <a:schemeClr val="lt1"/>
              </a:buClr>
              <a:buSzPts val="900"/>
              <a:buNone/>
              <a:defRPr sz="900"/>
            </a:lvl9pPr>
          </a:lstStyle>
          <a:p/>
        </p:txBody>
      </p:sp>
      <p:cxnSp>
        <p:nvCxnSpPr>
          <p:cNvPr id="52" name="Google Shape;52;p10"/>
          <p:cNvCxnSpPr/>
          <p:nvPr/>
        </p:nvCxnSpPr>
        <p:spPr>
          <a:xfrm>
            <a:off x="339879" y="3766542"/>
            <a:ext cx="8457600" cy="0"/>
          </a:xfrm>
          <a:prstGeom prst="straightConnector1">
            <a:avLst/>
          </a:prstGeom>
          <a:noFill/>
          <a:ln cap="flat" cmpd="sng" w="50800">
            <a:solidFill>
              <a:schemeClr val="lt1"/>
            </a:solidFill>
            <a:prstDash val="solid"/>
            <a:miter lim="800000"/>
            <a:headEnd len="sm" w="sm" type="none"/>
            <a:tailEnd len="sm" w="sm" type="none"/>
          </a:ln>
        </p:spPr>
      </p:cxnSp>
      <p:sp>
        <p:nvSpPr>
          <p:cNvPr id="53" name="Google Shape;53;p10"/>
          <p:cNvSpPr txBox="1"/>
          <p:nvPr>
            <p:ph idx="2" type="body"/>
          </p:nvPr>
        </p:nvSpPr>
        <p:spPr>
          <a:xfrm>
            <a:off x="1295136" y="4113609"/>
            <a:ext cx="4110900" cy="6618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0"/>
              </a:spcBef>
              <a:spcAft>
                <a:spcPts val="0"/>
              </a:spcAft>
              <a:buClr>
                <a:schemeClr val="lt1"/>
              </a:buClr>
              <a:buSzPts val="900"/>
              <a:buFont typeface="Arial"/>
              <a:buNone/>
              <a:defRPr sz="1500"/>
            </a:lvl1pPr>
            <a:lvl2pPr indent="-228600" lvl="1" marL="914400" algn="l">
              <a:lnSpc>
                <a:spcPct val="140000"/>
              </a:lnSpc>
              <a:spcBef>
                <a:spcPts val="0"/>
              </a:spcBef>
              <a:spcAft>
                <a:spcPts val="0"/>
              </a:spcAft>
              <a:buClr>
                <a:schemeClr val="lt1"/>
              </a:buClr>
              <a:buSzPts val="1300"/>
              <a:buFont typeface="Arial"/>
              <a:buNone/>
              <a:defRPr sz="1100"/>
            </a:lvl2pPr>
            <a:lvl3pPr indent="-228600" lvl="2" marL="1371600" algn="l">
              <a:lnSpc>
                <a:spcPct val="140000"/>
              </a:lnSpc>
              <a:spcBef>
                <a:spcPts val="0"/>
              </a:spcBef>
              <a:spcAft>
                <a:spcPts val="0"/>
              </a:spcAft>
              <a:buClr>
                <a:schemeClr val="lt1"/>
              </a:buClr>
              <a:buSzPts val="1100"/>
              <a:buFont typeface="Arial"/>
              <a:buNone/>
              <a:defRPr sz="1100"/>
            </a:lvl3pPr>
            <a:lvl4pPr indent="-228600" lvl="3" marL="1828800" algn="l">
              <a:lnSpc>
                <a:spcPct val="140000"/>
              </a:lnSpc>
              <a:spcBef>
                <a:spcPts val="0"/>
              </a:spcBef>
              <a:spcAft>
                <a:spcPts val="0"/>
              </a:spcAft>
              <a:buClr>
                <a:schemeClr val="lt1"/>
              </a:buClr>
              <a:buSzPts val="700"/>
              <a:buFont typeface="Arial"/>
              <a:buNone/>
              <a:defRPr sz="1100"/>
            </a:lvl4pPr>
            <a:lvl5pPr indent="-228600" lvl="4" marL="2286000" algn="l">
              <a:lnSpc>
                <a:spcPct val="140000"/>
              </a:lnSpc>
              <a:spcBef>
                <a:spcPts val="0"/>
              </a:spcBef>
              <a:spcAft>
                <a:spcPts val="0"/>
              </a:spcAft>
              <a:buClr>
                <a:schemeClr val="lt1"/>
              </a:buClr>
              <a:buSzPts val="1300"/>
              <a:buFont typeface="Arial"/>
              <a:buNone/>
              <a:defRPr sz="1100"/>
            </a:lvl5pPr>
            <a:lvl6pPr indent="-273050" lvl="5" marL="2743200" algn="l">
              <a:lnSpc>
                <a:spcPct val="90000"/>
              </a:lnSpc>
              <a:spcBef>
                <a:spcPts val="300"/>
              </a:spcBef>
              <a:spcAft>
                <a:spcPts val="0"/>
              </a:spcAft>
              <a:buClr>
                <a:schemeClr val="lt1"/>
              </a:buClr>
              <a:buSzPts val="700"/>
              <a:buChar char="•"/>
              <a:defRPr/>
            </a:lvl6pPr>
            <a:lvl7pPr indent="-273050" lvl="6" marL="3200400" algn="l">
              <a:lnSpc>
                <a:spcPct val="90000"/>
              </a:lnSpc>
              <a:spcBef>
                <a:spcPts val="300"/>
              </a:spcBef>
              <a:spcAft>
                <a:spcPts val="0"/>
              </a:spcAft>
              <a:buClr>
                <a:schemeClr val="lt1"/>
              </a:buClr>
              <a:buSzPts val="700"/>
              <a:buChar char="•"/>
              <a:defRPr/>
            </a:lvl7pPr>
            <a:lvl8pPr indent="-273050" lvl="7" marL="3657600" algn="l">
              <a:lnSpc>
                <a:spcPct val="90000"/>
              </a:lnSpc>
              <a:spcBef>
                <a:spcPts val="300"/>
              </a:spcBef>
              <a:spcAft>
                <a:spcPts val="0"/>
              </a:spcAft>
              <a:buClr>
                <a:schemeClr val="lt1"/>
              </a:buClr>
              <a:buSzPts val="700"/>
              <a:buChar char="•"/>
              <a:defRPr/>
            </a:lvl8pPr>
            <a:lvl9pPr indent="-273050" lvl="8" marL="4114800" algn="l">
              <a:lnSpc>
                <a:spcPct val="90000"/>
              </a:lnSpc>
              <a:spcBef>
                <a:spcPts val="300"/>
              </a:spcBef>
              <a:spcAft>
                <a:spcPts val="0"/>
              </a:spcAft>
              <a:buClr>
                <a:schemeClr val="lt1"/>
              </a:buClr>
              <a:buSzPts val="700"/>
              <a:buChar char="•"/>
              <a:defRPr/>
            </a:lvl9pPr>
          </a:lstStyle>
          <a:p/>
        </p:txBody>
      </p:sp>
      <p:pic>
        <p:nvPicPr>
          <p:cNvPr id="54" name="Google Shape;54;p10"/>
          <p:cNvPicPr preferRelativeResize="0"/>
          <p:nvPr/>
        </p:nvPicPr>
        <p:blipFill rotWithShape="1">
          <a:blip r:embed="rId2">
            <a:alphaModFix/>
          </a:blip>
          <a:srcRect b="0" l="0" r="0" t="0"/>
          <a:stretch/>
        </p:blipFill>
        <p:spPr>
          <a:xfrm>
            <a:off x="355100" y="4165717"/>
            <a:ext cx="627133" cy="551676"/>
          </a:xfrm>
          <a:prstGeom prst="rect">
            <a:avLst/>
          </a:prstGeom>
          <a:noFill/>
          <a:ln>
            <a:noFill/>
          </a:ln>
        </p:spPr>
      </p:pic>
      <p:pic>
        <p:nvPicPr>
          <p:cNvPr id="55" name="Google Shape;55;p10"/>
          <p:cNvPicPr preferRelativeResize="0"/>
          <p:nvPr/>
        </p:nvPicPr>
        <p:blipFill rotWithShape="1">
          <a:blip r:embed="rId2">
            <a:alphaModFix/>
          </a:blip>
          <a:srcRect b="0" l="0" r="0" t="0"/>
          <a:stretch/>
        </p:blipFill>
        <p:spPr>
          <a:xfrm>
            <a:off x="355100" y="4165717"/>
            <a:ext cx="627133" cy="551676"/>
          </a:xfrm>
          <a:prstGeom prst="rect">
            <a:avLst/>
          </a:prstGeom>
          <a:noFill/>
          <a:ln>
            <a:noFill/>
          </a:ln>
        </p:spPr>
      </p:pic>
      <p:pic>
        <p:nvPicPr>
          <p:cNvPr id="56" name="Google Shape;56;p10"/>
          <p:cNvPicPr preferRelativeResize="0"/>
          <p:nvPr/>
        </p:nvPicPr>
        <p:blipFill rotWithShape="1">
          <a:blip r:embed="rId3">
            <a:alphaModFix/>
          </a:blip>
          <a:srcRect b="0" l="0" r="0" t="0"/>
          <a:stretch/>
        </p:blipFill>
        <p:spPr>
          <a:xfrm>
            <a:off x="6136108" y="2274508"/>
            <a:ext cx="2668757" cy="2255162"/>
          </a:xfrm>
          <a:prstGeom prst="rect">
            <a:avLst/>
          </a:prstGeom>
          <a:noFill/>
          <a:ln>
            <a:noFill/>
          </a:ln>
        </p:spPr>
      </p:pic>
      <p:pic>
        <p:nvPicPr>
          <p:cNvPr id="57" name="Google Shape;57;p10"/>
          <p:cNvPicPr preferRelativeResize="0"/>
          <p:nvPr/>
        </p:nvPicPr>
        <p:blipFill rotWithShape="1">
          <a:blip r:embed="rId4">
            <a:alphaModFix/>
          </a:blip>
          <a:srcRect b="0" l="15321" r="14107" t="0"/>
          <a:stretch/>
        </p:blipFill>
        <p:spPr>
          <a:xfrm>
            <a:off x="6136108" y="982467"/>
            <a:ext cx="2661462" cy="1423987"/>
          </a:xfrm>
          <a:prstGeom prst="rect">
            <a:avLst/>
          </a:prstGeom>
          <a:noFill/>
          <a:ln>
            <a:noFill/>
          </a:ln>
        </p:spPr>
      </p:pic>
      <p:sp>
        <p:nvSpPr>
          <p:cNvPr id="58" name="Google Shape;58;p10"/>
          <p:cNvSpPr txBox="1"/>
          <p:nvPr>
            <p:ph idx="12" type="sldNum"/>
          </p:nvPr>
        </p:nvSpPr>
        <p:spPr>
          <a:xfrm>
            <a:off x="8556784" y="4749851"/>
            <a:ext cx="548700" cy="393600"/>
          </a:xfrm>
          <a:prstGeom prst="rect">
            <a:avLst/>
          </a:prstGeom>
        </p:spPr>
        <p:txBody>
          <a:bodyPr anchorCtr="0" anchor="t" bIns="0" lIns="0" spcFirstLastPara="1" rIns="0" wrap="square" tIns="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solidFill>
          <a:schemeClr val="dk2"/>
        </a:solidFill>
      </p:bgPr>
    </p:bg>
    <p:spTree>
      <p:nvGrpSpPr>
        <p:cNvPr id="59" name="Shape 59"/>
        <p:cNvGrpSpPr/>
        <p:nvPr/>
      </p:nvGrpSpPr>
      <p:grpSpPr>
        <a:xfrm>
          <a:off x="0" y="0"/>
          <a:ext cx="0" cy="0"/>
          <a:chOff x="0" y="0"/>
          <a:chExt cx="0" cy="0"/>
        </a:xfrm>
      </p:grpSpPr>
      <p:sp>
        <p:nvSpPr>
          <p:cNvPr id="60" name="Google Shape;60;p11"/>
          <p:cNvSpPr txBox="1"/>
          <p:nvPr>
            <p:ph type="title"/>
          </p:nvPr>
        </p:nvSpPr>
        <p:spPr>
          <a:xfrm>
            <a:off x="339879" y="1568033"/>
            <a:ext cx="8457600" cy="2092200"/>
          </a:xfrm>
          <a:prstGeom prst="rect">
            <a:avLst/>
          </a:prstGeom>
          <a:noFill/>
          <a:ln>
            <a:noFill/>
          </a:ln>
        </p:spPr>
        <p:txBody>
          <a:bodyPr anchorCtr="0" anchor="b" bIns="0" lIns="0" spcFirstLastPara="1" rIns="0" wrap="square" tIns="0">
            <a:noAutofit/>
          </a:bodyPr>
          <a:lstStyle>
            <a:lvl1pPr lvl="0" algn="l">
              <a:lnSpc>
                <a:spcPct val="114000"/>
              </a:lnSpc>
              <a:spcBef>
                <a:spcPts val="0"/>
              </a:spcBef>
              <a:spcAft>
                <a:spcPts val="0"/>
              </a:spcAft>
              <a:buClr>
                <a:schemeClr val="lt1"/>
              </a:buClr>
              <a:buSzPts val="2700"/>
              <a:buFont typeface="Arial"/>
              <a:buNone/>
              <a:defRPr b="0" sz="2700"/>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cxnSp>
        <p:nvCxnSpPr>
          <p:cNvPr id="61" name="Google Shape;61;p11"/>
          <p:cNvCxnSpPr/>
          <p:nvPr/>
        </p:nvCxnSpPr>
        <p:spPr>
          <a:xfrm>
            <a:off x="339879" y="3766542"/>
            <a:ext cx="8457600" cy="0"/>
          </a:xfrm>
          <a:prstGeom prst="straightConnector1">
            <a:avLst/>
          </a:prstGeom>
          <a:noFill/>
          <a:ln cap="flat" cmpd="sng" w="9525">
            <a:solidFill>
              <a:schemeClr val="lt1"/>
            </a:solidFill>
            <a:prstDash val="solid"/>
            <a:miter lim="800000"/>
            <a:headEnd len="sm" w="sm" type="none"/>
            <a:tailEnd len="sm" w="sm" type="none"/>
          </a:ln>
        </p:spPr>
      </p:cxnSp>
      <p:sp>
        <p:nvSpPr>
          <p:cNvPr id="62" name="Google Shape;62;p11"/>
          <p:cNvSpPr txBox="1"/>
          <p:nvPr>
            <p:ph idx="12" type="sldNum"/>
          </p:nvPr>
        </p:nvSpPr>
        <p:spPr>
          <a:xfrm>
            <a:off x="8556784" y="4749851"/>
            <a:ext cx="548700" cy="393600"/>
          </a:xfrm>
          <a:prstGeom prst="rect">
            <a:avLst/>
          </a:prstGeom>
        </p:spPr>
        <p:txBody>
          <a:bodyPr anchorCtr="0" anchor="t" bIns="0" lIns="0" spcFirstLastPara="1" rIns="0" wrap="square" tIns="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umn Bullets">
  <p:cSld name="Half Column Bullets">
    <p:spTree>
      <p:nvGrpSpPr>
        <p:cNvPr id="63" name="Shape 63"/>
        <p:cNvGrpSpPr/>
        <p:nvPr/>
      </p:nvGrpSpPr>
      <p:grpSpPr>
        <a:xfrm>
          <a:off x="0" y="0"/>
          <a:ext cx="0" cy="0"/>
          <a:chOff x="0" y="0"/>
          <a:chExt cx="0" cy="0"/>
        </a:xfrm>
      </p:grpSpPr>
      <p:cxnSp>
        <p:nvCxnSpPr>
          <p:cNvPr id="64" name="Google Shape;64;p12"/>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65" name="Google Shape;65;p12"/>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66" name="Google Shape;66;p12"/>
          <p:cNvSpPr txBox="1"/>
          <p:nvPr>
            <p:ph idx="1" type="body"/>
          </p:nvPr>
        </p:nvSpPr>
        <p:spPr>
          <a:xfrm>
            <a:off x="358612" y="915066"/>
            <a:ext cx="4213500" cy="3481200"/>
          </a:xfrm>
          <a:prstGeom prst="rect">
            <a:avLst/>
          </a:prstGeom>
          <a:noFill/>
          <a:ln>
            <a:noFill/>
          </a:ln>
        </p:spPr>
        <p:txBody>
          <a:bodyPr anchorCtr="0" anchor="t" bIns="0" lIns="0" spcFirstLastPara="1" rIns="0" wrap="square" tIns="0">
            <a:noAutofit/>
          </a:bodyPr>
          <a:lstStyle>
            <a:lvl1pPr indent="-292100" lvl="0" marL="457200" algn="l">
              <a:lnSpc>
                <a:spcPct val="120000"/>
              </a:lnSpc>
              <a:spcBef>
                <a:spcPts val="0"/>
              </a:spcBef>
              <a:spcAft>
                <a:spcPts val="0"/>
              </a:spcAft>
              <a:buClr>
                <a:schemeClr val="dk1"/>
              </a:buClr>
              <a:buSzPts val="1000"/>
              <a:buChar char="⦿"/>
              <a:defRPr/>
            </a:lvl1pPr>
            <a:lvl2pPr indent="-336550" lvl="1" marL="914400" algn="l">
              <a:lnSpc>
                <a:spcPct val="120000"/>
              </a:lnSpc>
              <a:spcBef>
                <a:spcPts val="0"/>
              </a:spcBef>
              <a:spcAft>
                <a:spcPts val="0"/>
              </a:spcAft>
              <a:buClr>
                <a:schemeClr val="dk1"/>
              </a:buClr>
              <a:buSzPts val="1700"/>
              <a:buChar char="•"/>
              <a:defRPr/>
            </a:lvl2pPr>
            <a:lvl3pPr indent="-323850" lvl="2" marL="1371600" algn="l">
              <a:lnSpc>
                <a:spcPct val="120000"/>
              </a:lnSpc>
              <a:spcBef>
                <a:spcPts val="0"/>
              </a:spcBef>
              <a:spcAft>
                <a:spcPts val="0"/>
              </a:spcAft>
              <a:buClr>
                <a:schemeClr val="dk1"/>
              </a:buClr>
              <a:buSzPts val="1500"/>
              <a:buChar char="o"/>
              <a:defRPr/>
            </a:lvl3pPr>
            <a:lvl4pPr indent="-285750" lvl="3" marL="1828800" algn="l">
              <a:lnSpc>
                <a:spcPct val="120000"/>
              </a:lnSpc>
              <a:spcBef>
                <a:spcPts val="0"/>
              </a:spcBef>
              <a:spcAft>
                <a:spcPts val="0"/>
              </a:spcAft>
              <a:buClr>
                <a:schemeClr val="dk1"/>
              </a:buClr>
              <a:buSzPts val="900"/>
              <a:buChar char="⦿"/>
              <a:defRPr/>
            </a:lvl4pPr>
            <a:lvl5pPr indent="-336550" lvl="4" marL="2286000" algn="l">
              <a:lnSpc>
                <a:spcPct val="120000"/>
              </a:lnSpc>
              <a:spcBef>
                <a:spcPts val="0"/>
              </a:spcBef>
              <a:spcAft>
                <a:spcPts val="0"/>
              </a:spcAft>
              <a:buClr>
                <a:schemeClr val="dk1"/>
              </a:buClr>
              <a:buSzPts val="1700"/>
              <a:buChar char="•"/>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sp>
        <p:nvSpPr>
          <p:cNvPr id="67" name="Google Shape;67;p12"/>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lvl1pPr lvl="0" algn="l">
              <a:lnSpc>
                <a:spcPct val="266666"/>
              </a:lnSpc>
              <a:spcBef>
                <a:spcPts val="0"/>
              </a:spcBef>
              <a:spcAft>
                <a:spcPts val="0"/>
              </a:spcAft>
              <a:buClr>
                <a:schemeClr val="dk1"/>
              </a:buClr>
              <a:buSzPts val="700"/>
              <a:buNone/>
              <a:defRPr/>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
        <p:nvSpPr>
          <p:cNvPr id="68" name="Google Shape;68;p12"/>
          <p:cNvSpPr txBox="1"/>
          <p:nvPr>
            <p:ph idx="2"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lvl1pPr indent="-228600" lvl="0" marL="457200" algn="ctr">
              <a:lnSpc>
                <a:spcPct val="114000"/>
              </a:lnSpc>
              <a:spcBef>
                <a:spcPts val="0"/>
              </a:spcBef>
              <a:spcAft>
                <a:spcPts val="0"/>
              </a:spcAft>
              <a:buClr>
                <a:schemeClr val="lt1"/>
              </a:buClr>
              <a:buSzPts val="800"/>
              <a:buNone/>
              <a:defRPr b="1" sz="1300">
                <a:solidFill>
                  <a:schemeClr val="lt1"/>
                </a:solidFill>
              </a:defRPr>
            </a:lvl1pPr>
            <a:lvl2pPr indent="-336550" lvl="1" marL="914400" algn="l">
              <a:lnSpc>
                <a:spcPct val="114000"/>
              </a:lnSpc>
              <a:spcBef>
                <a:spcPts val="0"/>
              </a:spcBef>
              <a:spcAft>
                <a:spcPts val="0"/>
              </a:spcAft>
              <a:buClr>
                <a:schemeClr val="lt1"/>
              </a:buClr>
              <a:buSzPts val="1700"/>
              <a:buChar char="•"/>
              <a:defRPr>
                <a:solidFill>
                  <a:schemeClr val="lt1"/>
                </a:solidFill>
              </a:defRPr>
            </a:lvl2pPr>
            <a:lvl3pPr indent="-323850" lvl="2" marL="1371600" algn="l">
              <a:lnSpc>
                <a:spcPct val="114000"/>
              </a:lnSpc>
              <a:spcBef>
                <a:spcPts val="0"/>
              </a:spcBef>
              <a:spcAft>
                <a:spcPts val="0"/>
              </a:spcAft>
              <a:buClr>
                <a:schemeClr val="lt1"/>
              </a:buClr>
              <a:buSzPts val="1500"/>
              <a:buChar char="o"/>
              <a:defRPr>
                <a:solidFill>
                  <a:schemeClr val="lt1"/>
                </a:solidFill>
              </a:defRPr>
            </a:lvl3pPr>
            <a:lvl4pPr indent="-285750" lvl="3" marL="1828800" algn="l">
              <a:lnSpc>
                <a:spcPct val="114000"/>
              </a:lnSpc>
              <a:spcBef>
                <a:spcPts val="0"/>
              </a:spcBef>
              <a:spcAft>
                <a:spcPts val="0"/>
              </a:spcAft>
              <a:buClr>
                <a:schemeClr val="lt1"/>
              </a:buClr>
              <a:buSzPts val="900"/>
              <a:buChar char="⦿"/>
              <a:defRPr>
                <a:solidFill>
                  <a:schemeClr val="lt1"/>
                </a:solidFill>
              </a:defRPr>
            </a:lvl4pPr>
            <a:lvl5pPr indent="-336550" lvl="4" marL="2286000" algn="l">
              <a:lnSpc>
                <a:spcPct val="114000"/>
              </a:lnSpc>
              <a:spcBef>
                <a:spcPts val="0"/>
              </a:spcBef>
              <a:spcAft>
                <a:spcPts val="0"/>
              </a:spcAft>
              <a:buClr>
                <a:schemeClr val="lt1"/>
              </a:buClr>
              <a:buSzPts val="1700"/>
              <a:buChar char="•"/>
              <a:defRPr>
                <a:solidFill>
                  <a:schemeClr val="lt1"/>
                </a:solidFill>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umn Numbers">
  <p:cSld name="Half Column Numbers">
    <p:spTree>
      <p:nvGrpSpPr>
        <p:cNvPr id="69" name="Shape 69"/>
        <p:cNvGrpSpPr/>
        <p:nvPr/>
      </p:nvGrpSpPr>
      <p:grpSpPr>
        <a:xfrm>
          <a:off x="0" y="0"/>
          <a:ext cx="0" cy="0"/>
          <a:chOff x="0" y="0"/>
          <a:chExt cx="0" cy="0"/>
        </a:xfrm>
      </p:grpSpPr>
      <p:sp>
        <p:nvSpPr>
          <p:cNvPr id="70" name="Google Shape;70;p13"/>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71" name="Google Shape;71;p13"/>
          <p:cNvSpPr txBox="1"/>
          <p:nvPr>
            <p:ph idx="1" type="body"/>
          </p:nvPr>
        </p:nvSpPr>
        <p:spPr>
          <a:xfrm>
            <a:off x="358612" y="915066"/>
            <a:ext cx="4213500" cy="3598500"/>
          </a:xfrm>
          <a:prstGeom prst="rect">
            <a:avLst/>
          </a:prstGeom>
          <a:noFill/>
          <a:ln>
            <a:noFill/>
          </a:ln>
        </p:spPr>
        <p:txBody>
          <a:bodyPr anchorCtr="0" anchor="t" bIns="0" lIns="0" spcFirstLastPara="1" rIns="0" wrap="square" tIns="0">
            <a:noAutofit/>
          </a:bodyPr>
          <a:lstStyle>
            <a:lvl1pPr indent="-342900" lvl="0" marL="457200" algn="l">
              <a:lnSpc>
                <a:spcPct val="120000"/>
              </a:lnSpc>
              <a:spcBef>
                <a:spcPts val="0"/>
              </a:spcBef>
              <a:spcAft>
                <a:spcPts val="0"/>
              </a:spcAft>
              <a:buClr>
                <a:schemeClr val="dk1"/>
              </a:buClr>
              <a:buSzPts val="1800"/>
              <a:buFont typeface="Arial"/>
              <a:buAutoNum type="arabicPeriod"/>
              <a:defRPr sz="1800"/>
            </a:lvl1pPr>
            <a:lvl2pPr indent="-330200" lvl="1" marL="914400" algn="l">
              <a:lnSpc>
                <a:spcPct val="120000"/>
              </a:lnSpc>
              <a:spcBef>
                <a:spcPts val="0"/>
              </a:spcBef>
              <a:spcAft>
                <a:spcPts val="0"/>
              </a:spcAft>
              <a:buClr>
                <a:schemeClr val="dk1"/>
              </a:buClr>
              <a:buSzPts val="1600"/>
              <a:buFont typeface="Arial"/>
              <a:buAutoNum type="alphaUcPeriod"/>
              <a:defRPr sz="1600"/>
            </a:lvl2pPr>
            <a:lvl3pPr indent="-330200" lvl="2" marL="1371600" algn="l">
              <a:lnSpc>
                <a:spcPct val="120000"/>
              </a:lnSpc>
              <a:spcBef>
                <a:spcPts val="0"/>
              </a:spcBef>
              <a:spcAft>
                <a:spcPts val="0"/>
              </a:spcAft>
              <a:buClr>
                <a:schemeClr val="dk1"/>
              </a:buClr>
              <a:buSzPts val="1600"/>
              <a:buFont typeface="Arial"/>
              <a:buAutoNum type="romanLcPeriod"/>
              <a:defRPr sz="1600"/>
            </a:lvl3pPr>
            <a:lvl4pPr indent="-330200" lvl="3" marL="1828800" algn="l">
              <a:lnSpc>
                <a:spcPct val="120000"/>
              </a:lnSpc>
              <a:spcBef>
                <a:spcPts val="0"/>
              </a:spcBef>
              <a:spcAft>
                <a:spcPts val="0"/>
              </a:spcAft>
              <a:buClr>
                <a:schemeClr val="dk1"/>
              </a:buClr>
              <a:buSzPts val="1600"/>
              <a:buFont typeface="Arial"/>
              <a:buAutoNum type="arabicPeriod"/>
              <a:defRPr sz="1600"/>
            </a:lvl4pPr>
            <a:lvl5pPr indent="-330200" lvl="4" marL="2286000" algn="l">
              <a:lnSpc>
                <a:spcPct val="120000"/>
              </a:lnSpc>
              <a:spcBef>
                <a:spcPts val="0"/>
              </a:spcBef>
              <a:spcAft>
                <a:spcPts val="0"/>
              </a:spcAft>
              <a:buClr>
                <a:schemeClr val="dk1"/>
              </a:buClr>
              <a:buSzPts val="1600"/>
              <a:buFont typeface="Arial"/>
              <a:buAutoNum type="alphaLcPeriod"/>
              <a:defRPr sz="1600"/>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cxnSp>
        <p:nvCxnSpPr>
          <p:cNvPr id="72" name="Google Shape;72;p13"/>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73" name="Google Shape;73;p13"/>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lvl1pPr lvl="0" algn="l">
              <a:lnSpc>
                <a:spcPct val="266666"/>
              </a:lnSpc>
              <a:spcBef>
                <a:spcPts val="0"/>
              </a:spcBef>
              <a:spcAft>
                <a:spcPts val="0"/>
              </a:spcAft>
              <a:buClr>
                <a:schemeClr val="dk1"/>
              </a:buClr>
              <a:buSzPts val="700"/>
              <a:buNone/>
              <a:defRPr/>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
        <p:nvSpPr>
          <p:cNvPr id="74" name="Google Shape;74;p13"/>
          <p:cNvSpPr txBox="1"/>
          <p:nvPr>
            <p:ph idx="2"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lvl1pPr indent="-228600" lvl="0" marL="457200" algn="ctr">
              <a:lnSpc>
                <a:spcPct val="114000"/>
              </a:lnSpc>
              <a:spcBef>
                <a:spcPts val="0"/>
              </a:spcBef>
              <a:spcAft>
                <a:spcPts val="0"/>
              </a:spcAft>
              <a:buClr>
                <a:schemeClr val="lt1"/>
              </a:buClr>
              <a:buSzPts val="800"/>
              <a:buNone/>
              <a:defRPr b="1" sz="1300">
                <a:solidFill>
                  <a:schemeClr val="lt1"/>
                </a:solidFill>
              </a:defRPr>
            </a:lvl1pPr>
            <a:lvl2pPr indent="-336550" lvl="1" marL="914400" algn="l">
              <a:lnSpc>
                <a:spcPct val="114000"/>
              </a:lnSpc>
              <a:spcBef>
                <a:spcPts val="0"/>
              </a:spcBef>
              <a:spcAft>
                <a:spcPts val="0"/>
              </a:spcAft>
              <a:buClr>
                <a:schemeClr val="lt1"/>
              </a:buClr>
              <a:buSzPts val="1700"/>
              <a:buChar char="•"/>
              <a:defRPr>
                <a:solidFill>
                  <a:schemeClr val="lt1"/>
                </a:solidFill>
              </a:defRPr>
            </a:lvl2pPr>
            <a:lvl3pPr indent="-323850" lvl="2" marL="1371600" algn="l">
              <a:lnSpc>
                <a:spcPct val="114000"/>
              </a:lnSpc>
              <a:spcBef>
                <a:spcPts val="0"/>
              </a:spcBef>
              <a:spcAft>
                <a:spcPts val="0"/>
              </a:spcAft>
              <a:buClr>
                <a:schemeClr val="lt1"/>
              </a:buClr>
              <a:buSzPts val="1500"/>
              <a:buChar char="o"/>
              <a:defRPr>
                <a:solidFill>
                  <a:schemeClr val="lt1"/>
                </a:solidFill>
              </a:defRPr>
            </a:lvl3pPr>
            <a:lvl4pPr indent="-285750" lvl="3" marL="1828800" algn="l">
              <a:lnSpc>
                <a:spcPct val="114000"/>
              </a:lnSpc>
              <a:spcBef>
                <a:spcPts val="0"/>
              </a:spcBef>
              <a:spcAft>
                <a:spcPts val="0"/>
              </a:spcAft>
              <a:buClr>
                <a:schemeClr val="lt1"/>
              </a:buClr>
              <a:buSzPts val="900"/>
              <a:buChar char="⦿"/>
              <a:defRPr>
                <a:solidFill>
                  <a:schemeClr val="lt1"/>
                </a:solidFill>
              </a:defRPr>
            </a:lvl4pPr>
            <a:lvl5pPr indent="-336550" lvl="4" marL="2286000" algn="l">
              <a:lnSpc>
                <a:spcPct val="114000"/>
              </a:lnSpc>
              <a:spcBef>
                <a:spcPts val="0"/>
              </a:spcBef>
              <a:spcAft>
                <a:spcPts val="0"/>
              </a:spcAft>
              <a:buClr>
                <a:schemeClr val="lt1"/>
              </a:buClr>
              <a:buSzPts val="1700"/>
              <a:buChar char="•"/>
              <a:defRPr>
                <a:solidFill>
                  <a:schemeClr val="lt1"/>
                </a:solidFill>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bg>
      <p:bgPr>
        <a:solidFill>
          <a:schemeClr val="dk2"/>
        </a:solidFill>
      </p:bgPr>
    </p:bg>
    <p:spTree>
      <p:nvGrpSpPr>
        <p:cNvPr id="75" name="Shape 75"/>
        <p:cNvGrpSpPr/>
        <p:nvPr/>
      </p:nvGrpSpPr>
      <p:grpSpPr>
        <a:xfrm>
          <a:off x="0" y="0"/>
          <a:ext cx="0" cy="0"/>
          <a:chOff x="0" y="0"/>
          <a:chExt cx="0" cy="0"/>
        </a:xfrm>
      </p:grpSpPr>
      <p:sp>
        <p:nvSpPr>
          <p:cNvPr id="76" name="Google Shape;76;p14"/>
          <p:cNvSpPr txBox="1"/>
          <p:nvPr>
            <p:ph type="title"/>
          </p:nvPr>
        </p:nvSpPr>
        <p:spPr>
          <a:xfrm>
            <a:off x="339880" y="1358578"/>
            <a:ext cx="8457600" cy="1381200"/>
          </a:xfrm>
          <a:prstGeom prst="rect">
            <a:avLst/>
          </a:prstGeom>
          <a:noFill/>
          <a:ln>
            <a:noFill/>
          </a:ln>
        </p:spPr>
        <p:txBody>
          <a:bodyPr anchorCtr="0" anchor="t" bIns="0" lIns="0" spcFirstLastPara="1" rIns="0" wrap="square" tIns="0">
            <a:noAutofit/>
          </a:bodyPr>
          <a:lstStyle>
            <a:lvl1pPr lvl="0" algn="l">
              <a:lnSpc>
                <a:spcPct val="114000"/>
              </a:lnSpc>
              <a:spcBef>
                <a:spcPts val="0"/>
              </a:spcBef>
              <a:spcAft>
                <a:spcPts val="0"/>
              </a:spcAft>
              <a:buClr>
                <a:schemeClr val="lt1"/>
              </a:buClr>
              <a:buSzPts val="2200"/>
              <a:buFont typeface="Arial"/>
              <a:buNone/>
              <a:defRPr b="0" sz="2200"/>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
        <p:nvSpPr>
          <p:cNvPr id="77" name="Google Shape;77;p14"/>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bg>
      <p:bgPr>
        <a:solidFill>
          <a:schemeClr val="dk2"/>
        </a:solidFill>
      </p:bgPr>
    </p:bg>
    <p:spTree>
      <p:nvGrpSpPr>
        <p:cNvPr id="78" name="Shape 78"/>
        <p:cNvGrpSpPr/>
        <p:nvPr/>
      </p:nvGrpSpPr>
      <p:grpSpPr>
        <a:xfrm>
          <a:off x="0" y="0"/>
          <a:ext cx="0" cy="0"/>
          <a:chOff x="0" y="0"/>
          <a:chExt cx="0" cy="0"/>
        </a:xfrm>
      </p:grpSpPr>
      <p:sp>
        <p:nvSpPr>
          <p:cNvPr id="79" name="Google Shape;79;p15"/>
          <p:cNvSpPr txBox="1"/>
          <p:nvPr>
            <p:ph idx="1" type="subTitle"/>
          </p:nvPr>
        </p:nvSpPr>
        <p:spPr>
          <a:xfrm>
            <a:off x="339880" y="3356896"/>
            <a:ext cx="8457600" cy="573900"/>
          </a:xfrm>
          <a:prstGeom prst="rect">
            <a:avLst/>
          </a:prstGeom>
          <a:noFill/>
          <a:ln>
            <a:noFill/>
          </a:ln>
        </p:spPr>
        <p:txBody>
          <a:bodyPr anchorCtr="0" anchor="t" bIns="0" lIns="0" spcFirstLastPara="1" rIns="0" wrap="square" tIns="0">
            <a:noAutofit/>
          </a:bodyPr>
          <a:lstStyle>
            <a:lvl1pPr lvl="0" algn="ctr">
              <a:lnSpc>
                <a:spcPct val="114000"/>
              </a:lnSpc>
              <a:spcBef>
                <a:spcPts val="0"/>
              </a:spcBef>
              <a:spcAft>
                <a:spcPts val="0"/>
              </a:spcAft>
              <a:buClr>
                <a:schemeClr val="lt1"/>
              </a:buClr>
              <a:buSzPts val="800"/>
              <a:buNone/>
              <a:defRPr sz="1300"/>
            </a:lvl1pPr>
            <a:lvl2pPr lvl="1" algn="ctr">
              <a:lnSpc>
                <a:spcPct val="114000"/>
              </a:lnSpc>
              <a:spcBef>
                <a:spcPts val="0"/>
              </a:spcBef>
              <a:spcAft>
                <a:spcPts val="0"/>
              </a:spcAft>
              <a:buClr>
                <a:schemeClr val="lt1"/>
              </a:buClr>
              <a:buSzPts val="1300"/>
              <a:buNone/>
              <a:defRPr sz="1100"/>
            </a:lvl2pPr>
            <a:lvl3pPr lvl="2" algn="ctr">
              <a:lnSpc>
                <a:spcPct val="114000"/>
              </a:lnSpc>
              <a:spcBef>
                <a:spcPts val="0"/>
              </a:spcBef>
              <a:spcAft>
                <a:spcPts val="0"/>
              </a:spcAft>
              <a:buClr>
                <a:schemeClr val="lt1"/>
              </a:buClr>
              <a:buSzPts val="1000"/>
              <a:buNone/>
              <a:defRPr sz="1000"/>
            </a:lvl3pPr>
            <a:lvl4pPr lvl="3" algn="ctr">
              <a:lnSpc>
                <a:spcPct val="114000"/>
              </a:lnSpc>
              <a:spcBef>
                <a:spcPts val="0"/>
              </a:spcBef>
              <a:spcAft>
                <a:spcPts val="0"/>
              </a:spcAft>
              <a:buClr>
                <a:schemeClr val="lt1"/>
              </a:buClr>
              <a:buSzPts val="500"/>
              <a:buNone/>
              <a:defRPr sz="900"/>
            </a:lvl4pPr>
            <a:lvl5pPr lvl="4" algn="ctr">
              <a:lnSpc>
                <a:spcPct val="114000"/>
              </a:lnSpc>
              <a:spcBef>
                <a:spcPts val="0"/>
              </a:spcBef>
              <a:spcAft>
                <a:spcPts val="0"/>
              </a:spcAft>
              <a:buClr>
                <a:schemeClr val="lt1"/>
              </a:buClr>
              <a:buSzPts val="1000"/>
              <a:buNone/>
              <a:defRPr sz="900"/>
            </a:lvl5pPr>
            <a:lvl6pPr lvl="5" algn="ctr">
              <a:lnSpc>
                <a:spcPct val="90000"/>
              </a:lnSpc>
              <a:spcBef>
                <a:spcPts val="300"/>
              </a:spcBef>
              <a:spcAft>
                <a:spcPts val="0"/>
              </a:spcAft>
              <a:buClr>
                <a:schemeClr val="lt1"/>
              </a:buClr>
              <a:buSzPts val="900"/>
              <a:buNone/>
              <a:defRPr sz="900"/>
            </a:lvl6pPr>
            <a:lvl7pPr lvl="6" algn="ctr">
              <a:lnSpc>
                <a:spcPct val="90000"/>
              </a:lnSpc>
              <a:spcBef>
                <a:spcPts val="300"/>
              </a:spcBef>
              <a:spcAft>
                <a:spcPts val="0"/>
              </a:spcAft>
              <a:buClr>
                <a:schemeClr val="lt1"/>
              </a:buClr>
              <a:buSzPts val="900"/>
              <a:buNone/>
              <a:defRPr sz="900"/>
            </a:lvl7pPr>
            <a:lvl8pPr lvl="7" algn="ctr">
              <a:lnSpc>
                <a:spcPct val="90000"/>
              </a:lnSpc>
              <a:spcBef>
                <a:spcPts val="300"/>
              </a:spcBef>
              <a:spcAft>
                <a:spcPts val="0"/>
              </a:spcAft>
              <a:buClr>
                <a:schemeClr val="lt1"/>
              </a:buClr>
              <a:buSzPts val="900"/>
              <a:buNone/>
              <a:defRPr sz="900"/>
            </a:lvl8pPr>
            <a:lvl9pPr lvl="8" algn="ctr">
              <a:lnSpc>
                <a:spcPct val="90000"/>
              </a:lnSpc>
              <a:spcBef>
                <a:spcPts val="300"/>
              </a:spcBef>
              <a:spcAft>
                <a:spcPts val="0"/>
              </a:spcAft>
              <a:buClr>
                <a:schemeClr val="lt1"/>
              </a:buClr>
              <a:buSzPts val="900"/>
              <a:buNone/>
              <a:defRPr sz="900"/>
            </a:lvl9pPr>
          </a:lstStyle>
          <a:p/>
        </p:txBody>
      </p:sp>
      <p:sp>
        <p:nvSpPr>
          <p:cNvPr id="80" name="Google Shape;80;p15"/>
          <p:cNvSpPr txBox="1"/>
          <p:nvPr>
            <p:ph type="ctrTitle"/>
          </p:nvPr>
        </p:nvSpPr>
        <p:spPr>
          <a:xfrm>
            <a:off x="339880" y="1269823"/>
            <a:ext cx="8457600" cy="19143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lt1"/>
              </a:buClr>
              <a:buSzPts val="11200"/>
              <a:buFont typeface="Arial"/>
              <a:buNone/>
              <a:defRPr sz="11200"/>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
        <p:nvSpPr>
          <p:cNvPr id="81" name="Google Shape;81;p15"/>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2" name="Shape 82"/>
        <p:cNvGrpSpPr/>
        <p:nvPr/>
      </p:nvGrpSpPr>
      <p:grpSpPr>
        <a:xfrm>
          <a:off x="0" y="0"/>
          <a:ext cx="0" cy="0"/>
          <a:chOff x="0" y="0"/>
          <a:chExt cx="0" cy="0"/>
        </a:xfrm>
      </p:grpSpPr>
      <p:sp>
        <p:nvSpPr>
          <p:cNvPr id="83" name="Google Shape;83;p16"/>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84" name="Google Shape;84;p16"/>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lvl1pPr indent="-228600" lvl="0" marL="457200" algn="ctr">
              <a:lnSpc>
                <a:spcPct val="114000"/>
              </a:lnSpc>
              <a:spcBef>
                <a:spcPts val="0"/>
              </a:spcBef>
              <a:spcAft>
                <a:spcPts val="0"/>
              </a:spcAft>
              <a:buClr>
                <a:schemeClr val="lt1"/>
              </a:buClr>
              <a:buSzPts val="800"/>
              <a:buNone/>
              <a:defRPr b="1" sz="1300">
                <a:solidFill>
                  <a:schemeClr val="lt1"/>
                </a:solidFill>
              </a:defRPr>
            </a:lvl1pPr>
            <a:lvl2pPr indent="-336550" lvl="1" marL="914400" algn="l">
              <a:lnSpc>
                <a:spcPct val="114000"/>
              </a:lnSpc>
              <a:spcBef>
                <a:spcPts val="0"/>
              </a:spcBef>
              <a:spcAft>
                <a:spcPts val="0"/>
              </a:spcAft>
              <a:buClr>
                <a:schemeClr val="lt1"/>
              </a:buClr>
              <a:buSzPts val="1700"/>
              <a:buChar char="•"/>
              <a:defRPr>
                <a:solidFill>
                  <a:schemeClr val="lt1"/>
                </a:solidFill>
              </a:defRPr>
            </a:lvl2pPr>
            <a:lvl3pPr indent="-323850" lvl="2" marL="1371600" algn="l">
              <a:lnSpc>
                <a:spcPct val="114000"/>
              </a:lnSpc>
              <a:spcBef>
                <a:spcPts val="0"/>
              </a:spcBef>
              <a:spcAft>
                <a:spcPts val="0"/>
              </a:spcAft>
              <a:buClr>
                <a:schemeClr val="lt1"/>
              </a:buClr>
              <a:buSzPts val="1500"/>
              <a:buChar char="o"/>
              <a:defRPr>
                <a:solidFill>
                  <a:schemeClr val="lt1"/>
                </a:solidFill>
              </a:defRPr>
            </a:lvl3pPr>
            <a:lvl4pPr indent="-285750" lvl="3" marL="1828800" algn="l">
              <a:lnSpc>
                <a:spcPct val="114000"/>
              </a:lnSpc>
              <a:spcBef>
                <a:spcPts val="0"/>
              </a:spcBef>
              <a:spcAft>
                <a:spcPts val="0"/>
              </a:spcAft>
              <a:buClr>
                <a:schemeClr val="lt1"/>
              </a:buClr>
              <a:buSzPts val="900"/>
              <a:buChar char="⦿"/>
              <a:defRPr>
                <a:solidFill>
                  <a:schemeClr val="lt1"/>
                </a:solidFill>
              </a:defRPr>
            </a:lvl4pPr>
            <a:lvl5pPr indent="-336550" lvl="4" marL="2286000" algn="l">
              <a:lnSpc>
                <a:spcPct val="114000"/>
              </a:lnSpc>
              <a:spcBef>
                <a:spcPts val="0"/>
              </a:spcBef>
              <a:spcAft>
                <a:spcPts val="0"/>
              </a:spcAft>
              <a:buClr>
                <a:schemeClr val="lt1"/>
              </a:buClr>
              <a:buSzPts val="1700"/>
              <a:buChar char="•"/>
              <a:defRPr>
                <a:solidFill>
                  <a:schemeClr val="lt1"/>
                </a:solidFill>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9" name="Shape 89"/>
        <p:cNvGrpSpPr/>
        <p:nvPr/>
      </p:nvGrpSpPr>
      <p:grpSpPr>
        <a:xfrm>
          <a:off x="0" y="0"/>
          <a:ext cx="0" cy="0"/>
          <a:chOff x="0" y="0"/>
          <a:chExt cx="0" cy="0"/>
        </a:xfrm>
      </p:grpSpPr>
      <p:cxnSp>
        <p:nvCxnSpPr>
          <p:cNvPr id="90" name="Google Shape;90;p18"/>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91" name="Google Shape;91;p18"/>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92" name="Google Shape;92;p18"/>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lvl1pPr lvl="0" rtl="0" algn="l">
              <a:lnSpc>
                <a:spcPct val="266666"/>
              </a:lnSpc>
              <a:spcBef>
                <a:spcPts val="0"/>
              </a:spcBef>
              <a:spcAft>
                <a:spcPts val="0"/>
              </a:spcAft>
              <a:buClr>
                <a:schemeClr val="dk1"/>
              </a:buClr>
              <a:buSzPts val="700"/>
              <a:buNone/>
              <a:defRPr/>
            </a:lvl1pPr>
            <a:lvl2pPr lvl="1" rtl="0" algn="l">
              <a:lnSpc>
                <a:spcPct val="100000"/>
              </a:lnSpc>
              <a:spcBef>
                <a:spcPts val="0"/>
              </a:spcBef>
              <a:spcAft>
                <a:spcPts val="0"/>
              </a:spcAft>
              <a:buSzPts val="500"/>
              <a:buNone/>
              <a:defRPr/>
            </a:lvl2pPr>
            <a:lvl3pPr lvl="2" rtl="0" algn="l">
              <a:lnSpc>
                <a:spcPct val="100000"/>
              </a:lnSpc>
              <a:spcBef>
                <a:spcPts val="0"/>
              </a:spcBef>
              <a:spcAft>
                <a:spcPts val="0"/>
              </a:spcAft>
              <a:buSzPts val="500"/>
              <a:buNone/>
              <a:defRPr/>
            </a:lvl3pPr>
            <a:lvl4pPr lvl="3" rtl="0" algn="l">
              <a:lnSpc>
                <a:spcPct val="100000"/>
              </a:lnSpc>
              <a:spcBef>
                <a:spcPts val="0"/>
              </a:spcBef>
              <a:spcAft>
                <a:spcPts val="0"/>
              </a:spcAft>
              <a:buSzPts val="500"/>
              <a:buNone/>
              <a:defRPr/>
            </a:lvl4pPr>
            <a:lvl5pPr lvl="4" rtl="0" algn="l">
              <a:lnSpc>
                <a:spcPct val="100000"/>
              </a:lnSpc>
              <a:spcBef>
                <a:spcPts val="0"/>
              </a:spcBef>
              <a:spcAft>
                <a:spcPts val="0"/>
              </a:spcAft>
              <a:buSzPts val="500"/>
              <a:buNone/>
              <a:defRPr/>
            </a:lvl5pPr>
            <a:lvl6pPr lvl="5" rtl="0" algn="l">
              <a:lnSpc>
                <a:spcPct val="100000"/>
              </a:lnSpc>
              <a:spcBef>
                <a:spcPts val="0"/>
              </a:spcBef>
              <a:spcAft>
                <a:spcPts val="0"/>
              </a:spcAft>
              <a:buSzPts val="500"/>
              <a:buNone/>
              <a:defRPr/>
            </a:lvl6pPr>
            <a:lvl7pPr lvl="6" rtl="0" algn="l">
              <a:lnSpc>
                <a:spcPct val="100000"/>
              </a:lnSpc>
              <a:spcBef>
                <a:spcPts val="0"/>
              </a:spcBef>
              <a:spcAft>
                <a:spcPts val="0"/>
              </a:spcAft>
              <a:buSzPts val="500"/>
              <a:buNone/>
              <a:defRPr/>
            </a:lvl7pPr>
            <a:lvl8pPr lvl="7" rtl="0" algn="l">
              <a:lnSpc>
                <a:spcPct val="100000"/>
              </a:lnSpc>
              <a:spcBef>
                <a:spcPts val="0"/>
              </a:spcBef>
              <a:spcAft>
                <a:spcPts val="0"/>
              </a:spcAft>
              <a:buSzPts val="500"/>
              <a:buNone/>
              <a:defRPr/>
            </a:lvl8pPr>
            <a:lvl9pPr lvl="8" rtl="0" algn="l">
              <a:lnSpc>
                <a:spcPct val="100000"/>
              </a:lnSpc>
              <a:spcBef>
                <a:spcPts val="0"/>
              </a:spcBef>
              <a:spcAft>
                <a:spcPts val="0"/>
              </a:spcAft>
              <a:buSzPts val="500"/>
              <a:buNone/>
              <a:defRPr/>
            </a:lvl9pPr>
          </a:lstStyle>
          <a:p/>
        </p:txBody>
      </p:sp>
      <p:sp>
        <p:nvSpPr>
          <p:cNvPr id="93" name="Google Shape;93;p18"/>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lvl1pPr indent="-228600" lvl="0" marL="457200" rtl="0" algn="ctr">
              <a:lnSpc>
                <a:spcPct val="114000"/>
              </a:lnSpc>
              <a:spcBef>
                <a:spcPts val="0"/>
              </a:spcBef>
              <a:spcAft>
                <a:spcPts val="0"/>
              </a:spcAft>
              <a:buClr>
                <a:schemeClr val="lt1"/>
              </a:buClr>
              <a:buSzPts val="800"/>
              <a:buNone/>
              <a:defRPr b="1" sz="1300">
                <a:solidFill>
                  <a:schemeClr val="lt1"/>
                </a:solidFill>
              </a:defRPr>
            </a:lvl1pPr>
            <a:lvl2pPr indent="-336550" lvl="1" marL="914400" rtl="0" algn="l">
              <a:lnSpc>
                <a:spcPct val="114000"/>
              </a:lnSpc>
              <a:spcBef>
                <a:spcPts val="0"/>
              </a:spcBef>
              <a:spcAft>
                <a:spcPts val="0"/>
              </a:spcAft>
              <a:buClr>
                <a:schemeClr val="lt1"/>
              </a:buClr>
              <a:buSzPts val="1700"/>
              <a:buChar char="•"/>
              <a:defRPr>
                <a:solidFill>
                  <a:schemeClr val="lt1"/>
                </a:solidFill>
              </a:defRPr>
            </a:lvl2pPr>
            <a:lvl3pPr indent="-323850" lvl="2" marL="1371600" rtl="0" algn="l">
              <a:lnSpc>
                <a:spcPct val="114000"/>
              </a:lnSpc>
              <a:spcBef>
                <a:spcPts val="0"/>
              </a:spcBef>
              <a:spcAft>
                <a:spcPts val="0"/>
              </a:spcAft>
              <a:buClr>
                <a:schemeClr val="lt1"/>
              </a:buClr>
              <a:buSzPts val="1500"/>
              <a:buChar char="o"/>
              <a:defRPr>
                <a:solidFill>
                  <a:schemeClr val="lt1"/>
                </a:solidFill>
              </a:defRPr>
            </a:lvl3pPr>
            <a:lvl4pPr indent="-285750" lvl="3" marL="1828800" rtl="0" algn="l">
              <a:lnSpc>
                <a:spcPct val="114000"/>
              </a:lnSpc>
              <a:spcBef>
                <a:spcPts val="0"/>
              </a:spcBef>
              <a:spcAft>
                <a:spcPts val="0"/>
              </a:spcAft>
              <a:buClr>
                <a:schemeClr val="lt1"/>
              </a:buClr>
              <a:buSzPts val="900"/>
              <a:buChar char="⦿"/>
              <a:defRPr>
                <a:solidFill>
                  <a:schemeClr val="lt1"/>
                </a:solidFill>
              </a:defRPr>
            </a:lvl4pPr>
            <a:lvl5pPr indent="-336550" lvl="4" marL="2286000" rtl="0" algn="l">
              <a:lnSpc>
                <a:spcPct val="114000"/>
              </a:lnSpc>
              <a:spcBef>
                <a:spcPts val="0"/>
              </a:spcBef>
              <a:spcAft>
                <a:spcPts val="0"/>
              </a:spcAft>
              <a:buClr>
                <a:schemeClr val="lt1"/>
              </a:buClr>
              <a:buSzPts val="1700"/>
              <a:buChar char="•"/>
              <a:defRPr>
                <a:solidFill>
                  <a:schemeClr val="lt1"/>
                </a:solidFill>
              </a:defRPr>
            </a:lvl5pPr>
            <a:lvl6pPr indent="-273050" lvl="5" marL="2743200" rtl="0" algn="l">
              <a:lnSpc>
                <a:spcPct val="90000"/>
              </a:lnSpc>
              <a:spcBef>
                <a:spcPts val="300"/>
              </a:spcBef>
              <a:spcAft>
                <a:spcPts val="0"/>
              </a:spcAft>
              <a:buClr>
                <a:schemeClr val="dk1"/>
              </a:buClr>
              <a:buSzPts val="700"/>
              <a:buChar char="•"/>
              <a:defRPr/>
            </a:lvl6pPr>
            <a:lvl7pPr indent="-273050" lvl="6" marL="3200400" rtl="0" algn="l">
              <a:lnSpc>
                <a:spcPct val="90000"/>
              </a:lnSpc>
              <a:spcBef>
                <a:spcPts val="300"/>
              </a:spcBef>
              <a:spcAft>
                <a:spcPts val="0"/>
              </a:spcAft>
              <a:buClr>
                <a:schemeClr val="dk1"/>
              </a:buClr>
              <a:buSzPts val="700"/>
              <a:buChar char="•"/>
              <a:defRPr/>
            </a:lvl7pPr>
            <a:lvl8pPr indent="-273050" lvl="7" marL="3657600" rtl="0" algn="l">
              <a:lnSpc>
                <a:spcPct val="90000"/>
              </a:lnSpc>
              <a:spcBef>
                <a:spcPts val="300"/>
              </a:spcBef>
              <a:spcAft>
                <a:spcPts val="0"/>
              </a:spcAft>
              <a:buClr>
                <a:schemeClr val="dk1"/>
              </a:buClr>
              <a:buSzPts val="700"/>
              <a:buChar char="•"/>
              <a:defRPr/>
            </a:lvl8pPr>
            <a:lvl9pPr indent="-273050" lvl="8" marL="4114800" rtl="0" algn="l">
              <a:lnSpc>
                <a:spcPct val="90000"/>
              </a:lnSpc>
              <a:spcBef>
                <a:spcPts val="300"/>
              </a:spcBef>
              <a:spcAft>
                <a:spcPts val="0"/>
              </a:spcAft>
              <a:buClr>
                <a:schemeClr val="dk1"/>
              </a:buClr>
              <a:buSzPts val="7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Column Bullets">
  <p:cSld name="Full Column Bullets">
    <p:spTree>
      <p:nvGrpSpPr>
        <p:cNvPr id="94" name="Shape 94"/>
        <p:cNvGrpSpPr/>
        <p:nvPr/>
      </p:nvGrpSpPr>
      <p:grpSpPr>
        <a:xfrm>
          <a:off x="0" y="0"/>
          <a:ext cx="0" cy="0"/>
          <a:chOff x="0" y="0"/>
          <a:chExt cx="0" cy="0"/>
        </a:xfrm>
      </p:grpSpPr>
      <p:sp>
        <p:nvSpPr>
          <p:cNvPr id="95" name="Google Shape;95;p19"/>
          <p:cNvSpPr txBox="1"/>
          <p:nvPr>
            <p:ph idx="1" type="body"/>
          </p:nvPr>
        </p:nvSpPr>
        <p:spPr>
          <a:xfrm>
            <a:off x="339879" y="744736"/>
            <a:ext cx="8460300" cy="3646200"/>
          </a:xfrm>
          <a:prstGeom prst="rect">
            <a:avLst/>
          </a:prstGeom>
          <a:noFill/>
          <a:ln>
            <a:noFill/>
          </a:ln>
        </p:spPr>
        <p:txBody>
          <a:bodyPr anchorCtr="0" anchor="t" bIns="0" lIns="0" spcFirstLastPara="1" rIns="0" wrap="square" tIns="0">
            <a:noAutofit/>
          </a:bodyPr>
          <a:lstStyle>
            <a:lvl1pPr indent="-292100" lvl="0" marL="457200" rtl="0" algn="l">
              <a:lnSpc>
                <a:spcPct val="120000"/>
              </a:lnSpc>
              <a:spcBef>
                <a:spcPts val="0"/>
              </a:spcBef>
              <a:spcAft>
                <a:spcPts val="0"/>
              </a:spcAft>
              <a:buClr>
                <a:schemeClr val="dk1"/>
              </a:buClr>
              <a:buSzPts val="1000"/>
              <a:buFont typeface="Noto Sans Symbols"/>
              <a:buChar char="⦿"/>
              <a:defRPr sz="1600"/>
            </a:lvl1pPr>
            <a:lvl2pPr indent="-279400" lvl="1" marL="914400" rtl="0" algn="l">
              <a:lnSpc>
                <a:spcPct val="114000"/>
              </a:lnSpc>
              <a:spcBef>
                <a:spcPts val="0"/>
              </a:spcBef>
              <a:spcAft>
                <a:spcPts val="0"/>
              </a:spcAft>
              <a:buClr>
                <a:schemeClr val="dk1"/>
              </a:buClr>
              <a:buSzPts val="800"/>
              <a:buChar char="•"/>
              <a:defRPr/>
            </a:lvl2pPr>
            <a:lvl3pPr indent="-273050" lvl="2" marL="1371600" rtl="0" algn="l">
              <a:lnSpc>
                <a:spcPct val="114000"/>
              </a:lnSpc>
              <a:spcBef>
                <a:spcPts val="0"/>
              </a:spcBef>
              <a:spcAft>
                <a:spcPts val="0"/>
              </a:spcAft>
              <a:buClr>
                <a:schemeClr val="dk1"/>
              </a:buClr>
              <a:buSzPts val="700"/>
              <a:buChar char="o"/>
              <a:defRPr/>
            </a:lvl3pPr>
            <a:lvl4pPr indent="-254000" lvl="3" marL="1828800" rtl="0" algn="l">
              <a:lnSpc>
                <a:spcPct val="114000"/>
              </a:lnSpc>
              <a:spcBef>
                <a:spcPts val="0"/>
              </a:spcBef>
              <a:spcAft>
                <a:spcPts val="0"/>
              </a:spcAft>
              <a:buClr>
                <a:schemeClr val="dk1"/>
              </a:buClr>
              <a:buSzPts val="400"/>
              <a:buChar char="⦿"/>
              <a:defRPr/>
            </a:lvl4pPr>
            <a:lvl5pPr indent="-279400" lvl="4" marL="2286000" rtl="0" algn="l">
              <a:lnSpc>
                <a:spcPct val="114000"/>
              </a:lnSpc>
              <a:spcBef>
                <a:spcPts val="0"/>
              </a:spcBef>
              <a:spcAft>
                <a:spcPts val="0"/>
              </a:spcAft>
              <a:buClr>
                <a:schemeClr val="dk1"/>
              </a:buClr>
              <a:buSzPts val="800"/>
              <a:buChar char="•"/>
              <a:defRPr/>
            </a:lvl5pPr>
            <a:lvl6pPr indent="-273050" lvl="5" marL="2743200" rtl="0" algn="l">
              <a:lnSpc>
                <a:spcPct val="90000"/>
              </a:lnSpc>
              <a:spcBef>
                <a:spcPts val="300"/>
              </a:spcBef>
              <a:spcAft>
                <a:spcPts val="0"/>
              </a:spcAft>
              <a:buClr>
                <a:schemeClr val="dk1"/>
              </a:buClr>
              <a:buSzPts val="700"/>
              <a:buChar char="•"/>
              <a:defRPr/>
            </a:lvl6pPr>
            <a:lvl7pPr indent="-273050" lvl="6" marL="3200400" rtl="0" algn="l">
              <a:lnSpc>
                <a:spcPct val="90000"/>
              </a:lnSpc>
              <a:spcBef>
                <a:spcPts val="300"/>
              </a:spcBef>
              <a:spcAft>
                <a:spcPts val="0"/>
              </a:spcAft>
              <a:buClr>
                <a:schemeClr val="dk1"/>
              </a:buClr>
              <a:buSzPts val="700"/>
              <a:buChar char="•"/>
              <a:defRPr/>
            </a:lvl7pPr>
            <a:lvl8pPr indent="-273050" lvl="7" marL="3657600" rtl="0" algn="l">
              <a:lnSpc>
                <a:spcPct val="90000"/>
              </a:lnSpc>
              <a:spcBef>
                <a:spcPts val="300"/>
              </a:spcBef>
              <a:spcAft>
                <a:spcPts val="0"/>
              </a:spcAft>
              <a:buClr>
                <a:schemeClr val="dk1"/>
              </a:buClr>
              <a:buSzPts val="700"/>
              <a:buChar char="•"/>
              <a:defRPr/>
            </a:lvl8pPr>
            <a:lvl9pPr indent="-273050" lvl="8" marL="4114800" rtl="0" algn="l">
              <a:lnSpc>
                <a:spcPct val="90000"/>
              </a:lnSpc>
              <a:spcBef>
                <a:spcPts val="300"/>
              </a:spcBef>
              <a:spcAft>
                <a:spcPts val="0"/>
              </a:spcAft>
              <a:buClr>
                <a:schemeClr val="dk1"/>
              </a:buClr>
              <a:buSzPts val="700"/>
              <a:buChar char="•"/>
              <a:defRPr/>
            </a:lvl9pPr>
          </a:lstStyle>
          <a:p/>
        </p:txBody>
      </p:sp>
      <p:cxnSp>
        <p:nvCxnSpPr>
          <p:cNvPr id="96" name="Google Shape;96;p19"/>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97" name="Google Shape;97;p19"/>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98" name="Google Shape;98;p19"/>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lvl1pPr lvl="0" rtl="0" algn="l">
              <a:lnSpc>
                <a:spcPct val="266666"/>
              </a:lnSpc>
              <a:spcBef>
                <a:spcPts val="0"/>
              </a:spcBef>
              <a:spcAft>
                <a:spcPts val="0"/>
              </a:spcAft>
              <a:buClr>
                <a:schemeClr val="dk1"/>
              </a:buClr>
              <a:buSzPts val="700"/>
              <a:buNone/>
              <a:defRPr/>
            </a:lvl1pPr>
            <a:lvl2pPr lvl="1" rtl="0" algn="l">
              <a:lnSpc>
                <a:spcPct val="100000"/>
              </a:lnSpc>
              <a:spcBef>
                <a:spcPts val="0"/>
              </a:spcBef>
              <a:spcAft>
                <a:spcPts val="0"/>
              </a:spcAft>
              <a:buSzPts val="500"/>
              <a:buNone/>
              <a:defRPr/>
            </a:lvl2pPr>
            <a:lvl3pPr lvl="2" rtl="0" algn="l">
              <a:lnSpc>
                <a:spcPct val="100000"/>
              </a:lnSpc>
              <a:spcBef>
                <a:spcPts val="0"/>
              </a:spcBef>
              <a:spcAft>
                <a:spcPts val="0"/>
              </a:spcAft>
              <a:buSzPts val="500"/>
              <a:buNone/>
              <a:defRPr/>
            </a:lvl3pPr>
            <a:lvl4pPr lvl="3" rtl="0" algn="l">
              <a:lnSpc>
                <a:spcPct val="100000"/>
              </a:lnSpc>
              <a:spcBef>
                <a:spcPts val="0"/>
              </a:spcBef>
              <a:spcAft>
                <a:spcPts val="0"/>
              </a:spcAft>
              <a:buSzPts val="500"/>
              <a:buNone/>
              <a:defRPr/>
            </a:lvl4pPr>
            <a:lvl5pPr lvl="4" rtl="0" algn="l">
              <a:lnSpc>
                <a:spcPct val="100000"/>
              </a:lnSpc>
              <a:spcBef>
                <a:spcPts val="0"/>
              </a:spcBef>
              <a:spcAft>
                <a:spcPts val="0"/>
              </a:spcAft>
              <a:buSzPts val="500"/>
              <a:buNone/>
              <a:defRPr/>
            </a:lvl5pPr>
            <a:lvl6pPr lvl="5" rtl="0" algn="l">
              <a:lnSpc>
                <a:spcPct val="100000"/>
              </a:lnSpc>
              <a:spcBef>
                <a:spcPts val="0"/>
              </a:spcBef>
              <a:spcAft>
                <a:spcPts val="0"/>
              </a:spcAft>
              <a:buSzPts val="500"/>
              <a:buNone/>
              <a:defRPr/>
            </a:lvl6pPr>
            <a:lvl7pPr lvl="6" rtl="0" algn="l">
              <a:lnSpc>
                <a:spcPct val="100000"/>
              </a:lnSpc>
              <a:spcBef>
                <a:spcPts val="0"/>
              </a:spcBef>
              <a:spcAft>
                <a:spcPts val="0"/>
              </a:spcAft>
              <a:buSzPts val="500"/>
              <a:buNone/>
              <a:defRPr/>
            </a:lvl7pPr>
            <a:lvl8pPr lvl="7" rtl="0" algn="l">
              <a:lnSpc>
                <a:spcPct val="100000"/>
              </a:lnSpc>
              <a:spcBef>
                <a:spcPts val="0"/>
              </a:spcBef>
              <a:spcAft>
                <a:spcPts val="0"/>
              </a:spcAft>
              <a:buSzPts val="500"/>
              <a:buNone/>
              <a:defRPr/>
            </a:lvl8pPr>
            <a:lvl9pPr lvl="8" rtl="0" algn="l">
              <a:lnSpc>
                <a:spcPct val="100000"/>
              </a:lnSpc>
              <a:spcBef>
                <a:spcPts val="0"/>
              </a:spcBef>
              <a:spcAft>
                <a:spcPts val="0"/>
              </a:spcAft>
              <a:buSzPts val="500"/>
              <a:buNone/>
              <a:defRPr/>
            </a:lvl9pPr>
          </a:lstStyle>
          <a:p/>
        </p:txBody>
      </p:sp>
      <p:sp>
        <p:nvSpPr>
          <p:cNvPr id="99" name="Google Shape;99;p19"/>
          <p:cNvSpPr txBox="1"/>
          <p:nvPr>
            <p:ph idx="2"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lvl1pPr indent="-228600" lvl="0" marL="457200" rtl="0" algn="ctr">
              <a:lnSpc>
                <a:spcPct val="114000"/>
              </a:lnSpc>
              <a:spcBef>
                <a:spcPts val="0"/>
              </a:spcBef>
              <a:spcAft>
                <a:spcPts val="0"/>
              </a:spcAft>
              <a:buClr>
                <a:schemeClr val="lt1"/>
              </a:buClr>
              <a:buSzPts val="800"/>
              <a:buNone/>
              <a:defRPr b="1" sz="1300">
                <a:solidFill>
                  <a:schemeClr val="lt1"/>
                </a:solidFill>
              </a:defRPr>
            </a:lvl1pPr>
            <a:lvl2pPr indent="-336550" lvl="1" marL="914400" rtl="0" algn="l">
              <a:lnSpc>
                <a:spcPct val="114000"/>
              </a:lnSpc>
              <a:spcBef>
                <a:spcPts val="0"/>
              </a:spcBef>
              <a:spcAft>
                <a:spcPts val="0"/>
              </a:spcAft>
              <a:buClr>
                <a:schemeClr val="lt1"/>
              </a:buClr>
              <a:buSzPts val="1700"/>
              <a:buChar char="•"/>
              <a:defRPr>
                <a:solidFill>
                  <a:schemeClr val="lt1"/>
                </a:solidFill>
              </a:defRPr>
            </a:lvl2pPr>
            <a:lvl3pPr indent="-323850" lvl="2" marL="1371600" rtl="0" algn="l">
              <a:lnSpc>
                <a:spcPct val="114000"/>
              </a:lnSpc>
              <a:spcBef>
                <a:spcPts val="0"/>
              </a:spcBef>
              <a:spcAft>
                <a:spcPts val="0"/>
              </a:spcAft>
              <a:buClr>
                <a:schemeClr val="lt1"/>
              </a:buClr>
              <a:buSzPts val="1500"/>
              <a:buChar char="o"/>
              <a:defRPr>
                <a:solidFill>
                  <a:schemeClr val="lt1"/>
                </a:solidFill>
              </a:defRPr>
            </a:lvl3pPr>
            <a:lvl4pPr indent="-285750" lvl="3" marL="1828800" rtl="0" algn="l">
              <a:lnSpc>
                <a:spcPct val="114000"/>
              </a:lnSpc>
              <a:spcBef>
                <a:spcPts val="0"/>
              </a:spcBef>
              <a:spcAft>
                <a:spcPts val="0"/>
              </a:spcAft>
              <a:buClr>
                <a:schemeClr val="lt1"/>
              </a:buClr>
              <a:buSzPts val="900"/>
              <a:buChar char="⦿"/>
              <a:defRPr>
                <a:solidFill>
                  <a:schemeClr val="lt1"/>
                </a:solidFill>
              </a:defRPr>
            </a:lvl4pPr>
            <a:lvl5pPr indent="-336550" lvl="4" marL="2286000" rtl="0" algn="l">
              <a:lnSpc>
                <a:spcPct val="114000"/>
              </a:lnSpc>
              <a:spcBef>
                <a:spcPts val="0"/>
              </a:spcBef>
              <a:spcAft>
                <a:spcPts val="0"/>
              </a:spcAft>
              <a:buClr>
                <a:schemeClr val="lt1"/>
              </a:buClr>
              <a:buSzPts val="1700"/>
              <a:buChar char="•"/>
              <a:defRPr>
                <a:solidFill>
                  <a:schemeClr val="lt1"/>
                </a:solidFill>
              </a:defRPr>
            </a:lvl5pPr>
            <a:lvl6pPr indent="-273050" lvl="5" marL="2743200" rtl="0" algn="l">
              <a:lnSpc>
                <a:spcPct val="90000"/>
              </a:lnSpc>
              <a:spcBef>
                <a:spcPts val="300"/>
              </a:spcBef>
              <a:spcAft>
                <a:spcPts val="0"/>
              </a:spcAft>
              <a:buClr>
                <a:schemeClr val="dk1"/>
              </a:buClr>
              <a:buSzPts val="700"/>
              <a:buChar char="•"/>
              <a:defRPr/>
            </a:lvl6pPr>
            <a:lvl7pPr indent="-273050" lvl="6" marL="3200400" rtl="0" algn="l">
              <a:lnSpc>
                <a:spcPct val="90000"/>
              </a:lnSpc>
              <a:spcBef>
                <a:spcPts val="300"/>
              </a:spcBef>
              <a:spcAft>
                <a:spcPts val="0"/>
              </a:spcAft>
              <a:buClr>
                <a:schemeClr val="dk1"/>
              </a:buClr>
              <a:buSzPts val="700"/>
              <a:buChar char="•"/>
              <a:defRPr/>
            </a:lvl7pPr>
            <a:lvl8pPr indent="-273050" lvl="7" marL="3657600" rtl="0" algn="l">
              <a:lnSpc>
                <a:spcPct val="90000"/>
              </a:lnSpc>
              <a:spcBef>
                <a:spcPts val="300"/>
              </a:spcBef>
              <a:spcAft>
                <a:spcPts val="0"/>
              </a:spcAft>
              <a:buClr>
                <a:schemeClr val="dk1"/>
              </a:buClr>
              <a:buSzPts val="700"/>
              <a:buChar char="•"/>
              <a:defRPr/>
            </a:lvl8pPr>
            <a:lvl9pPr indent="-273050" lvl="8" marL="4114800" rtl="0" algn="l">
              <a:lnSpc>
                <a:spcPct val="90000"/>
              </a:lnSpc>
              <a:spcBef>
                <a:spcPts val="300"/>
              </a:spcBef>
              <a:spcAft>
                <a:spcPts val="0"/>
              </a:spcAft>
              <a:buClr>
                <a:schemeClr val="dk1"/>
              </a:buClr>
              <a:buSzPts val="7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solidFill>
          <a:schemeClr val="dk2"/>
        </a:solidFill>
      </p:bgPr>
    </p:bg>
    <p:spTree>
      <p:nvGrpSpPr>
        <p:cNvPr id="100" name="Shape 100"/>
        <p:cNvGrpSpPr/>
        <p:nvPr/>
      </p:nvGrpSpPr>
      <p:grpSpPr>
        <a:xfrm>
          <a:off x="0" y="0"/>
          <a:ext cx="0" cy="0"/>
          <a:chOff x="0" y="0"/>
          <a:chExt cx="0" cy="0"/>
        </a:xfrm>
      </p:grpSpPr>
      <p:sp>
        <p:nvSpPr>
          <p:cNvPr id="101" name="Google Shape;101;p20"/>
          <p:cNvSpPr txBox="1"/>
          <p:nvPr>
            <p:ph type="title"/>
          </p:nvPr>
        </p:nvSpPr>
        <p:spPr>
          <a:xfrm>
            <a:off x="339879" y="1568033"/>
            <a:ext cx="8457600" cy="2092200"/>
          </a:xfrm>
          <a:prstGeom prst="rect">
            <a:avLst/>
          </a:prstGeom>
          <a:noFill/>
          <a:ln>
            <a:noFill/>
          </a:ln>
        </p:spPr>
        <p:txBody>
          <a:bodyPr anchorCtr="0" anchor="b" bIns="0" lIns="0" spcFirstLastPara="1" rIns="0" wrap="square" tIns="0">
            <a:noAutofit/>
          </a:bodyPr>
          <a:lstStyle>
            <a:lvl1pPr lvl="0" rtl="0" algn="l">
              <a:lnSpc>
                <a:spcPct val="114000"/>
              </a:lnSpc>
              <a:spcBef>
                <a:spcPts val="0"/>
              </a:spcBef>
              <a:spcAft>
                <a:spcPts val="0"/>
              </a:spcAft>
              <a:buClr>
                <a:schemeClr val="lt1"/>
              </a:buClr>
              <a:buSzPts val="2700"/>
              <a:buFont typeface="Arial"/>
              <a:buNone/>
              <a:defRPr b="0" sz="2700"/>
            </a:lvl1pPr>
            <a:lvl2pPr lvl="1" rtl="0" algn="l">
              <a:lnSpc>
                <a:spcPct val="100000"/>
              </a:lnSpc>
              <a:spcBef>
                <a:spcPts val="0"/>
              </a:spcBef>
              <a:spcAft>
                <a:spcPts val="0"/>
              </a:spcAft>
              <a:buSzPts val="500"/>
              <a:buNone/>
              <a:defRPr/>
            </a:lvl2pPr>
            <a:lvl3pPr lvl="2" rtl="0" algn="l">
              <a:lnSpc>
                <a:spcPct val="100000"/>
              </a:lnSpc>
              <a:spcBef>
                <a:spcPts val="0"/>
              </a:spcBef>
              <a:spcAft>
                <a:spcPts val="0"/>
              </a:spcAft>
              <a:buSzPts val="500"/>
              <a:buNone/>
              <a:defRPr/>
            </a:lvl3pPr>
            <a:lvl4pPr lvl="3" rtl="0" algn="l">
              <a:lnSpc>
                <a:spcPct val="100000"/>
              </a:lnSpc>
              <a:spcBef>
                <a:spcPts val="0"/>
              </a:spcBef>
              <a:spcAft>
                <a:spcPts val="0"/>
              </a:spcAft>
              <a:buSzPts val="500"/>
              <a:buNone/>
              <a:defRPr/>
            </a:lvl4pPr>
            <a:lvl5pPr lvl="4" rtl="0" algn="l">
              <a:lnSpc>
                <a:spcPct val="100000"/>
              </a:lnSpc>
              <a:spcBef>
                <a:spcPts val="0"/>
              </a:spcBef>
              <a:spcAft>
                <a:spcPts val="0"/>
              </a:spcAft>
              <a:buSzPts val="500"/>
              <a:buNone/>
              <a:defRPr/>
            </a:lvl5pPr>
            <a:lvl6pPr lvl="5" rtl="0" algn="l">
              <a:lnSpc>
                <a:spcPct val="100000"/>
              </a:lnSpc>
              <a:spcBef>
                <a:spcPts val="0"/>
              </a:spcBef>
              <a:spcAft>
                <a:spcPts val="0"/>
              </a:spcAft>
              <a:buSzPts val="500"/>
              <a:buNone/>
              <a:defRPr/>
            </a:lvl6pPr>
            <a:lvl7pPr lvl="6" rtl="0" algn="l">
              <a:lnSpc>
                <a:spcPct val="100000"/>
              </a:lnSpc>
              <a:spcBef>
                <a:spcPts val="0"/>
              </a:spcBef>
              <a:spcAft>
                <a:spcPts val="0"/>
              </a:spcAft>
              <a:buSzPts val="500"/>
              <a:buNone/>
              <a:defRPr/>
            </a:lvl7pPr>
            <a:lvl8pPr lvl="7" rtl="0" algn="l">
              <a:lnSpc>
                <a:spcPct val="100000"/>
              </a:lnSpc>
              <a:spcBef>
                <a:spcPts val="0"/>
              </a:spcBef>
              <a:spcAft>
                <a:spcPts val="0"/>
              </a:spcAft>
              <a:buSzPts val="500"/>
              <a:buNone/>
              <a:defRPr/>
            </a:lvl8pPr>
            <a:lvl9pPr lvl="8" rtl="0" algn="l">
              <a:lnSpc>
                <a:spcPct val="100000"/>
              </a:lnSpc>
              <a:spcBef>
                <a:spcPts val="0"/>
              </a:spcBef>
              <a:spcAft>
                <a:spcPts val="0"/>
              </a:spcAft>
              <a:buSzPts val="500"/>
              <a:buNone/>
              <a:defRPr/>
            </a:lvl9pPr>
          </a:lstStyle>
          <a:p/>
        </p:txBody>
      </p:sp>
      <p:cxnSp>
        <p:nvCxnSpPr>
          <p:cNvPr id="102" name="Google Shape;102;p20"/>
          <p:cNvCxnSpPr/>
          <p:nvPr/>
        </p:nvCxnSpPr>
        <p:spPr>
          <a:xfrm>
            <a:off x="339879" y="3766542"/>
            <a:ext cx="8457600" cy="0"/>
          </a:xfrm>
          <a:prstGeom prst="straightConnector1">
            <a:avLst/>
          </a:prstGeom>
          <a:noFill/>
          <a:ln cap="flat" cmpd="sng" w="9525">
            <a:solidFill>
              <a:schemeClr val="lt1"/>
            </a:solidFill>
            <a:prstDash val="solid"/>
            <a:miter lim="800000"/>
            <a:headEnd len="sm" w="sm" type="none"/>
            <a:tailEnd len="sm" w="sm" type="none"/>
          </a:ln>
        </p:spPr>
      </p:cxnSp>
      <p:sp>
        <p:nvSpPr>
          <p:cNvPr id="103" name="Google Shape;103;p20"/>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eparate Boxes">
  <p:cSld name="Two Separate Boxes">
    <p:spTree>
      <p:nvGrpSpPr>
        <p:cNvPr id="104" name="Shape 104"/>
        <p:cNvGrpSpPr/>
        <p:nvPr/>
      </p:nvGrpSpPr>
      <p:grpSpPr>
        <a:xfrm>
          <a:off x="0" y="0"/>
          <a:ext cx="0" cy="0"/>
          <a:chOff x="0" y="0"/>
          <a:chExt cx="0" cy="0"/>
        </a:xfrm>
      </p:grpSpPr>
      <p:sp>
        <p:nvSpPr>
          <p:cNvPr id="105" name="Google Shape;105;p21"/>
          <p:cNvSpPr txBox="1"/>
          <p:nvPr>
            <p:ph idx="1" type="body"/>
          </p:nvPr>
        </p:nvSpPr>
        <p:spPr>
          <a:xfrm>
            <a:off x="357138" y="739236"/>
            <a:ext cx="4094700" cy="3540900"/>
          </a:xfrm>
          <a:prstGeom prst="rect">
            <a:avLst/>
          </a:prstGeom>
          <a:noFill/>
          <a:ln>
            <a:noFill/>
          </a:ln>
        </p:spPr>
        <p:txBody>
          <a:bodyPr anchorCtr="0" anchor="t" bIns="0" lIns="0" spcFirstLastPara="1" rIns="0" wrap="square" tIns="0">
            <a:noAutofit/>
          </a:bodyPr>
          <a:lstStyle>
            <a:lvl1pPr indent="-292100" lvl="0" marL="457200" rtl="0" algn="l">
              <a:lnSpc>
                <a:spcPct val="120000"/>
              </a:lnSpc>
              <a:spcBef>
                <a:spcPts val="0"/>
              </a:spcBef>
              <a:spcAft>
                <a:spcPts val="0"/>
              </a:spcAft>
              <a:buClr>
                <a:schemeClr val="dk1"/>
              </a:buClr>
              <a:buSzPts val="1000"/>
              <a:buChar char="⦿"/>
              <a:defRPr/>
            </a:lvl1pPr>
            <a:lvl2pPr indent="-336550" lvl="1" marL="914400" rtl="0" algn="l">
              <a:lnSpc>
                <a:spcPct val="120000"/>
              </a:lnSpc>
              <a:spcBef>
                <a:spcPts val="0"/>
              </a:spcBef>
              <a:spcAft>
                <a:spcPts val="0"/>
              </a:spcAft>
              <a:buClr>
                <a:schemeClr val="dk1"/>
              </a:buClr>
              <a:buSzPts val="1700"/>
              <a:buChar char="•"/>
              <a:defRPr/>
            </a:lvl2pPr>
            <a:lvl3pPr indent="-323850" lvl="2" marL="1371600" rtl="0" algn="l">
              <a:lnSpc>
                <a:spcPct val="120000"/>
              </a:lnSpc>
              <a:spcBef>
                <a:spcPts val="0"/>
              </a:spcBef>
              <a:spcAft>
                <a:spcPts val="0"/>
              </a:spcAft>
              <a:buClr>
                <a:schemeClr val="dk1"/>
              </a:buClr>
              <a:buSzPts val="1500"/>
              <a:buChar char="o"/>
              <a:defRPr/>
            </a:lvl3pPr>
            <a:lvl4pPr indent="-285750" lvl="3" marL="1828800" rtl="0" algn="l">
              <a:lnSpc>
                <a:spcPct val="120000"/>
              </a:lnSpc>
              <a:spcBef>
                <a:spcPts val="0"/>
              </a:spcBef>
              <a:spcAft>
                <a:spcPts val="0"/>
              </a:spcAft>
              <a:buClr>
                <a:schemeClr val="dk1"/>
              </a:buClr>
              <a:buSzPts val="900"/>
              <a:buChar char="⦿"/>
              <a:defRPr/>
            </a:lvl4pPr>
            <a:lvl5pPr indent="-336550" lvl="4" marL="2286000" rtl="0" algn="l">
              <a:lnSpc>
                <a:spcPct val="120000"/>
              </a:lnSpc>
              <a:spcBef>
                <a:spcPts val="0"/>
              </a:spcBef>
              <a:spcAft>
                <a:spcPts val="0"/>
              </a:spcAft>
              <a:buClr>
                <a:schemeClr val="dk1"/>
              </a:buClr>
              <a:buSzPts val="1700"/>
              <a:buChar char="•"/>
              <a:defRPr/>
            </a:lvl5pPr>
            <a:lvl6pPr indent="-273050" lvl="5" marL="2743200" rtl="0" algn="l">
              <a:lnSpc>
                <a:spcPct val="90000"/>
              </a:lnSpc>
              <a:spcBef>
                <a:spcPts val="300"/>
              </a:spcBef>
              <a:spcAft>
                <a:spcPts val="0"/>
              </a:spcAft>
              <a:buClr>
                <a:schemeClr val="dk1"/>
              </a:buClr>
              <a:buSzPts val="700"/>
              <a:buChar char="•"/>
              <a:defRPr/>
            </a:lvl6pPr>
            <a:lvl7pPr indent="-273050" lvl="6" marL="3200400" rtl="0" algn="l">
              <a:lnSpc>
                <a:spcPct val="90000"/>
              </a:lnSpc>
              <a:spcBef>
                <a:spcPts val="300"/>
              </a:spcBef>
              <a:spcAft>
                <a:spcPts val="0"/>
              </a:spcAft>
              <a:buClr>
                <a:schemeClr val="dk1"/>
              </a:buClr>
              <a:buSzPts val="700"/>
              <a:buChar char="•"/>
              <a:defRPr/>
            </a:lvl7pPr>
            <a:lvl8pPr indent="-273050" lvl="7" marL="3657600" rtl="0" algn="l">
              <a:lnSpc>
                <a:spcPct val="90000"/>
              </a:lnSpc>
              <a:spcBef>
                <a:spcPts val="300"/>
              </a:spcBef>
              <a:spcAft>
                <a:spcPts val="0"/>
              </a:spcAft>
              <a:buClr>
                <a:schemeClr val="dk1"/>
              </a:buClr>
              <a:buSzPts val="700"/>
              <a:buChar char="•"/>
              <a:defRPr/>
            </a:lvl8pPr>
            <a:lvl9pPr indent="-273050" lvl="8" marL="4114800" rtl="0" algn="l">
              <a:lnSpc>
                <a:spcPct val="90000"/>
              </a:lnSpc>
              <a:spcBef>
                <a:spcPts val="300"/>
              </a:spcBef>
              <a:spcAft>
                <a:spcPts val="0"/>
              </a:spcAft>
              <a:buClr>
                <a:schemeClr val="dk1"/>
              </a:buClr>
              <a:buSzPts val="700"/>
              <a:buChar char="•"/>
              <a:defRPr/>
            </a:lvl9pPr>
          </a:lstStyle>
          <a:p/>
        </p:txBody>
      </p:sp>
      <p:sp>
        <p:nvSpPr>
          <p:cNvPr id="106" name="Google Shape;106;p21"/>
          <p:cNvSpPr txBox="1"/>
          <p:nvPr>
            <p:ph idx="2" type="body"/>
          </p:nvPr>
        </p:nvSpPr>
        <p:spPr>
          <a:xfrm>
            <a:off x="4692833" y="739236"/>
            <a:ext cx="4103700" cy="3540900"/>
          </a:xfrm>
          <a:prstGeom prst="rect">
            <a:avLst/>
          </a:prstGeom>
          <a:noFill/>
          <a:ln>
            <a:noFill/>
          </a:ln>
        </p:spPr>
        <p:txBody>
          <a:bodyPr anchorCtr="0" anchor="t" bIns="0" lIns="0" spcFirstLastPara="1" rIns="0" wrap="square" tIns="0">
            <a:noAutofit/>
          </a:bodyPr>
          <a:lstStyle>
            <a:lvl1pPr indent="-292100" lvl="0" marL="457200" rtl="0" algn="l">
              <a:lnSpc>
                <a:spcPct val="120000"/>
              </a:lnSpc>
              <a:spcBef>
                <a:spcPts val="0"/>
              </a:spcBef>
              <a:spcAft>
                <a:spcPts val="0"/>
              </a:spcAft>
              <a:buClr>
                <a:schemeClr val="dk1"/>
              </a:buClr>
              <a:buSzPts val="1000"/>
              <a:buChar char="⦿"/>
              <a:defRPr/>
            </a:lvl1pPr>
            <a:lvl2pPr indent="-336550" lvl="1" marL="914400" rtl="0" algn="l">
              <a:lnSpc>
                <a:spcPct val="120000"/>
              </a:lnSpc>
              <a:spcBef>
                <a:spcPts val="0"/>
              </a:spcBef>
              <a:spcAft>
                <a:spcPts val="0"/>
              </a:spcAft>
              <a:buClr>
                <a:schemeClr val="dk1"/>
              </a:buClr>
              <a:buSzPts val="1700"/>
              <a:buChar char="•"/>
              <a:defRPr/>
            </a:lvl2pPr>
            <a:lvl3pPr indent="-323850" lvl="2" marL="1371600" rtl="0" algn="l">
              <a:lnSpc>
                <a:spcPct val="120000"/>
              </a:lnSpc>
              <a:spcBef>
                <a:spcPts val="0"/>
              </a:spcBef>
              <a:spcAft>
                <a:spcPts val="0"/>
              </a:spcAft>
              <a:buClr>
                <a:schemeClr val="dk1"/>
              </a:buClr>
              <a:buSzPts val="1500"/>
              <a:buChar char="o"/>
              <a:defRPr/>
            </a:lvl3pPr>
            <a:lvl4pPr indent="-285750" lvl="3" marL="1828800" rtl="0" algn="l">
              <a:lnSpc>
                <a:spcPct val="120000"/>
              </a:lnSpc>
              <a:spcBef>
                <a:spcPts val="0"/>
              </a:spcBef>
              <a:spcAft>
                <a:spcPts val="0"/>
              </a:spcAft>
              <a:buClr>
                <a:schemeClr val="dk1"/>
              </a:buClr>
              <a:buSzPts val="900"/>
              <a:buChar char="⦿"/>
              <a:defRPr/>
            </a:lvl4pPr>
            <a:lvl5pPr indent="-336550" lvl="4" marL="2286000" rtl="0" algn="l">
              <a:lnSpc>
                <a:spcPct val="120000"/>
              </a:lnSpc>
              <a:spcBef>
                <a:spcPts val="0"/>
              </a:spcBef>
              <a:spcAft>
                <a:spcPts val="0"/>
              </a:spcAft>
              <a:buClr>
                <a:schemeClr val="dk1"/>
              </a:buClr>
              <a:buSzPts val="1700"/>
              <a:buChar char="•"/>
              <a:defRPr/>
            </a:lvl5pPr>
            <a:lvl6pPr indent="-273050" lvl="5" marL="2743200" rtl="0" algn="l">
              <a:lnSpc>
                <a:spcPct val="90000"/>
              </a:lnSpc>
              <a:spcBef>
                <a:spcPts val="300"/>
              </a:spcBef>
              <a:spcAft>
                <a:spcPts val="0"/>
              </a:spcAft>
              <a:buClr>
                <a:schemeClr val="dk1"/>
              </a:buClr>
              <a:buSzPts val="700"/>
              <a:buChar char="•"/>
              <a:defRPr/>
            </a:lvl6pPr>
            <a:lvl7pPr indent="-273050" lvl="6" marL="3200400" rtl="0" algn="l">
              <a:lnSpc>
                <a:spcPct val="90000"/>
              </a:lnSpc>
              <a:spcBef>
                <a:spcPts val="300"/>
              </a:spcBef>
              <a:spcAft>
                <a:spcPts val="0"/>
              </a:spcAft>
              <a:buClr>
                <a:schemeClr val="dk1"/>
              </a:buClr>
              <a:buSzPts val="700"/>
              <a:buChar char="•"/>
              <a:defRPr/>
            </a:lvl7pPr>
            <a:lvl8pPr indent="-273050" lvl="7" marL="3657600" rtl="0" algn="l">
              <a:lnSpc>
                <a:spcPct val="90000"/>
              </a:lnSpc>
              <a:spcBef>
                <a:spcPts val="300"/>
              </a:spcBef>
              <a:spcAft>
                <a:spcPts val="0"/>
              </a:spcAft>
              <a:buClr>
                <a:schemeClr val="dk1"/>
              </a:buClr>
              <a:buSzPts val="700"/>
              <a:buChar char="•"/>
              <a:defRPr/>
            </a:lvl8pPr>
            <a:lvl9pPr indent="-273050" lvl="8" marL="4114800" rtl="0" algn="l">
              <a:lnSpc>
                <a:spcPct val="90000"/>
              </a:lnSpc>
              <a:spcBef>
                <a:spcPts val="300"/>
              </a:spcBef>
              <a:spcAft>
                <a:spcPts val="0"/>
              </a:spcAft>
              <a:buClr>
                <a:schemeClr val="dk1"/>
              </a:buClr>
              <a:buSzPts val="700"/>
              <a:buChar char="•"/>
              <a:defRPr/>
            </a:lvl9pPr>
          </a:lstStyle>
          <a:p/>
        </p:txBody>
      </p:sp>
      <p:cxnSp>
        <p:nvCxnSpPr>
          <p:cNvPr id="107" name="Google Shape;107;p21"/>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108" name="Google Shape;108;p21"/>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09" name="Google Shape;109;p21"/>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lvl1pPr lvl="0" rtl="0" algn="l">
              <a:lnSpc>
                <a:spcPct val="266666"/>
              </a:lnSpc>
              <a:spcBef>
                <a:spcPts val="0"/>
              </a:spcBef>
              <a:spcAft>
                <a:spcPts val="0"/>
              </a:spcAft>
              <a:buClr>
                <a:schemeClr val="dk1"/>
              </a:buClr>
              <a:buSzPts val="700"/>
              <a:buNone/>
              <a:defRPr/>
            </a:lvl1pPr>
            <a:lvl2pPr lvl="1" rtl="0" algn="l">
              <a:lnSpc>
                <a:spcPct val="100000"/>
              </a:lnSpc>
              <a:spcBef>
                <a:spcPts val="0"/>
              </a:spcBef>
              <a:spcAft>
                <a:spcPts val="0"/>
              </a:spcAft>
              <a:buSzPts val="500"/>
              <a:buNone/>
              <a:defRPr/>
            </a:lvl2pPr>
            <a:lvl3pPr lvl="2" rtl="0" algn="l">
              <a:lnSpc>
                <a:spcPct val="100000"/>
              </a:lnSpc>
              <a:spcBef>
                <a:spcPts val="0"/>
              </a:spcBef>
              <a:spcAft>
                <a:spcPts val="0"/>
              </a:spcAft>
              <a:buSzPts val="500"/>
              <a:buNone/>
              <a:defRPr/>
            </a:lvl3pPr>
            <a:lvl4pPr lvl="3" rtl="0" algn="l">
              <a:lnSpc>
                <a:spcPct val="100000"/>
              </a:lnSpc>
              <a:spcBef>
                <a:spcPts val="0"/>
              </a:spcBef>
              <a:spcAft>
                <a:spcPts val="0"/>
              </a:spcAft>
              <a:buSzPts val="500"/>
              <a:buNone/>
              <a:defRPr/>
            </a:lvl4pPr>
            <a:lvl5pPr lvl="4" rtl="0" algn="l">
              <a:lnSpc>
                <a:spcPct val="100000"/>
              </a:lnSpc>
              <a:spcBef>
                <a:spcPts val="0"/>
              </a:spcBef>
              <a:spcAft>
                <a:spcPts val="0"/>
              </a:spcAft>
              <a:buSzPts val="500"/>
              <a:buNone/>
              <a:defRPr/>
            </a:lvl5pPr>
            <a:lvl6pPr lvl="5" rtl="0" algn="l">
              <a:lnSpc>
                <a:spcPct val="100000"/>
              </a:lnSpc>
              <a:spcBef>
                <a:spcPts val="0"/>
              </a:spcBef>
              <a:spcAft>
                <a:spcPts val="0"/>
              </a:spcAft>
              <a:buSzPts val="500"/>
              <a:buNone/>
              <a:defRPr/>
            </a:lvl6pPr>
            <a:lvl7pPr lvl="6" rtl="0" algn="l">
              <a:lnSpc>
                <a:spcPct val="100000"/>
              </a:lnSpc>
              <a:spcBef>
                <a:spcPts val="0"/>
              </a:spcBef>
              <a:spcAft>
                <a:spcPts val="0"/>
              </a:spcAft>
              <a:buSzPts val="500"/>
              <a:buNone/>
              <a:defRPr/>
            </a:lvl7pPr>
            <a:lvl8pPr lvl="7" rtl="0" algn="l">
              <a:lnSpc>
                <a:spcPct val="100000"/>
              </a:lnSpc>
              <a:spcBef>
                <a:spcPts val="0"/>
              </a:spcBef>
              <a:spcAft>
                <a:spcPts val="0"/>
              </a:spcAft>
              <a:buSzPts val="500"/>
              <a:buNone/>
              <a:defRPr/>
            </a:lvl8pPr>
            <a:lvl9pPr lvl="8" rtl="0" algn="l">
              <a:lnSpc>
                <a:spcPct val="100000"/>
              </a:lnSpc>
              <a:spcBef>
                <a:spcPts val="0"/>
              </a:spcBef>
              <a:spcAft>
                <a:spcPts val="0"/>
              </a:spcAft>
              <a:buSzPts val="500"/>
              <a:buNone/>
              <a:defRPr/>
            </a:lvl9pPr>
          </a:lstStyle>
          <a:p/>
        </p:txBody>
      </p:sp>
      <p:sp>
        <p:nvSpPr>
          <p:cNvPr id="110" name="Google Shape;110;p21"/>
          <p:cNvSpPr txBox="1"/>
          <p:nvPr>
            <p:ph idx="3"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lvl1pPr indent="-228600" lvl="0" marL="457200" rtl="0" algn="ctr">
              <a:lnSpc>
                <a:spcPct val="114000"/>
              </a:lnSpc>
              <a:spcBef>
                <a:spcPts val="0"/>
              </a:spcBef>
              <a:spcAft>
                <a:spcPts val="0"/>
              </a:spcAft>
              <a:buClr>
                <a:schemeClr val="lt1"/>
              </a:buClr>
              <a:buSzPts val="800"/>
              <a:buNone/>
              <a:defRPr b="1" sz="1300">
                <a:solidFill>
                  <a:schemeClr val="lt1"/>
                </a:solidFill>
              </a:defRPr>
            </a:lvl1pPr>
            <a:lvl2pPr indent="-336550" lvl="1" marL="914400" rtl="0" algn="l">
              <a:lnSpc>
                <a:spcPct val="114000"/>
              </a:lnSpc>
              <a:spcBef>
                <a:spcPts val="0"/>
              </a:spcBef>
              <a:spcAft>
                <a:spcPts val="0"/>
              </a:spcAft>
              <a:buClr>
                <a:schemeClr val="lt1"/>
              </a:buClr>
              <a:buSzPts val="1700"/>
              <a:buChar char="•"/>
              <a:defRPr>
                <a:solidFill>
                  <a:schemeClr val="lt1"/>
                </a:solidFill>
              </a:defRPr>
            </a:lvl2pPr>
            <a:lvl3pPr indent="-323850" lvl="2" marL="1371600" rtl="0" algn="l">
              <a:lnSpc>
                <a:spcPct val="114000"/>
              </a:lnSpc>
              <a:spcBef>
                <a:spcPts val="0"/>
              </a:spcBef>
              <a:spcAft>
                <a:spcPts val="0"/>
              </a:spcAft>
              <a:buClr>
                <a:schemeClr val="lt1"/>
              </a:buClr>
              <a:buSzPts val="1500"/>
              <a:buChar char="o"/>
              <a:defRPr>
                <a:solidFill>
                  <a:schemeClr val="lt1"/>
                </a:solidFill>
              </a:defRPr>
            </a:lvl3pPr>
            <a:lvl4pPr indent="-285750" lvl="3" marL="1828800" rtl="0" algn="l">
              <a:lnSpc>
                <a:spcPct val="114000"/>
              </a:lnSpc>
              <a:spcBef>
                <a:spcPts val="0"/>
              </a:spcBef>
              <a:spcAft>
                <a:spcPts val="0"/>
              </a:spcAft>
              <a:buClr>
                <a:schemeClr val="lt1"/>
              </a:buClr>
              <a:buSzPts val="900"/>
              <a:buChar char="⦿"/>
              <a:defRPr>
                <a:solidFill>
                  <a:schemeClr val="lt1"/>
                </a:solidFill>
              </a:defRPr>
            </a:lvl4pPr>
            <a:lvl5pPr indent="-336550" lvl="4" marL="2286000" rtl="0" algn="l">
              <a:lnSpc>
                <a:spcPct val="114000"/>
              </a:lnSpc>
              <a:spcBef>
                <a:spcPts val="0"/>
              </a:spcBef>
              <a:spcAft>
                <a:spcPts val="0"/>
              </a:spcAft>
              <a:buClr>
                <a:schemeClr val="lt1"/>
              </a:buClr>
              <a:buSzPts val="1700"/>
              <a:buChar char="•"/>
              <a:defRPr>
                <a:solidFill>
                  <a:schemeClr val="lt1"/>
                </a:solidFill>
              </a:defRPr>
            </a:lvl5pPr>
            <a:lvl6pPr indent="-273050" lvl="5" marL="2743200" rtl="0" algn="l">
              <a:lnSpc>
                <a:spcPct val="90000"/>
              </a:lnSpc>
              <a:spcBef>
                <a:spcPts val="300"/>
              </a:spcBef>
              <a:spcAft>
                <a:spcPts val="0"/>
              </a:spcAft>
              <a:buClr>
                <a:schemeClr val="dk1"/>
              </a:buClr>
              <a:buSzPts val="700"/>
              <a:buChar char="•"/>
              <a:defRPr/>
            </a:lvl6pPr>
            <a:lvl7pPr indent="-273050" lvl="6" marL="3200400" rtl="0" algn="l">
              <a:lnSpc>
                <a:spcPct val="90000"/>
              </a:lnSpc>
              <a:spcBef>
                <a:spcPts val="300"/>
              </a:spcBef>
              <a:spcAft>
                <a:spcPts val="0"/>
              </a:spcAft>
              <a:buClr>
                <a:schemeClr val="dk1"/>
              </a:buClr>
              <a:buSzPts val="700"/>
              <a:buChar char="•"/>
              <a:defRPr/>
            </a:lvl7pPr>
            <a:lvl8pPr indent="-273050" lvl="7" marL="3657600" rtl="0" algn="l">
              <a:lnSpc>
                <a:spcPct val="90000"/>
              </a:lnSpc>
              <a:spcBef>
                <a:spcPts val="300"/>
              </a:spcBef>
              <a:spcAft>
                <a:spcPts val="0"/>
              </a:spcAft>
              <a:buClr>
                <a:schemeClr val="dk1"/>
              </a:buClr>
              <a:buSzPts val="700"/>
              <a:buChar char="•"/>
              <a:defRPr/>
            </a:lvl8pPr>
            <a:lvl9pPr indent="-273050" lvl="8" marL="4114800" rtl="0" algn="l">
              <a:lnSpc>
                <a:spcPct val="90000"/>
              </a:lnSpc>
              <a:spcBef>
                <a:spcPts val="300"/>
              </a:spcBef>
              <a:spcAft>
                <a:spcPts val="0"/>
              </a:spcAft>
              <a:buClr>
                <a:schemeClr val="dk1"/>
              </a:buClr>
              <a:buSzPts val="7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Column Numbers">
  <p:cSld name="Full Column Numbers">
    <p:spTree>
      <p:nvGrpSpPr>
        <p:cNvPr id="111" name="Shape 111"/>
        <p:cNvGrpSpPr/>
        <p:nvPr/>
      </p:nvGrpSpPr>
      <p:grpSpPr>
        <a:xfrm>
          <a:off x="0" y="0"/>
          <a:ext cx="0" cy="0"/>
          <a:chOff x="0" y="0"/>
          <a:chExt cx="0" cy="0"/>
        </a:xfrm>
      </p:grpSpPr>
      <p:sp>
        <p:nvSpPr>
          <p:cNvPr id="112" name="Google Shape;112;p22"/>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lvl1pPr lvl="0" rtl="0" algn="l">
              <a:lnSpc>
                <a:spcPct val="266666"/>
              </a:lnSpc>
              <a:spcBef>
                <a:spcPts val="0"/>
              </a:spcBef>
              <a:spcAft>
                <a:spcPts val="0"/>
              </a:spcAft>
              <a:buClr>
                <a:schemeClr val="dk1"/>
              </a:buClr>
              <a:buSzPts val="700"/>
              <a:buNone/>
              <a:defRPr/>
            </a:lvl1pPr>
            <a:lvl2pPr lvl="1" rtl="0" algn="l">
              <a:lnSpc>
                <a:spcPct val="100000"/>
              </a:lnSpc>
              <a:spcBef>
                <a:spcPts val="0"/>
              </a:spcBef>
              <a:spcAft>
                <a:spcPts val="0"/>
              </a:spcAft>
              <a:buSzPts val="500"/>
              <a:buNone/>
              <a:defRPr/>
            </a:lvl2pPr>
            <a:lvl3pPr lvl="2" rtl="0" algn="l">
              <a:lnSpc>
                <a:spcPct val="100000"/>
              </a:lnSpc>
              <a:spcBef>
                <a:spcPts val="0"/>
              </a:spcBef>
              <a:spcAft>
                <a:spcPts val="0"/>
              </a:spcAft>
              <a:buSzPts val="500"/>
              <a:buNone/>
              <a:defRPr/>
            </a:lvl3pPr>
            <a:lvl4pPr lvl="3" rtl="0" algn="l">
              <a:lnSpc>
                <a:spcPct val="100000"/>
              </a:lnSpc>
              <a:spcBef>
                <a:spcPts val="0"/>
              </a:spcBef>
              <a:spcAft>
                <a:spcPts val="0"/>
              </a:spcAft>
              <a:buSzPts val="500"/>
              <a:buNone/>
              <a:defRPr/>
            </a:lvl4pPr>
            <a:lvl5pPr lvl="4" rtl="0" algn="l">
              <a:lnSpc>
                <a:spcPct val="100000"/>
              </a:lnSpc>
              <a:spcBef>
                <a:spcPts val="0"/>
              </a:spcBef>
              <a:spcAft>
                <a:spcPts val="0"/>
              </a:spcAft>
              <a:buSzPts val="500"/>
              <a:buNone/>
              <a:defRPr/>
            </a:lvl5pPr>
            <a:lvl6pPr lvl="5" rtl="0" algn="l">
              <a:lnSpc>
                <a:spcPct val="100000"/>
              </a:lnSpc>
              <a:spcBef>
                <a:spcPts val="0"/>
              </a:spcBef>
              <a:spcAft>
                <a:spcPts val="0"/>
              </a:spcAft>
              <a:buSzPts val="500"/>
              <a:buNone/>
              <a:defRPr/>
            </a:lvl6pPr>
            <a:lvl7pPr lvl="6" rtl="0" algn="l">
              <a:lnSpc>
                <a:spcPct val="100000"/>
              </a:lnSpc>
              <a:spcBef>
                <a:spcPts val="0"/>
              </a:spcBef>
              <a:spcAft>
                <a:spcPts val="0"/>
              </a:spcAft>
              <a:buSzPts val="500"/>
              <a:buNone/>
              <a:defRPr/>
            </a:lvl7pPr>
            <a:lvl8pPr lvl="7" rtl="0" algn="l">
              <a:lnSpc>
                <a:spcPct val="100000"/>
              </a:lnSpc>
              <a:spcBef>
                <a:spcPts val="0"/>
              </a:spcBef>
              <a:spcAft>
                <a:spcPts val="0"/>
              </a:spcAft>
              <a:buSzPts val="500"/>
              <a:buNone/>
              <a:defRPr/>
            </a:lvl8pPr>
            <a:lvl9pPr lvl="8" rtl="0" algn="l">
              <a:lnSpc>
                <a:spcPct val="100000"/>
              </a:lnSpc>
              <a:spcBef>
                <a:spcPts val="0"/>
              </a:spcBef>
              <a:spcAft>
                <a:spcPts val="0"/>
              </a:spcAft>
              <a:buSzPts val="500"/>
              <a:buNone/>
              <a:defRPr/>
            </a:lvl9pPr>
          </a:lstStyle>
          <a:p/>
        </p:txBody>
      </p:sp>
      <p:sp>
        <p:nvSpPr>
          <p:cNvPr id="113" name="Google Shape;113;p22"/>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14" name="Google Shape;114;p22"/>
          <p:cNvSpPr txBox="1"/>
          <p:nvPr>
            <p:ph idx="1" type="body"/>
          </p:nvPr>
        </p:nvSpPr>
        <p:spPr>
          <a:xfrm>
            <a:off x="358612" y="915066"/>
            <a:ext cx="8437800" cy="3598500"/>
          </a:xfrm>
          <a:prstGeom prst="rect">
            <a:avLst/>
          </a:prstGeom>
          <a:noFill/>
          <a:ln>
            <a:noFill/>
          </a:ln>
        </p:spPr>
        <p:txBody>
          <a:bodyPr anchorCtr="0" anchor="t" bIns="0" lIns="0" spcFirstLastPara="1" rIns="0" wrap="square" tIns="0">
            <a:noAutofit/>
          </a:bodyPr>
          <a:lstStyle>
            <a:lvl1pPr indent="-342900" lvl="0" marL="457200" rtl="0" algn="l">
              <a:lnSpc>
                <a:spcPct val="120000"/>
              </a:lnSpc>
              <a:spcBef>
                <a:spcPts val="0"/>
              </a:spcBef>
              <a:spcAft>
                <a:spcPts val="0"/>
              </a:spcAft>
              <a:buClr>
                <a:schemeClr val="dk1"/>
              </a:buClr>
              <a:buSzPts val="1800"/>
              <a:buFont typeface="Arial"/>
              <a:buAutoNum type="arabicPeriod"/>
              <a:defRPr sz="1800"/>
            </a:lvl1pPr>
            <a:lvl2pPr indent="-330200" lvl="1" marL="914400" rtl="0" algn="l">
              <a:lnSpc>
                <a:spcPct val="120000"/>
              </a:lnSpc>
              <a:spcBef>
                <a:spcPts val="0"/>
              </a:spcBef>
              <a:spcAft>
                <a:spcPts val="0"/>
              </a:spcAft>
              <a:buClr>
                <a:schemeClr val="dk1"/>
              </a:buClr>
              <a:buSzPts val="1600"/>
              <a:buFont typeface="Arial"/>
              <a:buAutoNum type="alphaUcPeriod"/>
              <a:defRPr sz="1600"/>
            </a:lvl2pPr>
            <a:lvl3pPr indent="-330200" lvl="2" marL="1371600" rtl="0" algn="l">
              <a:lnSpc>
                <a:spcPct val="120000"/>
              </a:lnSpc>
              <a:spcBef>
                <a:spcPts val="0"/>
              </a:spcBef>
              <a:spcAft>
                <a:spcPts val="0"/>
              </a:spcAft>
              <a:buClr>
                <a:schemeClr val="dk1"/>
              </a:buClr>
              <a:buSzPts val="1600"/>
              <a:buFont typeface="Arial"/>
              <a:buAutoNum type="romanLcPeriod"/>
              <a:defRPr sz="1600"/>
            </a:lvl3pPr>
            <a:lvl4pPr indent="-330200" lvl="3" marL="1828800" rtl="0" algn="l">
              <a:lnSpc>
                <a:spcPct val="120000"/>
              </a:lnSpc>
              <a:spcBef>
                <a:spcPts val="0"/>
              </a:spcBef>
              <a:spcAft>
                <a:spcPts val="0"/>
              </a:spcAft>
              <a:buClr>
                <a:schemeClr val="dk1"/>
              </a:buClr>
              <a:buSzPts val="1600"/>
              <a:buFont typeface="Arial"/>
              <a:buAutoNum type="arabicPeriod"/>
              <a:defRPr sz="1600"/>
            </a:lvl4pPr>
            <a:lvl5pPr indent="-330200" lvl="4" marL="2286000" rtl="0" algn="l">
              <a:lnSpc>
                <a:spcPct val="120000"/>
              </a:lnSpc>
              <a:spcBef>
                <a:spcPts val="0"/>
              </a:spcBef>
              <a:spcAft>
                <a:spcPts val="0"/>
              </a:spcAft>
              <a:buClr>
                <a:schemeClr val="dk1"/>
              </a:buClr>
              <a:buSzPts val="1600"/>
              <a:buFont typeface="Arial"/>
              <a:buAutoNum type="alphaLcPeriod"/>
              <a:defRPr sz="1600"/>
            </a:lvl5pPr>
            <a:lvl6pPr indent="-273050" lvl="5" marL="2743200" rtl="0" algn="l">
              <a:lnSpc>
                <a:spcPct val="90000"/>
              </a:lnSpc>
              <a:spcBef>
                <a:spcPts val="300"/>
              </a:spcBef>
              <a:spcAft>
                <a:spcPts val="0"/>
              </a:spcAft>
              <a:buClr>
                <a:schemeClr val="dk1"/>
              </a:buClr>
              <a:buSzPts val="700"/>
              <a:buChar char="•"/>
              <a:defRPr/>
            </a:lvl6pPr>
            <a:lvl7pPr indent="-273050" lvl="6" marL="3200400" rtl="0" algn="l">
              <a:lnSpc>
                <a:spcPct val="90000"/>
              </a:lnSpc>
              <a:spcBef>
                <a:spcPts val="300"/>
              </a:spcBef>
              <a:spcAft>
                <a:spcPts val="0"/>
              </a:spcAft>
              <a:buClr>
                <a:schemeClr val="dk1"/>
              </a:buClr>
              <a:buSzPts val="700"/>
              <a:buChar char="•"/>
              <a:defRPr/>
            </a:lvl7pPr>
            <a:lvl8pPr indent="-273050" lvl="7" marL="3657600" rtl="0" algn="l">
              <a:lnSpc>
                <a:spcPct val="90000"/>
              </a:lnSpc>
              <a:spcBef>
                <a:spcPts val="300"/>
              </a:spcBef>
              <a:spcAft>
                <a:spcPts val="0"/>
              </a:spcAft>
              <a:buClr>
                <a:schemeClr val="dk1"/>
              </a:buClr>
              <a:buSzPts val="700"/>
              <a:buChar char="•"/>
              <a:defRPr/>
            </a:lvl8pPr>
            <a:lvl9pPr indent="-273050" lvl="8" marL="4114800" rtl="0" algn="l">
              <a:lnSpc>
                <a:spcPct val="90000"/>
              </a:lnSpc>
              <a:spcBef>
                <a:spcPts val="300"/>
              </a:spcBef>
              <a:spcAft>
                <a:spcPts val="0"/>
              </a:spcAft>
              <a:buClr>
                <a:schemeClr val="dk1"/>
              </a:buClr>
              <a:buSzPts val="700"/>
              <a:buChar char="•"/>
              <a:defRPr/>
            </a:lvl9pPr>
          </a:lstStyle>
          <a:p/>
        </p:txBody>
      </p:sp>
      <p:sp>
        <p:nvSpPr>
          <p:cNvPr id="115" name="Google Shape;115;p22"/>
          <p:cNvSpPr txBox="1"/>
          <p:nvPr>
            <p:ph idx="2"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lvl1pPr indent="-228600" lvl="0" marL="457200" rtl="0" algn="ctr">
              <a:lnSpc>
                <a:spcPct val="114000"/>
              </a:lnSpc>
              <a:spcBef>
                <a:spcPts val="0"/>
              </a:spcBef>
              <a:spcAft>
                <a:spcPts val="0"/>
              </a:spcAft>
              <a:buClr>
                <a:schemeClr val="lt1"/>
              </a:buClr>
              <a:buSzPts val="800"/>
              <a:buNone/>
              <a:defRPr b="1" sz="1300">
                <a:solidFill>
                  <a:schemeClr val="lt1"/>
                </a:solidFill>
              </a:defRPr>
            </a:lvl1pPr>
            <a:lvl2pPr indent="-336550" lvl="1" marL="914400" rtl="0" algn="l">
              <a:lnSpc>
                <a:spcPct val="114000"/>
              </a:lnSpc>
              <a:spcBef>
                <a:spcPts val="0"/>
              </a:spcBef>
              <a:spcAft>
                <a:spcPts val="0"/>
              </a:spcAft>
              <a:buClr>
                <a:schemeClr val="lt1"/>
              </a:buClr>
              <a:buSzPts val="1700"/>
              <a:buChar char="•"/>
              <a:defRPr>
                <a:solidFill>
                  <a:schemeClr val="lt1"/>
                </a:solidFill>
              </a:defRPr>
            </a:lvl2pPr>
            <a:lvl3pPr indent="-323850" lvl="2" marL="1371600" rtl="0" algn="l">
              <a:lnSpc>
                <a:spcPct val="114000"/>
              </a:lnSpc>
              <a:spcBef>
                <a:spcPts val="0"/>
              </a:spcBef>
              <a:spcAft>
                <a:spcPts val="0"/>
              </a:spcAft>
              <a:buClr>
                <a:schemeClr val="lt1"/>
              </a:buClr>
              <a:buSzPts val="1500"/>
              <a:buChar char="o"/>
              <a:defRPr>
                <a:solidFill>
                  <a:schemeClr val="lt1"/>
                </a:solidFill>
              </a:defRPr>
            </a:lvl3pPr>
            <a:lvl4pPr indent="-285750" lvl="3" marL="1828800" rtl="0" algn="l">
              <a:lnSpc>
                <a:spcPct val="114000"/>
              </a:lnSpc>
              <a:spcBef>
                <a:spcPts val="0"/>
              </a:spcBef>
              <a:spcAft>
                <a:spcPts val="0"/>
              </a:spcAft>
              <a:buClr>
                <a:schemeClr val="lt1"/>
              </a:buClr>
              <a:buSzPts val="900"/>
              <a:buChar char="⦿"/>
              <a:defRPr>
                <a:solidFill>
                  <a:schemeClr val="lt1"/>
                </a:solidFill>
              </a:defRPr>
            </a:lvl4pPr>
            <a:lvl5pPr indent="-336550" lvl="4" marL="2286000" rtl="0" algn="l">
              <a:lnSpc>
                <a:spcPct val="114000"/>
              </a:lnSpc>
              <a:spcBef>
                <a:spcPts val="0"/>
              </a:spcBef>
              <a:spcAft>
                <a:spcPts val="0"/>
              </a:spcAft>
              <a:buClr>
                <a:schemeClr val="lt1"/>
              </a:buClr>
              <a:buSzPts val="1700"/>
              <a:buChar char="•"/>
              <a:defRPr>
                <a:solidFill>
                  <a:schemeClr val="lt1"/>
                </a:solidFill>
              </a:defRPr>
            </a:lvl5pPr>
            <a:lvl6pPr indent="-273050" lvl="5" marL="2743200" rtl="0" algn="l">
              <a:lnSpc>
                <a:spcPct val="90000"/>
              </a:lnSpc>
              <a:spcBef>
                <a:spcPts val="300"/>
              </a:spcBef>
              <a:spcAft>
                <a:spcPts val="0"/>
              </a:spcAft>
              <a:buClr>
                <a:schemeClr val="dk1"/>
              </a:buClr>
              <a:buSzPts val="700"/>
              <a:buChar char="•"/>
              <a:defRPr/>
            </a:lvl6pPr>
            <a:lvl7pPr indent="-273050" lvl="6" marL="3200400" rtl="0" algn="l">
              <a:lnSpc>
                <a:spcPct val="90000"/>
              </a:lnSpc>
              <a:spcBef>
                <a:spcPts val="300"/>
              </a:spcBef>
              <a:spcAft>
                <a:spcPts val="0"/>
              </a:spcAft>
              <a:buClr>
                <a:schemeClr val="dk1"/>
              </a:buClr>
              <a:buSzPts val="700"/>
              <a:buChar char="•"/>
              <a:defRPr/>
            </a:lvl7pPr>
            <a:lvl8pPr indent="-273050" lvl="7" marL="3657600" rtl="0" algn="l">
              <a:lnSpc>
                <a:spcPct val="90000"/>
              </a:lnSpc>
              <a:spcBef>
                <a:spcPts val="300"/>
              </a:spcBef>
              <a:spcAft>
                <a:spcPts val="0"/>
              </a:spcAft>
              <a:buClr>
                <a:schemeClr val="dk1"/>
              </a:buClr>
              <a:buSzPts val="700"/>
              <a:buChar char="•"/>
              <a:defRPr/>
            </a:lvl8pPr>
            <a:lvl9pPr indent="-273050" lvl="8" marL="4114800" rtl="0" algn="l">
              <a:lnSpc>
                <a:spcPct val="90000"/>
              </a:lnSpc>
              <a:spcBef>
                <a:spcPts val="300"/>
              </a:spcBef>
              <a:spcAft>
                <a:spcPts val="0"/>
              </a:spcAft>
              <a:buClr>
                <a:schemeClr val="dk1"/>
              </a:buClr>
              <a:buSzPts val="700"/>
              <a:buChar char="•"/>
              <a:defRPr/>
            </a:lvl9pPr>
          </a:lstStyle>
          <a:p/>
        </p:txBody>
      </p:sp>
      <p:cxnSp>
        <p:nvCxnSpPr>
          <p:cNvPr id="116" name="Google Shape;116;p22"/>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chemeClr val="dk1"/>
        </a:solidFill>
      </p:bgPr>
    </p:bg>
    <p:spTree>
      <p:nvGrpSpPr>
        <p:cNvPr id="117" name="Shape 117"/>
        <p:cNvGrpSpPr/>
        <p:nvPr/>
      </p:nvGrpSpPr>
      <p:grpSpPr>
        <a:xfrm>
          <a:off x="0" y="0"/>
          <a:ext cx="0" cy="0"/>
          <a:chOff x="0" y="0"/>
          <a:chExt cx="0" cy="0"/>
        </a:xfrm>
      </p:grpSpPr>
      <p:sp>
        <p:nvSpPr>
          <p:cNvPr id="118" name="Google Shape;118;p23"/>
          <p:cNvSpPr txBox="1"/>
          <p:nvPr>
            <p:ph type="ctrTitle"/>
          </p:nvPr>
        </p:nvSpPr>
        <p:spPr>
          <a:xfrm>
            <a:off x="339881" y="2003597"/>
            <a:ext cx="5561700" cy="17145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Clr>
                <a:schemeClr val="lt1"/>
              </a:buClr>
              <a:buSzPts val="4500"/>
              <a:buFont typeface="Arial"/>
              <a:buNone/>
              <a:defRPr b="1" sz="4500"/>
            </a:lvl1pPr>
            <a:lvl2pPr lvl="1" rtl="0" algn="l">
              <a:lnSpc>
                <a:spcPct val="100000"/>
              </a:lnSpc>
              <a:spcBef>
                <a:spcPts val="0"/>
              </a:spcBef>
              <a:spcAft>
                <a:spcPts val="0"/>
              </a:spcAft>
              <a:buSzPts val="500"/>
              <a:buNone/>
              <a:defRPr/>
            </a:lvl2pPr>
            <a:lvl3pPr lvl="2" rtl="0" algn="l">
              <a:lnSpc>
                <a:spcPct val="100000"/>
              </a:lnSpc>
              <a:spcBef>
                <a:spcPts val="0"/>
              </a:spcBef>
              <a:spcAft>
                <a:spcPts val="0"/>
              </a:spcAft>
              <a:buSzPts val="500"/>
              <a:buNone/>
              <a:defRPr/>
            </a:lvl3pPr>
            <a:lvl4pPr lvl="3" rtl="0" algn="l">
              <a:lnSpc>
                <a:spcPct val="100000"/>
              </a:lnSpc>
              <a:spcBef>
                <a:spcPts val="0"/>
              </a:spcBef>
              <a:spcAft>
                <a:spcPts val="0"/>
              </a:spcAft>
              <a:buSzPts val="500"/>
              <a:buNone/>
              <a:defRPr/>
            </a:lvl4pPr>
            <a:lvl5pPr lvl="4" rtl="0" algn="l">
              <a:lnSpc>
                <a:spcPct val="100000"/>
              </a:lnSpc>
              <a:spcBef>
                <a:spcPts val="0"/>
              </a:spcBef>
              <a:spcAft>
                <a:spcPts val="0"/>
              </a:spcAft>
              <a:buSzPts val="500"/>
              <a:buNone/>
              <a:defRPr/>
            </a:lvl5pPr>
            <a:lvl6pPr lvl="5" rtl="0" algn="l">
              <a:lnSpc>
                <a:spcPct val="100000"/>
              </a:lnSpc>
              <a:spcBef>
                <a:spcPts val="0"/>
              </a:spcBef>
              <a:spcAft>
                <a:spcPts val="0"/>
              </a:spcAft>
              <a:buSzPts val="500"/>
              <a:buNone/>
              <a:defRPr/>
            </a:lvl6pPr>
            <a:lvl7pPr lvl="6" rtl="0" algn="l">
              <a:lnSpc>
                <a:spcPct val="100000"/>
              </a:lnSpc>
              <a:spcBef>
                <a:spcPts val="0"/>
              </a:spcBef>
              <a:spcAft>
                <a:spcPts val="0"/>
              </a:spcAft>
              <a:buSzPts val="500"/>
              <a:buNone/>
              <a:defRPr/>
            </a:lvl7pPr>
            <a:lvl8pPr lvl="7" rtl="0" algn="l">
              <a:lnSpc>
                <a:spcPct val="100000"/>
              </a:lnSpc>
              <a:spcBef>
                <a:spcPts val="0"/>
              </a:spcBef>
              <a:spcAft>
                <a:spcPts val="0"/>
              </a:spcAft>
              <a:buSzPts val="500"/>
              <a:buNone/>
              <a:defRPr/>
            </a:lvl8pPr>
            <a:lvl9pPr lvl="8" rtl="0" algn="l">
              <a:lnSpc>
                <a:spcPct val="100000"/>
              </a:lnSpc>
              <a:spcBef>
                <a:spcPts val="0"/>
              </a:spcBef>
              <a:spcAft>
                <a:spcPts val="0"/>
              </a:spcAft>
              <a:buSzPts val="500"/>
              <a:buNone/>
              <a:defRPr/>
            </a:lvl9pPr>
          </a:lstStyle>
          <a:p/>
        </p:txBody>
      </p:sp>
      <p:sp>
        <p:nvSpPr>
          <p:cNvPr id="119" name="Google Shape;119;p23"/>
          <p:cNvSpPr txBox="1"/>
          <p:nvPr>
            <p:ph idx="1" type="subTitle"/>
          </p:nvPr>
        </p:nvSpPr>
        <p:spPr>
          <a:xfrm>
            <a:off x="339880" y="820215"/>
            <a:ext cx="5561700" cy="573900"/>
          </a:xfrm>
          <a:prstGeom prst="rect">
            <a:avLst/>
          </a:prstGeom>
          <a:noFill/>
          <a:ln>
            <a:noFill/>
          </a:ln>
        </p:spPr>
        <p:txBody>
          <a:bodyPr anchorCtr="0" anchor="b" bIns="0" lIns="0" spcFirstLastPara="1" rIns="0" wrap="square" tIns="0">
            <a:noAutofit/>
          </a:bodyPr>
          <a:lstStyle>
            <a:lvl1pPr lvl="0" rtl="0" algn="l">
              <a:lnSpc>
                <a:spcPct val="114000"/>
              </a:lnSpc>
              <a:spcBef>
                <a:spcPts val="0"/>
              </a:spcBef>
              <a:spcAft>
                <a:spcPts val="0"/>
              </a:spcAft>
              <a:buClr>
                <a:schemeClr val="lt1"/>
              </a:buClr>
              <a:buSzPts val="1600"/>
              <a:buNone/>
              <a:defRPr sz="2700"/>
            </a:lvl1pPr>
            <a:lvl2pPr lvl="1" rtl="0" algn="ctr">
              <a:lnSpc>
                <a:spcPct val="114000"/>
              </a:lnSpc>
              <a:spcBef>
                <a:spcPts val="0"/>
              </a:spcBef>
              <a:spcAft>
                <a:spcPts val="0"/>
              </a:spcAft>
              <a:buClr>
                <a:schemeClr val="lt1"/>
              </a:buClr>
              <a:buSzPts val="1300"/>
              <a:buNone/>
              <a:defRPr sz="1100"/>
            </a:lvl2pPr>
            <a:lvl3pPr lvl="2" rtl="0" algn="ctr">
              <a:lnSpc>
                <a:spcPct val="114000"/>
              </a:lnSpc>
              <a:spcBef>
                <a:spcPts val="0"/>
              </a:spcBef>
              <a:spcAft>
                <a:spcPts val="0"/>
              </a:spcAft>
              <a:buClr>
                <a:schemeClr val="lt1"/>
              </a:buClr>
              <a:buSzPts val="1000"/>
              <a:buNone/>
              <a:defRPr sz="1000"/>
            </a:lvl3pPr>
            <a:lvl4pPr lvl="3" rtl="0" algn="ctr">
              <a:lnSpc>
                <a:spcPct val="114000"/>
              </a:lnSpc>
              <a:spcBef>
                <a:spcPts val="0"/>
              </a:spcBef>
              <a:spcAft>
                <a:spcPts val="0"/>
              </a:spcAft>
              <a:buClr>
                <a:schemeClr val="lt1"/>
              </a:buClr>
              <a:buSzPts val="500"/>
              <a:buNone/>
              <a:defRPr sz="900"/>
            </a:lvl4pPr>
            <a:lvl5pPr lvl="4" rtl="0" algn="ctr">
              <a:lnSpc>
                <a:spcPct val="114000"/>
              </a:lnSpc>
              <a:spcBef>
                <a:spcPts val="0"/>
              </a:spcBef>
              <a:spcAft>
                <a:spcPts val="0"/>
              </a:spcAft>
              <a:buClr>
                <a:schemeClr val="lt1"/>
              </a:buClr>
              <a:buSzPts val="1000"/>
              <a:buNone/>
              <a:defRPr sz="900"/>
            </a:lvl5pPr>
            <a:lvl6pPr lvl="5" rtl="0" algn="ctr">
              <a:lnSpc>
                <a:spcPct val="90000"/>
              </a:lnSpc>
              <a:spcBef>
                <a:spcPts val="300"/>
              </a:spcBef>
              <a:spcAft>
                <a:spcPts val="0"/>
              </a:spcAft>
              <a:buClr>
                <a:schemeClr val="lt1"/>
              </a:buClr>
              <a:buSzPts val="900"/>
              <a:buNone/>
              <a:defRPr sz="900"/>
            </a:lvl6pPr>
            <a:lvl7pPr lvl="6" rtl="0" algn="ctr">
              <a:lnSpc>
                <a:spcPct val="90000"/>
              </a:lnSpc>
              <a:spcBef>
                <a:spcPts val="300"/>
              </a:spcBef>
              <a:spcAft>
                <a:spcPts val="0"/>
              </a:spcAft>
              <a:buClr>
                <a:schemeClr val="lt1"/>
              </a:buClr>
              <a:buSzPts val="900"/>
              <a:buNone/>
              <a:defRPr sz="900"/>
            </a:lvl7pPr>
            <a:lvl8pPr lvl="7" rtl="0" algn="ctr">
              <a:lnSpc>
                <a:spcPct val="90000"/>
              </a:lnSpc>
              <a:spcBef>
                <a:spcPts val="300"/>
              </a:spcBef>
              <a:spcAft>
                <a:spcPts val="0"/>
              </a:spcAft>
              <a:buClr>
                <a:schemeClr val="lt1"/>
              </a:buClr>
              <a:buSzPts val="900"/>
              <a:buNone/>
              <a:defRPr sz="900"/>
            </a:lvl8pPr>
            <a:lvl9pPr lvl="8" rtl="0" algn="ctr">
              <a:lnSpc>
                <a:spcPct val="90000"/>
              </a:lnSpc>
              <a:spcBef>
                <a:spcPts val="300"/>
              </a:spcBef>
              <a:spcAft>
                <a:spcPts val="0"/>
              </a:spcAft>
              <a:buClr>
                <a:schemeClr val="lt1"/>
              </a:buClr>
              <a:buSzPts val="900"/>
              <a:buNone/>
              <a:defRPr sz="900"/>
            </a:lvl9pPr>
          </a:lstStyle>
          <a:p/>
        </p:txBody>
      </p:sp>
      <p:cxnSp>
        <p:nvCxnSpPr>
          <p:cNvPr id="120" name="Google Shape;120;p23"/>
          <p:cNvCxnSpPr/>
          <p:nvPr/>
        </p:nvCxnSpPr>
        <p:spPr>
          <a:xfrm>
            <a:off x="339879" y="3766542"/>
            <a:ext cx="8457600" cy="0"/>
          </a:xfrm>
          <a:prstGeom prst="straightConnector1">
            <a:avLst/>
          </a:prstGeom>
          <a:noFill/>
          <a:ln cap="flat" cmpd="sng" w="50800">
            <a:solidFill>
              <a:schemeClr val="lt1"/>
            </a:solidFill>
            <a:prstDash val="solid"/>
            <a:miter lim="800000"/>
            <a:headEnd len="sm" w="sm" type="none"/>
            <a:tailEnd len="sm" w="sm" type="none"/>
          </a:ln>
        </p:spPr>
      </p:cxnSp>
      <p:sp>
        <p:nvSpPr>
          <p:cNvPr id="121" name="Google Shape;121;p23"/>
          <p:cNvSpPr txBox="1"/>
          <p:nvPr>
            <p:ph idx="2" type="body"/>
          </p:nvPr>
        </p:nvSpPr>
        <p:spPr>
          <a:xfrm>
            <a:off x="1295136" y="4113609"/>
            <a:ext cx="4110900" cy="661800"/>
          </a:xfrm>
          <a:prstGeom prst="rect">
            <a:avLst/>
          </a:prstGeom>
          <a:noFill/>
          <a:ln>
            <a:noFill/>
          </a:ln>
        </p:spPr>
        <p:txBody>
          <a:bodyPr anchorCtr="0" anchor="t" bIns="0" lIns="0" spcFirstLastPara="1" rIns="0" wrap="square" tIns="0">
            <a:noAutofit/>
          </a:bodyPr>
          <a:lstStyle>
            <a:lvl1pPr indent="-228600" lvl="0" marL="457200" rtl="0" algn="l">
              <a:lnSpc>
                <a:spcPct val="114000"/>
              </a:lnSpc>
              <a:spcBef>
                <a:spcPts val="0"/>
              </a:spcBef>
              <a:spcAft>
                <a:spcPts val="0"/>
              </a:spcAft>
              <a:buClr>
                <a:schemeClr val="lt1"/>
              </a:buClr>
              <a:buSzPts val="900"/>
              <a:buFont typeface="Arial"/>
              <a:buNone/>
              <a:defRPr sz="1500"/>
            </a:lvl1pPr>
            <a:lvl2pPr indent="-228600" lvl="1" marL="914400" rtl="0" algn="l">
              <a:lnSpc>
                <a:spcPct val="140000"/>
              </a:lnSpc>
              <a:spcBef>
                <a:spcPts val="0"/>
              </a:spcBef>
              <a:spcAft>
                <a:spcPts val="0"/>
              </a:spcAft>
              <a:buClr>
                <a:schemeClr val="lt1"/>
              </a:buClr>
              <a:buSzPts val="1300"/>
              <a:buFont typeface="Arial"/>
              <a:buNone/>
              <a:defRPr sz="1100"/>
            </a:lvl2pPr>
            <a:lvl3pPr indent="-228600" lvl="2" marL="1371600" rtl="0" algn="l">
              <a:lnSpc>
                <a:spcPct val="140000"/>
              </a:lnSpc>
              <a:spcBef>
                <a:spcPts val="0"/>
              </a:spcBef>
              <a:spcAft>
                <a:spcPts val="0"/>
              </a:spcAft>
              <a:buClr>
                <a:schemeClr val="lt1"/>
              </a:buClr>
              <a:buSzPts val="1100"/>
              <a:buFont typeface="Arial"/>
              <a:buNone/>
              <a:defRPr sz="1100"/>
            </a:lvl3pPr>
            <a:lvl4pPr indent="-228600" lvl="3" marL="1828800" rtl="0" algn="l">
              <a:lnSpc>
                <a:spcPct val="140000"/>
              </a:lnSpc>
              <a:spcBef>
                <a:spcPts val="0"/>
              </a:spcBef>
              <a:spcAft>
                <a:spcPts val="0"/>
              </a:spcAft>
              <a:buClr>
                <a:schemeClr val="lt1"/>
              </a:buClr>
              <a:buSzPts val="700"/>
              <a:buFont typeface="Arial"/>
              <a:buNone/>
              <a:defRPr sz="1100"/>
            </a:lvl4pPr>
            <a:lvl5pPr indent="-228600" lvl="4" marL="2286000" rtl="0" algn="l">
              <a:lnSpc>
                <a:spcPct val="140000"/>
              </a:lnSpc>
              <a:spcBef>
                <a:spcPts val="0"/>
              </a:spcBef>
              <a:spcAft>
                <a:spcPts val="0"/>
              </a:spcAft>
              <a:buClr>
                <a:schemeClr val="lt1"/>
              </a:buClr>
              <a:buSzPts val="1300"/>
              <a:buFont typeface="Arial"/>
              <a:buNone/>
              <a:defRPr sz="1100"/>
            </a:lvl5pPr>
            <a:lvl6pPr indent="-273050" lvl="5" marL="2743200" rtl="0" algn="l">
              <a:lnSpc>
                <a:spcPct val="90000"/>
              </a:lnSpc>
              <a:spcBef>
                <a:spcPts val="300"/>
              </a:spcBef>
              <a:spcAft>
                <a:spcPts val="0"/>
              </a:spcAft>
              <a:buClr>
                <a:schemeClr val="lt1"/>
              </a:buClr>
              <a:buSzPts val="700"/>
              <a:buChar char="•"/>
              <a:defRPr/>
            </a:lvl6pPr>
            <a:lvl7pPr indent="-273050" lvl="6" marL="3200400" rtl="0" algn="l">
              <a:lnSpc>
                <a:spcPct val="90000"/>
              </a:lnSpc>
              <a:spcBef>
                <a:spcPts val="300"/>
              </a:spcBef>
              <a:spcAft>
                <a:spcPts val="0"/>
              </a:spcAft>
              <a:buClr>
                <a:schemeClr val="lt1"/>
              </a:buClr>
              <a:buSzPts val="700"/>
              <a:buChar char="•"/>
              <a:defRPr/>
            </a:lvl7pPr>
            <a:lvl8pPr indent="-273050" lvl="7" marL="3657600" rtl="0" algn="l">
              <a:lnSpc>
                <a:spcPct val="90000"/>
              </a:lnSpc>
              <a:spcBef>
                <a:spcPts val="300"/>
              </a:spcBef>
              <a:spcAft>
                <a:spcPts val="0"/>
              </a:spcAft>
              <a:buClr>
                <a:schemeClr val="lt1"/>
              </a:buClr>
              <a:buSzPts val="700"/>
              <a:buChar char="•"/>
              <a:defRPr/>
            </a:lvl8pPr>
            <a:lvl9pPr indent="-273050" lvl="8" marL="4114800" rtl="0" algn="l">
              <a:lnSpc>
                <a:spcPct val="90000"/>
              </a:lnSpc>
              <a:spcBef>
                <a:spcPts val="300"/>
              </a:spcBef>
              <a:spcAft>
                <a:spcPts val="0"/>
              </a:spcAft>
              <a:buClr>
                <a:schemeClr val="lt1"/>
              </a:buClr>
              <a:buSzPts val="700"/>
              <a:buChar char="•"/>
              <a:defRPr/>
            </a:lvl9pPr>
          </a:lstStyle>
          <a:p/>
        </p:txBody>
      </p:sp>
      <p:pic>
        <p:nvPicPr>
          <p:cNvPr id="122" name="Google Shape;122;p23"/>
          <p:cNvPicPr preferRelativeResize="0"/>
          <p:nvPr/>
        </p:nvPicPr>
        <p:blipFill rotWithShape="1">
          <a:blip r:embed="rId2">
            <a:alphaModFix/>
          </a:blip>
          <a:srcRect b="0" l="0" r="0" t="0"/>
          <a:stretch/>
        </p:blipFill>
        <p:spPr>
          <a:xfrm>
            <a:off x="355100" y="4165717"/>
            <a:ext cx="627133" cy="551676"/>
          </a:xfrm>
          <a:prstGeom prst="rect">
            <a:avLst/>
          </a:prstGeom>
          <a:noFill/>
          <a:ln>
            <a:noFill/>
          </a:ln>
        </p:spPr>
      </p:pic>
      <p:pic>
        <p:nvPicPr>
          <p:cNvPr id="123" name="Google Shape;123;p23"/>
          <p:cNvPicPr preferRelativeResize="0"/>
          <p:nvPr/>
        </p:nvPicPr>
        <p:blipFill rotWithShape="1">
          <a:blip r:embed="rId2">
            <a:alphaModFix/>
          </a:blip>
          <a:srcRect b="0" l="0" r="0" t="0"/>
          <a:stretch/>
        </p:blipFill>
        <p:spPr>
          <a:xfrm>
            <a:off x="355100" y="4165717"/>
            <a:ext cx="627133" cy="551676"/>
          </a:xfrm>
          <a:prstGeom prst="rect">
            <a:avLst/>
          </a:prstGeom>
          <a:noFill/>
          <a:ln>
            <a:noFill/>
          </a:ln>
        </p:spPr>
      </p:pic>
      <p:pic>
        <p:nvPicPr>
          <p:cNvPr id="124" name="Google Shape;124;p23"/>
          <p:cNvPicPr preferRelativeResize="0"/>
          <p:nvPr/>
        </p:nvPicPr>
        <p:blipFill rotWithShape="1">
          <a:blip r:embed="rId3">
            <a:alphaModFix/>
          </a:blip>
          <a:srcRect b="0" l="0" r="0" t="0"/>
          <a:stretch/>
        </p:blipFill>
        <p:spPr>
          <a:xfrm>
            <a:off x="6136108" y="2274508"/>
            <a:ext cx="2668757" cy="2255162"/>
          </a:xfrm>
          <a:prstGeom prst="rect">
            <a:avLst/>
          </a:prstGeom>
          <a:noFill/>
          <a:ln>
            <a:noFill/>
          </a:ln>
        </p:spPr>
      </p:pic>
      <p:pic>
        <p:nvPicPr>
          <p:cNvPr id="125" name="Google Shape;125;p23"/>
          <p:cNvPicPr preferRelativeResize="0"/>
          <p:nvPr/>
        </p:nvPicPr>
        <p:blipFill rotWithShape="1">
          <a:blip r:embed="rId4">
            <a:alphaModFix/>
          </a:blip>
          <a:srcRect b="0" l="15321" r="14107" t="0"/>
          <a:stretch/>
        </p:blipFill>
        <p:spPr>
          <a:xfrm>
            <a:off x="6136108" y="982467"/>
            <a:ext cx="2661462" cy="1423987"/>
          </a:xfrm>
          <a:prstGeom prst="rect">
            <a:avLst/>
          </a:prstGeom>
          <a:noFill/>
          <a:ln>
            <a:noFill/>
          </a:ln>
        </p:spPr>
      </p:pic>
      <p:sp>
        <p:nvSpPr>
          <p:cNvPr id="126" name="Google Shape;126;p23"/>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umn Bullets">
  <p:cSld name="Half Column Bullets">
    <p:spTree>
      <p:nvGrpSpPr>
        <p:cNvPr id="127" name="Shape 127"/>
        <p:cNvGrpSpPr/>
        <p:nvPr/>
      </p:nvGrpSpPr>
      <p:grpSpPr>
        <a:xfrm>
          <a:off x="0" y="0"/>
          <a:ext cx="0" cy="0"/>
          <a:chOff x="0" y="0"/>
          <a:chExt cx="0" cy="0"/>
        </a:xfrm>
      </p:grpSpPr>
      <p:cxnSp>
        <p:nvCxnSpPr>
          <p:cNvPr id="128" name="Google Shape;128;p24"/>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129" name="Google Shape;129;p24"/>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30" name="Google Shape;130;p24"/>
          <p:cNvSpPr txBox="1"/>
          <p:nvPr>
            <p:ph idx="1" type="body"/>
          </p:nvPr>
        </p:nvSpPr>
        <p:spPr>
          <a:xfrm>
            <a:off x="358612" y="915066"/>
            <a:ext cx="4213500" cy="3481200"/>
          </a:xfrm>
          <a:prstGeom prst="rect">
            <a:avLst/>
          </a:prstGeom>
          <a:noFill/>
          <a:ln>
            <a:noFill/>
          </a:ln>
        </p:spPr>
        <p:txBody>
          <a:bodyPr anchorCtr="0" anchor="t" bIns="0" lIns="0" spcFirstLastPara="1" rIns="0" wrap="square" tIns="0">
            <a:noAutofit/>
          </a:bodyPr>
          <a:lstStyle>
            <a:lvl1pPr indent="-292100" lvl="0" marL="457200" rtl="0" algn="l">
              <a:lnSpc>
                <a:spcPct val="120000"/>
              </a:lnSpc>
              <a:spcBef>
                <a:spcPts val="0"/>
              </a:spcBef>
              <a:spcAft>
                <a:spcPts val="0"/>
              </a:spcAft>
              <a:buClr>
                <a:schemeClr val="dk1"/>
              </a:buClr>
              <a:buSzPts val="1000"/>
              <a:buChar char="⦿"/>
              <a:defRPr/>
            </a:lvl1pPr>
            <a:lvl2pPr indent="-336550" lvl="1" marL="914400" rtl="0" algn="l">
              <a:lnSpc>
                <a:spcPct val="120000"/>
              </a:lnSpc>
              <a:spcBef>
                <a:spcPts val="0"/>
              </a:spcBef>
              <a:spcAft>
                <a:spcPts val="0"/>
              </a:spcAft>
              <a:buClr>
                <a:schemeClr val="dk1"/>
              </a:buClr>
              <a:buSzPts val="1700"/>
              <a:buChar char="•"/>
              <a:defRPr/>
            </a:lvl2pPr>
            <a:lvl3pPr indent="-323850" lvl="2" marL="1371600" rtl="0" algn="l">
              <a:lnSpc>
                <a:spcPct val="120000"/>
              </a:lnSpc>
              <a:spcBef>
                <a:spcPts val="0"/>
              </a:spcBef>
              <a:spcAft>
                <a:spcPts val="0"/>
              </a:spcAft>
              <a:buClr>
                <a:schemeClr val="dk1"/>
              </a:buClr>
              <a:buSzPts val="1500"/>
              <a:buChar char="o"/>
              <a:defRPr/>
            </a:lvl3pPr>
            <a:lvl4pPr indent="-285750" lvl="3" marL="1828800" rtl="0" algn="l">
              <a:lnSpc>
                <a:spcPct val="120000"/>
              </a:lnSpc>
              <a:spcBef>
                <a:spcPts val="0"/>
              </a:spcBef>
              <a:spcAft>
                <a:spcPts val="0"/>
              </a:spcAft>
              <a:buClr>
                <a:schemeClr val="dk1"/>
              </a:buClr>
              <a:buSzPts val="900"/>
              <a:buChar char="⦿"/>
              <a:defRPr/>
            </a:lvl4pPr>
            <a:lvl5pPr indent="-336550" lvl="4" marL="2286000" rtl="0" algn="l">
              <a:lnSpc>
                <a:spcPct val="120000"/>
              </a:lnSpc>
              <a:spcBef>
                <a:spcPts val="0"/>
              </a:spcBef>
              <a:spcAft>
                <a:spcPts val="0"/>
              </a:spcAft>
              <a:buClr>
                <a:schemeClr val="dk1"/>
              </a:buClr>
              <a:buSzPts val="1700"/>
              <a:buChar char="•"/>
              <a:defRPr/>
            </a:lvl5pPr>
            <a:lvl6pPr indent="-273050" lvl="5" marL="2743200" rtl="0" algn="l">
              <a:lnSpc>
                <a:spcPct val="90000"/>
              </a:lnSpc>
              <a:spcBef>
                <a:spcPts val="300"/>
              </a:spcBef>
              <a:spcAft>
                <a:spcPts val="0"/>
              </a:spcAft>
              <a:buClr>
                <a:schemeClr val="dk1"/>
              </a:buClr>
              <a:buSzPts val="700"/>
              <a:buChar char="•"/>
              <a:defRPr/>
            </a:lvl6pPr>
            <a:lvl7pPr indent="-273050" lvl="6" marL="3200400" rtl="0" algn="l">
              <a:lnSpc>
                <a:spcPct val="90000"/>
              </a:lnSpc>
              <a:spcBef>
                <a:spcPts val="300"/>
              </a:spcBef>
              <a:spcAft>
                <a:spcPts val="0"/>
              </a:spcAft>
              <a:buClr>
                <a:schemeClr val="dk1"/>
              </a:buClr>
              <a:buSzPts val="700"/>
              <a:buChar char="•"/>
              <a:defRPr/>
            </a:lvl7pPr>
            <a:lvl8pPr indent="-273050" lvl="7" marL="3657600" rtl="0" algn="l">
              <a:lnSpc>
                <a:spcPct val="90000"/>
              </a:lnSpc>
              <a:spcBef>
                <a:spcPts val="300"/>
              </a:spcBef>
              <a:spcAft>
                <a:spcPts val="0"/>
              </a:spcAft>
              <a:buClr>
                <a:schemeClr val="dk1"/>
              </a:buClr>
              <a:buSzPts val="700"/>
              <a:buChar char="•"/>
              <a:defRPr/>
            </a:lvl8pPr>
            <a:lvl9pPr indent="-273050" lvl="8" marL="4114800" rtl="0" algn="l">
              <a:lnSpc>
                <a:spcPct val="90000"/>
              </a:lnSpc>
              <a:spcBef>
                <a:spcPts val="300"/>
              </a:spcBef>
              <a:spcAft>
                <a:spcPts val="0"/>
              </a:spcAft>
              <a:buClr>
                <a:schemeClr val="dk1"/>
              </a:buClr>
              <a:buSzPts val="700"/>
              <a:buChar char="•"/>
              <a:defRPr/>
            </a:lvl9pPr>
          </a:lstStyle>
          <a:p/>
        </p:txBody>
      </p:sp>
      <p:sp>
        <p:nvSpPr>
          <p:cNvPr id="131" name="Google Shape;131;p24"/>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lvl1pPr lvl="0" rtl="0" algn="l">
              <a:lnSpc>
                <a:spcPct val="266666"/>
              </a:lnSpc>
              <a:spcBef>
                <a:spcPts val="0"/>
              </a:spcBef>
              <a:spcAft>
                <a:spcPts val="0"/>
              </a:spcAft>
              <a:buClr>
                <a:schemeClr val="dk1"/>
              </a:buClr>
              <a:buSzPts val="700"/>
              <a:buNone/>
              <a:defRPr/>
            </a:lvl1pPr>
            <a:lvl2pPr lvl="1" rtl="0" algn="l">
              <a:lnSpc>
                <a:spcPct val="100000"/>
              </a:lnSpc>
              <a:spcBef>
                <a:spcPts val="0"/>
              </a:spcBef>
              <a:spcAft>
                <a:spcPts val="0"/>
              </a:spcAft>
              <a:buSzPts val="500"/>
              <a:buNone/>
              <a:defRPr/>
            </a:lvl2pPr>
            <a:lvl3pPr lvl="2" rtl="0" algn="l">
              <a:lnSpc>
                <a:spcPct val="100000"/>
              </a:lnSpc>
              <a:spcBef>
                <a:spcPts val="0"/>
              </a:spcBef>
              <a:spcAft>
                <a:spcPts val="0"/>
              </a:spcAft>
              <a:buSzPts val="500"/>
              <a:buNone/>
              <a:defRPr/>
            </a:lvl3pPr>
            <a:lvl4pPr lvl="3" rtl="0" algn="l">
              <a:lnSpc>
                <a:spcPct val="100000"/>
              </a:lnSpc>
              <a:spcBef>
                <a:spcPts val="0"/>
              </a:spcBef>
              <a:spcAft>
                <a:spcPts val="0"/>
              </a:spcAft>
              <a:buSzPts val="500"/>
              <a:buNone/>
              <a:defRPr/>
            </a:lvl4pPr>
            <a:lvl5pPr lvl="4" rtl="0" algn="l">
              <a:lnSpc>
                <a:spcPct val="100000"/>
              </a:lnSpc>
              <a:spcBef>
                <a:spcPts val="0"/>
              </a:spcBef>
              <a:spcAft>
                <a:spcPts val="0"/>
              </a:spcAft>
              <a:buSzPts val="500"/>
              <a:buNone/>
              <a:defRPr/>
            </a:lvl5pPr>
            <a:lvl6pPr lvl="5" rtl="0" algn="l">
              <a:lnSpc>
                <a:spcPct val="100000"/>
              </a:lnSpc>
              <a:spcBef>
                <a:spcPts val="0"/>
              </a:spcBef>
              <a:spcAft>
                <a:spcPts val="0"/>
              </a:spcAft>
              <a:buSzPts val="500"/>
              <a:buNone/>
              <a:defRPr/>
            </a:lvl6pPr>
            <a:lvl7pPr lvl="6" rtl="0" algn="l">
              <a:lnSpc>
                <a:spcPct val="100000"/>
              </a:lnSpc>
              <a:spcBef>
                <a:spcPts val="0"/>
              </a:spcBef>
              <a:spcAft>
                <a:spcPts val="0"/>
              </a:spcAft>
              <a:buSzPts val="500"/>
              <a:buNone/>
              <a:defRPr/>
            </a:lvl7pPr>
            <a:lvl8pPr lvl="7" rtl="0" algn="l">
              <a:lnSpc>
                <a:spcPct val="100000"/>
              </a:lnSpc>
              <a:spcBef>
                <a:spcPts val="0"/>
              </a:spcBef>
              <a:spcAft>
                <a:spcPts val="0"/>
              </a:spcAft>
              <a:buSzPts val="500"/>
              <a:buNone/>
              <a:defRPr/>
            </a:lvl8pPr>
            <a:lvl9pPr lvl="8" rtl="0" algn="l">
              <a:lnSpc>
                <a:spcPct val="100000"/>
              </a:lnSpc>
              <a:spcBef>
                <a:spcPts val="0"/>
              </a:spcBef>
              <a:spcAft>
                <a:spcPts val="0"/>
              </a:spcAft>
              <a:buSzPts val="500"/>
              <a:buNone/>
              <a:defRPr/>
            </a:lvl9pPr>
          </a:lstStyle>
          <a:p/>
        </p:txBody>
      </p:sp>
      <p:sp>
        <p:nvSpPr>
          <p:cNvPr id="132" name="Google Shape;132;p24"/>
          <p:cNvSpPr txBox="1"/>
          <p:nvPr>
            <p:ph idx="2"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lvl1pPr indent="-228600" lvl="0" marL="457200" rtl="0" algn="ctr">
              <a:lnSpc>
                <a:spcPct val="114000"/>
              </a:lnSpc>
              <a:spcBef>
                <a:spcPts val="0"/>
              </a:spcBef>
              <a:spcAft>
                <a:spcPts val="0"/>
              </a:spcAft>
              <a:buClr>
                <a:schemeClr val="lt1"/>
              </a:buClr>
              <a:buSzPts val="800"/>
              <a:buNone/>
              <a:defRPr b="1" sz="1300">
                <a:solidFill>
                  <a:schemeClr val="lt1"/>
                </a:solidFill>
              </a:defRPr>
            </a:lvl1pPr>
            <a:lvl2pPr indent="-336550" lvl="1" marL="914400" rtl="0" algn="l">
              <a:lnSpc>
                <a:spcPct val="114000"/>
              </a:lnSpc>
              <a:spcBef>
                <a:spcPts val="0"/>
              </a:spcBef>
              <a:spcAft>
                <a:spcPts val="0"/>
              </a:spcAft>
              <a:buClr>
                <a:schemeClr val="lt1"/>
              </a:buClr>
              <a:buSzPts val="1700"/>
              <a:buChar char="•"/>
              <a:defRPr>
                <a:solidFill>
                  <a:schemeClr val="lt1"/>
                </a:solidFill>
              </a:defRPr>
            </a:lvl2pPr>
            <a:lvl3pPr indent="-323850" lvl="2" marL="1371600" rtl="0" algn="l">
              <a:lnSpc>
                <a:spcPct val="114000"/>
              </a:lnSpc>
              <a:spcBef>
                <a:spcPts val="0"/>
              </a:spcBef>
              <a:spcAft>
                <a:spcPts val="0"/>
              </a:spcAft>
              <a:buClr>
                <a:schemeClr val="lt1"/>
              </a:buClr>
              <a:buSzPts val="1500"/>
              <a:buChar char="o"/>
              <a:defRPr>
                <a:solidFill>
                  <a:schemeClr val="lt1"/>
                </a:solidFill>
              </a:defRPr>
            </a:lvl3pPr>
            <a:lvl4pPr indent="-285750" lvl="3" marL="1828800" rtl="0" algn="l">
              <a:lnSpc>
                <a:spcPct val="114000"/>
              </a:lnSpc>
              <a:spcBef>
                <a:spcPts val="0"/>
              </a:spcBef>
              <a:spcAft>
                <a:spcPts val="0"/>
              </a:spcAft>
              <a:buClr>
                <a:schemeClr val="lt1"/>
              </a:buClr>
              <a:buSzPts val="900"/>
              <a:buChar char="⦿"/>
              <a:defRPr>
                <a:solidFill>
                  <a:schemeClr val="lt1"/>
                </a:solidFill>
              </a:defRPr>
            </a:lvl4pPr>
            <a:lvl5pPr indent="-336550" lvl="4" marL="2286000" rtl="0" algn="l">
              <a:lnSpc>
                <a:spcPct val="114000"/>
              </a:lnSpc>
              <a:spcBef>
                <a:spcPts val="0"/>
              </a:spcBef>
              <a:spcAft>
                <a:spcPts val="0"/>
              </a:spcAft>
              <a:buClr>
                <a:schemeClr val="lt1"/>
              </a:buClr>
              <a:buSzPts val="1700"/>
              <a:buChar char="•"/>
              <a:defRPr>
                <a:solidFill>
                  <a:schemeClr val="lt1"/>
                </a:solidFill>
              </a:defRPr>
            </a:lvl5pPr>
            <a:lvl6pPr indent="-273050" lvl="5" marL="2743200" rtl="0" algn="l">
              <a:lnSpc>
                <a:spcPct val="90000"/>
              </a:lnSpc>
              <a:spcBef>
                <a:spcPts val="300"/>
              </a:spcBef>
              <a:spcAft>
                <a:spcPts val="0"/>
              </a:spcAft>
              <a:buClr>
                <a:schemeClr val="dk1"/>
              </a:buClr>
              <a:buSzPts val="700"/>
              <a:buChar char="•"/>
              <a:defRPr/>
            </a:lvl6pPr>
            <a:lvl7pPr indent="-273050" lvl="6" marL="3200400" rtl="0" algn="l">
              <a:lnSpc>
                <a:spcPct val="90000"/>
              </a:lnSpc>
              <a:spcBef>
                <a:spcPts val="300"/>
              </a:spcBef>
              <a:spcAft>
                <a:spcPts val="0"/>
              </a:spcAft>
              <a:buClr>
                <a:schemeClr val="dk1"/>
              </a:buClr>
              <a:buSzPts val="700"/>
              <a:buChar char="•"/>
              <a:defRPr/>
            </a:lvl7pPr>
            <a:lvl8pPr indent="-273050" lvl="7" marL="3657600" rtl="0" algn="l">
              <a:lnSpc>
                <a:spcPct val="90000"/>
              </a:lnSpc>
              <a:spcBef>
                <a:spcPts val="300"/>
              </a:spcBef>
              <a:spcAft>
                <a:spcPts val="0"/>
              </a:spcAft>
              <a:buClr>
                <a:schemeClr val="dk1"/>
              </a:buClr>
              <a:buSzPts val="700"/>
              <a:buChar char="•"/>
              <a:defRPr/>
            </a:lvl8pPr>
            <a:lvl9pPr indent="-273050" lvl="8" marL="4114800" rtl="0" algn="l">
              <a:lnSpc>
                <a:spcPct val="90000"/>
              </a:lnSpc>
              <a:spcBef>
                <a:spcPts val="300"/>
              </a:spcBef>
              <a:spcAft>
                <a:spcPts val="0"/>
              </a:spcAft>
              <a:buClr>
                <a:schemeClr val="dk1"/>
              </a:buClr>
              <a:buSzPts val="7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umn Numbers">
  <p:cSld name="Half Column Numbers">
    <p:spTree>
      <p:nvGrpSpPr>
        <p:cNvPr id="133" name="Shape 133"/>
        <p:cNvGrpSpPr/>
        <p:nvPr/>
      </p:nvGrpSpPr>
      <p:grpSpPr>
        <a:xfrm>
          <a:off x="0" y="0"/>
          <a:ext cx="0" cy="0"/>
          <a:chOff x="0" y="0"/>
          <a:chExt cx="0" cy="0"/>
        </a:xfrm>
      </p:grpSpPr>
      <p:sp>
        <p:nvSpPr>
          <p:cNvPr id="134" name="Google Shape;134;p25"/>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35" name="Google Shape;135;p25"/>
          <p:cNvSpPr txBox="1"/>
          <p:nvPr>
            <p:ph idx="1" type="body"/>
          </p:nvPr>
        </p:nvSpPr>
        <p:spPr>
          <a:xfrm>
            <a:off x="358612" y="915066"/>
            <a:ext cx="4213500" cy="3598500"/>
          </a:xfrm>
          <a:prstGeom prst="rect">
            <a:avLst/>
          </a:prstGeom>
          <a:noFill/>
          <a:ln>
            <a:noFill/>
          </a:ln>
        </p:spPr>
        <p:txBody>
          <a:bodyPr anchorCtr="0" anchor="t" bIns="0" lIns="0" spcFirstLastPara="1" rIns="0" wrap="square" tIns="0">
            <a:noAutofit/>
          </a:bodyPr>
          <a:lstStyle>
            <a:lvl1pPr indent="-342900" lvl="0" marL="457200" rtl="0" algn="l">
              <a:lnSpc>
                <a:spcPct val="120000"/>
              </a:lnSpc>
              <a:spcBef>
                <a:spcPts val="0"/>
              </a:spcBef>
              <a:spcAft>
                <a:spcPts val="0"/>
              </a:spcAft>
              <a:buClr>
                <a:schemeClr val="dk1"/>
              </a:buClr>
              <a:buSzPts val="1800"/>
              <a:buFont typeface="Arial"/>
              <a:buAutoNum type="arabicPeriod"/>
              <a:defRPr sz="1800"/>
            </a:lvl1pPr>
            <a:lvl2pPr indent="-330200" lvl="1" marL="914400" rtl="0" algn="l">
              <a:lnSpc>
                <a:spcPct val="120000"/>
              </a:lnSpc>
              <a:spcBef>
                <a:spcPts val="0"/>
              </a:spcBef>
              <a:spcAft>
                <a:spcPts val="0"/>
              </a:spcAft>
              <a:buClr>
                <a:schemeClr val="dk1"/>
              </a:buClr>
              <a:buSzPts val="1600"/>
              <a:buFont typeface="Arial"/>
              <a:buAutoNum type="alphaUcPeriod"/>
              <a:defRPr sz="1600"/>
            </a:lvl2pPr>
            <a:lvl3pPr indent="-330200" lvl="2" marL="1371600" rtl="0" algn="l">
              <a:lnSpc>
                <a:spcPct val="120000"/>
              </a:lnSpc>
              <a:spcBef>
                <a:spcPts val="0"/>
              </a:spcBef>
              <a:spcAft>
                <a:spcPts val="0"/>
              </a:spcAft>
              <a:buClr>
                <a:schemeClr val="dk1"/>
              </a:buClr>
              <a:buSzPts val="1600"/>
              <a:buFont typeface="Arial"/>
              <a:buAutoNum type="romanLcPeriod"/>
              <a:defRPr sz="1600"/>
            </a:lvl3pPr>
            <a:lvl4pPr indent="-330200" lvl="3" marL="1828800" rtl="0" algn="l">
              <a:lnSpc>
                <a:spcPct val="120000"/>
              </a:lnSpc>
              <a:spcBef>
                <a:spcPts val="0"/>
              </a:spcBef>
              <a:spcAft>
                <a:spcPts val="0"/>
              </a:spcAft>
              <a:buClr>
                <a:schemeClr val="dk1"/>
              </a:buClr>
              <a:buSzPts val="1600"/>
              <a:buFont typeface="Arial"/>
              <a:buAutoNum type="arabicPeriod"/>
              <a:defRPr sz="1600"/>
            </a:lvl4pPr>
            <a:lvl5pPr indent="-330200" lvl="4" marL="2286000" rtl="0" algn="l">
              <a:lnSpc>
                <a:spcPct val="120000"/>
              </a:lnSpc>
              <a:spcBef>
                <a:spcPts val="0"/>
              </a:spcBef>
              <a:spcAft>
                <a:spcPts val="0"/>
              </a:spcAft>
              <a:buClr>
                <a:schemeClr val="dk1"/>
              </a:buClr>
              <a:buSzPts val="1600"/>
              <a:buFont typeface="Arial"/>
              <a:buAutoNum type="alphaLcPeriod"/>
              <a:defRPr sz="1600"/>
            </a:lvl5pPr>
            <a:lvl6pPr indent="-273050" lvl="5" marL="2743200" rtl="0" algn="l">
              <a:lnSpc>
                <a:spcPct val="90000"/>
              </a:lnSpc>
              <a:spcBef>
                <a:spcPts val="300"/>
              </a:spcBef>
              <a:spcAft>
                <a:spcPts val="0"/>
              </a:spcAft>
              <a:buClr>
                <a:schemeClr val="dk1"/>
              </a:buClr>
              <a:buSzPts val="700"/>
              <a:buChar char="•"/>
              <a:defRPr/>
            </a:lvl6pPr>
            <a:lvl7pPr indent="-273050" lvl="6" marL="3200400" rtl="0" algn="l">
              <a:lnSpc>
                <a:spcPct val="90000"/>
              </a:lnSpc>
              <a:spcBef>
                <a:spcPts val="300"/>
              </a:spcBef>
              <a:spcAft>
                <a:spcPts val="0"/>
              </a:spcAft>
              <a:buClr>
                <a:schemeClr val="dk1"/>
              </a:buClr>
              <a:buSzPts val="700"/>
              <a:buChar char="•"/>
              <a:defRPr/>
            </a:lvl7pPr>
            <a:lvl8pPr indent="-273050" lvl="7" marL="3657600" rtl="0" algn="l">
              <a:lnSpc>
                <a:spcPct val="90000"/>
              </a:lnSpc>
              <a:spcBef>
                <a:spcPts val="300"/>
              </a:spcBef>
              <a:spcAft>
                <a:spcPts val="0"/>
              </a:spcAft>
              <a:buClr>
                <a:schemeClr val="dk1"/>
              </a:buClr>
              <a:buSzPts val="700"/>
              <a:buChar char="•"/>
              <a:defRPr/>
            </a:lvl8pPr>
            <a:lvl9pPr indent="-273050" lvl="8" marL="4114800" rtl="0" algn="l">
              <a:lnSpc>
                <a:spcPct val="90000"/>
              </a:lnSpc>
              <a:spcBef>
                <a:spcPts val="300"/>
              </a:spcBef>
              <a:spcAft>
                <a:spcPts val="0"/>
              </a:spcAft>
              <a:buClr>
                <a:schemeClr val="dk1"/>
              </a:buClr>
              <a:buSzPts val="700"/>
              <a:buChar char="•"/>
              <a:defRPr/>
            </a:lvl9pPr>
          </a:lstStyle>
          <a:p/>
        </p:txBody>
      </p:sp>
      <p:cxnSp>
        <p:nvCxnSpPr>
          <p:cNvPr id="136" name="Google Shape;136;p25"/>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137" name="Google Shape;137;p25"/>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lvl1pPr lvl="0" rtl="0" algn="l">
              <a:lnSpc>
                <a:spcPct val="266666"/>
              </a:lnSpc>
              <a:spcBef>
                <a:spcPts val="0"/>
              </a:spcBef>
              <a:spcAft>
                <a:spcPts val="0"/>
              </a:spcAft>
              <a:buClr>
                <a:schemeClr val="dk1"/>
              </a:buClr>
              <a:buSzPts val="700"/>
              <a:buNone/>
              <a:defRPr/>
            </a:lvl1pPr>
            <a:lvl2pPr lvl="1" rtl="0" algn="l">
              <a:lnSpc>
                <a:spcPct val="100000"/>
              </a:lnSpc>
              <a:spcBef>
                <a:spcPts val="0"/>
              </a:spcBef>
              <a:spcAft>
                <a:spcPts val="0"/>
              </a:spcAft>
              <a:buSzPts val="500"/>
              <a:buNone/>
              <a:defRPr/>
            </a:lvl2pPr>
            <a:lvl3pPr lvl="2" rtl="0" algn="l">
              <a:lnSpc>
                <a:spcPct val="100000"/>
              </a:lnSpc>
              <a:spcBef>
                <a:spcPts val="0"/>
              </a:spcBef>
              <a:spcAft>
                <a:spcPts val="0"/>
              </a:spcAft>
              <a:buSzPts val="500"/>
              <a:buNone/>
              <a:defRPr/>
            </a:lvl3pPr>
            <a:lvl4pPr lvl="3" rtl="0" algn="l">
              <a:lnSpc>
                <a:spcPct val="100000"/>
              </a:lnSpc>
              <a:spcBef>
                <a:spcPts val="0"/>
              </a:spcBef>
              <a:spcAft>
                <a:spcPts val="0"/>
              </a:spcAft>
              <a:buSzPts val="500"/>
              <a:buNone/>
              <a:defRPr/>
            </a:lvl4pPr>
            <a:lvl5pPr lvl="4" rtl="0" algn="l">
              <a:lnSpc>
                <a:spcPct val="100000"/>
              </a:lnSpc>
              <a:spcBef>
                <a:spcPts val="0"/>
              </a:spcBef>
              <a:spcAft>
                <a:spcPts val="0"/>
              </a:spcAft>
              <a:buSzPts val="500"/>
              <a:buNone/>
              <a:defRPr/>
            </a:lvl5pPr>
            <a:lvl6pPr lvl="5" rtl="0" algn="l">
              <a:lnSpc>
                <a:spcPct val="100000"/>
              </a:lnSpc>
              <a:spcBef>
                <a:spcPts val="0"/>
              </a:spcBef>
              <a:spcAft>
                <a:spcPts val="0"/>
              </a:spcAft>
              <a:buSzPts val="500"/>
              <a:buNone/>
              <a:defRPr/>
            </a:lvl6pPr>
            <a:lvl7pPr lvl="6" rtl="0" algn="l">
              <a:lnSpc>
                <a:spcPct val="100000"/>
              </a:lnSpc>
              <a:spcBef>
                <a:spcPts val="0"/>
              </a:spcBef>
              <a:spcAft>
                <a:spcPts val="0"/>
              </a:spcAft>
              <a:buSzPts val="500"/>
              <a:buNone/>
              <a:defRPr/>
            </a:lvl7pPr>
            <a:lvl8pPr lvl="7" rtl="0" algn="l">
              <a:lnSpc>
                <a:spcPct val="100000"/>
              </a:lnSpc>
              <a:spcBef>
                <a:spcPts val="0"/>
              </a:spcBef>
              <a:spcAft>
                <a:spcPts val="0"/>
              </a:spcAft>
              <a:buSzPts val="500"/>
              <a:buNone/>
              <a:defRPr/>
            </a:lvl8pPr>
            <a:lvl9pPr lvl="8" rtl="0" algn="l">
              <a:lnSpc>
                <a:spcPct val="100000"/>
              </a:lnSpc>
              <a:spcBef>
                <a:spcPts val="0"/>
              </a:spcBef>
              <a:spcAft>
                <a:spcPts val="0"/>
              </a:spcAft>
              <a:buSzPts val="500"/>
              <a:buNone/>
              <a:defRPr/>
            </a:lvl9pPr>
          </a:lstStyle>
          <a:p/>
        </p:txBody>
      </p:sp>
      <p:sp>
        <p:nvSpPr>
          <p:cNvPr id="138" name="Google Shape;138;p25"/>
          <p:cNvSpPr txBox="1"/>
          <p:nvPr>
            <p:ph idx="2"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lvl1pPr indent="-228600" lvl="0" marL="457200" rtl="0" algn="ctr">
              <a:lnSpc>
                <a:spcPct val="114000"/>
              </a:lnSpc>
              <a:spcBef>
                <a:spcPts val="0"/>
              </a:spcBef>
              <a:spcAft>
                <a:spcPts val="0"/>
              </a:spcAft>
              <a:buClr>
                <a:schemeClr val="lt1"/>
              </a:buClr>
              <a:buSzPts val="800"/>
              <a:buNone/>
              <a:defRPr b="1" sz="1300">
                <a:solidFill>
                  <a:schemeClr val="lt1"/>
                </a:solidFill>
              </a:defRPr>
            </a:lvl1pPr>
            <a:lvl2pPr indent="-336550" lvl="1" marL="914400" rtl="0" algn="l">
              <a:lnSpc>
                <a:spcPct val="114000"/>
              </a:lnSpc>
              <a:spcBef>
                <a:spcPts val="0"/>
              </a:spcBef>
              <a:spcAft>
                <a:spcPts val="0"/>
              </a:spcAft>
              <a:buClr>
                <a:schemeClr val="lt1"/>
              </a:buClr>
              <a:buSzPts val="1700"/>
              <a:buChar char="•"/>
              <a:defRPr>
                <a:solidFill>
                  <a:schemeClr val="lt1"/>
                </a:solidFill>
              </a:defRPr>
            </a:lvl2pPr>
            <a:lvl3pPr indent="-323850" lvl="2" marL="1371600" rtl="0" algn="l">
              <a:lnSpc>
                <a:spcPct val="114000"/>
              </a:lnSpc>
              <a:spcBef>
                <a:spcPts val="0"/>
              </a:spcBef>
              <a:spcAft>
                <a:spcPts val="0"/>
              </a:spcAft>
              <a:buClr>
                <a:schemeClr val="lt1"/>
              </a:buClr>
              <a:buSzPts val="1500"/>
              <a:buChar char="o"/>
              <a:defRPr>
                <a:solidFill>
                  <a:schemeClr val="lt1"/>
                </a:solidFill>
              </a:defRPr>
            </a:lvl3pPr>
            <a:lvl4pPr indent="-285750" lvl="3" marL="1828800" rtl="0" algn="l">
              <a:lnSpc>
                <a:spcPct val="114000"/>
              </a:lnSpc>
              <a:spcBef>
                <a:spcPts val="0"/>
              </a:spcBef>
              <a:spcAft>
                <a:spcPts val="0"/>
              </a:spcAft>
              <a:buClr>
                <a:schemeClr val="lt1"/>
              </a:buClr>
              <a:buSzPts val="900"/>
              <a:buChar char="⦿"/>
              <a:defRPr>
                <a:solidFill>
                  <a:schemeClr val="lt1"/>
                </a:solidFill>
              </a:defRPr>
            </a:lvl4pPr>
            <a:lvl5pPr indent="-336550" lvl="4" marL="2286000" rtl="0" algn="l">
              <a:lnSpc>
                <a:spcPct val="114000"/>
              </a:lnSpc>
              <a:spcBef>
                <a:spcPts val="0"/>
              </a:spcBef>
              <a:spcAft>
                <a:spcPts val="0"/>
              </a:spcAft>
              <a:buClr>
                <a:schemeClr val="lt1"/>
              </a:buClr>
              <a:buSzPts val="1700"/>
              <a:buChar char="•"/>
              <a:defRPr>
                <a:solidFill>
                  <a:schemeClr val="lt1"/>
                </a:solidFill>
              </a:defRPr>
            </a:lvl5pPr>
            <a:lvl6pPr indent="-273050" lvl="5" marL="2743200" rtl="0" algn="l">
              <a:lnSpc>
                <a:spcPct val="90000"/>
              </a:lnSpc>
              <a:spcBef>
                <a:spcPts val="300"/>
              </a:spcBef>
              <a:spcAft>
                <a:spcPts val="0"/>
              </a:spcAft>
              <a:buClr>
                <a:schemeClr val="dk1"/>
              </a:buClr>
              <a:buSzPts val="700"/>
              <a:buChar char="•"/>
              <a:defRPr/>
            </a:lvl6pPr>
            <a:lvl7pPr indent="-273050" lvl="6" marL="3200400" rtl="0" algn="l">
              <a:lnSpc>
                <a:spcPct val="90000"/>
              </a:lnSpc>
              <a:spcBef>
                <a:spcPts val="300"/>
              </a:spcBef>
              <a:spcAft>
                <a:spcPts val="0"/>
              </a:spcAft>
              <a:buClr>
                <a:schemeClr val="dk1"/>
              </a:buClr>
              <a:buSzPts val="700"/>
              <a:buChar char="•"/>
              <a:defRPr/>
            </a:lvl7pPr>
            <a:lvl8pPr indent="-273050" lvl="7" marL="3657600" rtl="0" algn="l">
              <a:lnSpc>
                <a:spcPct val="90000"/>
              </a:lnSpc>
              <a:spcBef>
                <a:spcPts val="300"/>
              </a:spcBef>
              <a:spcAft>
                <a:spcPts val="0"/>
              </a:spcAft>
              <a:buClr>
                <a:schemeClr val="dk1"/>
              </a:buClr>
              <a:buSzPts val="700"/>
              <a:buChar char="•"/>
              <a:defRPr/>
            </a:lvl8pPr>
            <a:lvl9pPr indent="-273050" lvl="8" marL="4114800" rtl="0" algn="l">
              <a:lnSpc>
                <a:spcPct val="90000"/>
              </a:lnSpc>
              <a:spcBef>
                <a:spcPts val="300"/>
              </a:spcBef>
              <a:spcAft>
                <a:spcPts val="0"/>
              </a:spcAft>
              <a:buClr>
                <a:schemeClr val="dk1"/>
              </a:buClr>
              <a:buSzPts val="7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bg>
      <p:bgPr>
        <a:solidFill>
          <a:schemeClr val="dk2"/>
        </a:solidFill>
      </p:bgPr>
    </p:bg>
    <p:spTree>
      <p:nvGrpSpPr>
        <p:cNvPr id="139" name="Shape 139"/>
        <p:cNvGrpSpPr/>
        <p:nvPr/>
      </p:nvGrpSpPr>
      <p:grpSpPr>
        <a:xfrm>
          <a:off x="0" y="0"/>
          <a:ext cx="0" cy="0"/>
          <a:chOff x="0" y="0"/>
          <a:chExt cx="0" cy="0"/>
        </a:xfrm>
      </p:grpSpPr>
      <p:sp>
        <p:nvSpPr>
          <p:cNvPr id="140" name="Google Shape;140;p26"/>
          <p:cNvSpPr txBox="1"/>
          <p:nvPr>
            <p:ph type="title"/>
          </p:nvPr>
        </p:nvSpPr>
        <p:spPr>
          <a:xfrm>
            <a:off x="339880" y="1358578"/>
            <a:ext cx="8457600" cy="1381200"/>
          </a:xfrm>
          <a:prstGeom prst="rect">
            <a:avLst/>
          </a:prstGeom>
          <a:noFill/>
          <a:ln>
            <a:noFill/>
          </a:ln>
        </p:spPr>
        <p:txBody>
          <a:bodyPr anchorCtr="0" anchor="t" bIns="0" lIns="0" spcFirstLastPara="1" rIns="0" wrap="square" tIns="0">
            <a:noAutofit/>
          </a:bodyPr>
          <a:lstStyle>
            <a:lvl1pPr lvl="0" rtl="0" algn="l">
              <a:lnSpc>
                <a:spcPct val="114000"/>
              </a:lnSpc>
              <a:spcBef>
                <a:spcPts val="0"/>
              </a:spcBef>
              <a:spcAft>
                <a:spcPts val="0"/>
              </a:spcAft>
              <a:buClr>
                <a:schemeClr val="lt1"/>
              </a:buClr>
              <a:buSzPts val="2200"/>
              <a:buFont typeface="Arial"/>
              <a:buNone/>
              <a:defRPr b="0" sz="2200"/>
            </a:lvl1pPr>
            <a:lvl2pPr lvl="1" rtl="0" algn="l">
              <a:lnSpc>
                <a:spcPct val="100000"/>
              </a:lnSpc>
              <a:spcBef>
                <a:spcPts val="0"/>
              </a:spcBef>
              <a:spcAft>
                <a:spcPts val="0"/>
              </a:spcAft>
              <a:buSzPts val="500"/>
              <a:buNone/>
              <a:defRPr/>
            </a:lvl2pPr>
            <a:lvl3pPr lvl="2" rtl="0" algn="l">
              <a:lnSpc>
                <a:spcPct val="100000"/>
              </a:lnSpc>
              <a:spcBef>
                <a:spcPts val="0"/>
              </a:spcBef>
              <a:spcAft>
                <a:spcPts val="0"/>
              </a:spcAft>
              <a:buSzPts val="500"/>
              <a:buNone/>
              <a:defRPr/>
            </a:lvl3pPr>
            <a:lvl4pPr lvl="3" rtl="0" algn="l">
              <a:lnSpc>
                <a:spcPct val="100000"/>
              </a:lnSpc>
              <a:spcBef>
                <a:spcPts val="0"/>
              </a:spcBef>
              <a:spcAft>
                <a:spcPts val="0"/>
              </a:spcAft>
              <a:buSzPts val="500"/>
              <a:buNone/>
              <a:defRPr/>
            </a:lvl4pPr>
            <a:lvl5pPr lvl="4" rtl="0" algn="l">
              <a:lnSpc>
                <a:spcPct val="100000"/>
              </a:lnSpc>
              <a:spcBef>
                <a:spcPts val="0"/>
              </a:spcBef>
              <a:spcAft>
                <a:spcPts val="0"/>
              </a:spcAft>
              <a:buSzPts val="500"/>
              <a:buNone/>
              <a:defRPr/>
            </a:lvl5pPr>
            <a:lvl6pPr lvl="5" rtl="0" algn="l">
              <a:lnSpc>
                <a:spcPct val="100000"/>
              </a:lnSpc>
              <a:spcBef>
                <a:spcPts val="0"/>
              </a:spcBef>
              <a:spcAft>
                <a:spcPts val="0"/>
              </a:spcAft>
              <a:buSzPts val="500"/>
              <a:buNone/>
              <a:defRPr/>
            </a:lvl6pPr>
            <a:lvl7pPr lvl="6" rtl="0" algn="l">
              <a:lnSpc>
                <a:spcPct val="100000"/>
              </a:lnSpc>
              <a:spcBef>
                <a:spcPts val="0"/>
              </a:spcBef>
              <a:spcAft>
                <a:spcPts val="0"/>
              </a:spcAft>
              <a:buSzPts val="500"/>
              <a:buNone/>
              <a:defRPr/>
            </a:lvl7pPr>
            <a:lvl8pPr lvl="7" rtl="0" algn="l">
              <a:lnSpc>
                <a:spcPct val="100000"/>
              </a:lnSpc>
              <a:spcBef>
                <a:spcPts val="0"/>
              </a:spcBef>
              <a:spcAft>
                <a:spcPts val="0"/>
              </a:spcAft>
              <a:buSzPts val="500"/>
              <a:buNone/>
              <a:defRPr/>
            </a:lvl8pPr>
            <a:lvl9pPr lvl="8" rtl="0" algn="l">
              <a:lnSpc>
                <a:spcPct val="100000"/>
              </a:lnSpc>
              <a:spcBef>
                <a:spcPts val="0"/>
              </a:spcBef>
              <a:spcAft>
                <a:spcPts val="0"/>
              </a:spcAft>
              <a:buSzPts val="500"/>
              <a:buNone/>
              <a:defRPr/>
            </a:lvl9pPr>
          </a:lstStyle>
          <a:p/>
        </p:txBody>
      </p:sp>
      <p:sp>
        <p:nvSpPr>
          <p:cNvPr id="141" name="Google Shape;141;p26"/>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bg>
      <p:bgPr>
        <a:solidFill>
          <a:schemeClr val="dk2"/>
        </a:solidFill>
      </p:bgPr>
    </p:bg>
    <p:spTree>
      <p:nvGrpSpPr>
        <p:cNvPr id="142" name="Shape 142"/>
        <p:cNvGrpSpPr/>
        <p:nvPr/>
      </p:nvGrpSpPr>
      <p:grpSpPr>
        <a:xfrm>
          <a:off x="0" y="0"/>
          <a:ext cx="0" cy="0"/>
          <a:chOff x="0" y="0"/>
          <a:chExt cx="0" cy="0"/>
        </a:xfrm>
      </p:grpSpPr>
      <p:sp>
        <p:nvSpPr>
          <p:cNvPr id="143" name="Google Shape;143;p27"/>
          <p:cNvSpPr txBox="1"/>
          <p:nvPr>
            <p:ph idx="1" type="subTitle"/>
          </p:nvPr>
        </p:nvSpPr>
        <p:spPr>
          <a:xfrm>
            <a:off x="339880" y="3356896"/>
            <a:ext cx="8457600" cy="573900"/>
          </a:xfrm>
          <a:prstGeom prst="rect">
            <a:avLst/>
          </a:prstGeom>
          <a:noFill/>
          <a:ln>
            <a:noFill/>
          </a:ln>
        </p:spPr>
        <p:txBody>
          <a:bodyPr anchorCtr="0" anchor="t" bIns="0" lIns="0" spcFirstLastPara="1" rIns="0" wrap="square" tIns="0">
            <a:noAutofit/>
          </a:bodyPr>
          <a:lstStyle>
            <a:lvl1pPr lvl="0" rtl="0" algn="ctr">
              <a:lnSpc>
                <a:spcPct val="114000"/>
              </a:lnSpc>
              <a:spcBef>
                <a:spcPts val="0"/>
              </a:spcBef>
              <a:spcAft>
                <a:spcPts val="0"/>
              </a:spcAft>
              <a:buClr>
                <a:schemeClr val="lt1"/>
              </a:buClr>
              <a:buSzPts val="800"/>
              <a:buNone/>
              <a:defRPr sz="1300"/>
            </a:lvl1pPr>
            <a:lvl2pPr lvl="1" rtl="0" algn="ctr">
              <a:lnSpc>
                <a:spcPct val="114000"/>
              </a:lnSpc>
              <a:spcBef>
                <a:spcPts val="0"/>
              </a:spcBef>
              <a:spcAft>
                <a:spcPts val="0"/>
              </a:spcAft>
              <a:buClr>
                <a:schemeClr val="lt1"/>
              </a:buClr>
              <a:buSzPts val="1300"/>
              <a:buNone/>
              <a:defRPr sz="1100"/>
            </a:lvl2pPr>
            <a:lvl3pPr lvl="2" rtl="0" algn="ctr">
              <a:lnSpc>
                <a:spcPct val="114000"/>
              </a:lnSpc>
              <a:spcBef>
                <a:spcPts val="0"/>
              </a:spcBef>
              <a:spcAft>
                <a:spcPts val="0"/>
              </a:spcAft>
              <a:buClr>
                <a:schemeClr val="lt1"/>
              </a:buClr>
              <a:buSzPts val="1000"/>
              <a:buNone/>
              <a:defRPr sz="1000"/>
            </a:lvl3pPr>
            <a:lvl4pPr lvl="3" rtl="0" algn="ctr">
              <a:lnSpc>
                <a:spcPct val="114000"/>
              </a:lnSpc>
              <a:spcBef>
                <a:spcPts val="0"/>
              </a:spcBef>
              <a:spcAft>
                <a:spcPts val="0"/>
              </a:spcAft>
              <a:buClr>
                <a:schemeClr val="lt1"/>
              </a:buClr>
              <a:buSzPts val="500"/>
              <a:buNone/>
              <a:defRPr sz="900"/>
            </a:lvl4pPr>
            <a:lvl5pPr lvl="4" rtl="0" algn="ctr">
              <a:lnSpc>
                <a:spcPct val="114000"/>
              </a:lnSpc>
              <a:spcBef>
                <a:spcPts val="0"/>
              </a:spcBef>
              <a:spcAft>
                <a:spcPts val="0"/>
              </a:spcAft>
              <a:buClr>
                <a:schemeClr val="lt1"/>
              </a:buClr>
              <a:buSzPts val="1000"/>
              <a:buNone/>
              <a:defRPr sz="900"/>
            </a:lvl5pPr>
            <a:lvl6pPr lvl="5" rtl="0" algn="ctr">
              <a:lnSpc>
                <a:spcPct val="90000"/>
              </a:lnSpc>
              <a:spcBef>
                <a:spcPts val="300"/>
              </a:spcBef>
              <a:spcAft>
                <a:spcPts val="0"/>
              </a:spcAft>
              <a:buClr>
                <a:schemeClr val="lt1"/>
              </a:buClr>
              <a:buSzPts val="900"/>
              <a:buNone/>
              <a:defRPr sz="900"/>
            </a:lvl6pPr>
            <a:lvl7pPr lvl="6" rtl="0" algn="ctr">
              <a:lnSpc>
                <a:spcPct val="90000"/>
              </a:lnSpc>
              <a:spcBef>
                <a:spcPts val="300"/>
              </a:spcBef>
              <a:spcAft>
                <a:spcPts val="0"/>
              </a:spcAft>
              <a:buClr>
                <a:schemeClr val="lt1"/>
              </a:buClr>
              <a:buSzPts val="900"/>
              <a:buNone/>
              <a:defRPr sz="900"/>
            </a:lvl7pPr>
            <a:lvl8pPr lvl="7" rtl="0" algn="ctr">
              <a:lnSpc>
                <a:spcPct val="90000"/>
              </a:lnSpc>
              <a:spcBef>
                <a:spcPts val="300"/>
              </a:spcBef>
              <a:spcAft>
                <a:spcPts val="0"/>
              </a:spcAft>
              <a:buClr>
                <a:schemeClr val="lt1"/>
              </a:buClr>
              <a:buSzPts val="900"/>
              <a:buNone/>
              <a:defRPr sz="900"/>
            </a:lvl8pPr>
            <a:lvl9pPr lvl="8" rtl="0" algn="ctr">
              <a:lnSpc>
                <a:spcPct val="90000"/>
              </a:lnSpc>
              <a:spcBef>
                <a:spcPts val="300"/>
              </a:spcBef>
              <a:spcAft>
                <a:spcPts val="0"/>
              </a:spcAft>
              <a:buClr>
                <a:schemeClr val="lt1"/>
              </a:buClr>
              <a:buSzPts val="900"/>
              <a:buNone/>
              <a:defRPr sz="900"/>
            </a:lvl9pPr>
          </a:lstStyle>
          <a:p/>
        </p:txBody>
      </p:sp>
      <p:sp>
        <p:nvSpPr>
          <p:cNvPr id="144" name="Google Shape;144;p27"/>
          <p:cNvSpPr txBox="1"/>
          <p:nvPr>
            <p:ph type="ctrTitle"/>
          </p:nvPr>
        </p:nvSpPr>
        <p:spPr>
          <a:xfrm>
            <a:off x="339880" y="1269823"/>
            <a:ext cx="8457600" cy="1914300"/>
          </a:xfrm>
          <a:prstGeom prst="rect">
            <a:avLst/>
          </a:prstGeom>
          <a:noFill/>
          <a:ln>
            <a:noFill/>
          </a:ln>
        </p:spPr>
        <p:txBody>
          <a:bodyPr anchorCtr="0" anchor="b" bIns="0" lIns="0" spcFirstLastPara="1" rIns="0" wrap="square" tIns="0">
            <a:noAutofit/>
          </a:bodyPr>
          <a:lstStyle>
            <a:lvl1pPr lvl="0" rtl="0" algn="ctr">
              <a:lnSpc>
                <a:spcPct val="100000"/>
              </a:lnSpc>
              <a:spcBef>
                <a:spcPts val="0"/>
              </a:spcBef>
              <a:spcAft>
                <a:spcPts val="0"/>
              </a:spcAft>
              <a:buClr>
                <a:schemeClr val="lt1"/>
              </a:buClr>
              <a:buSzPts val="11200"/>
              <a:buFont typeface="Arial"/>
              <a:buNone/>
              <a:defRPr sz="11200"/>
            </a:lvl1pPr>
            <a:lvl2pPr lvl="1" rtl="0" algn="l">
              <a:lnSpc>
                <a:spcPct val="100000"/>
              </a:lnSpc>
              <a:spcBef>
                <a:spcPts val="0"/>
              </a:spcBef>
              <a:spcAft>
                <a:spcPts val="0"/>
              </a:spcAft>
              <a:buSzPts val="500"/>
              <a:buNone/>
              <a:defRPr/>
            </a:lvl2pPr>
            <a:lvl3pPr lvl="2" rtl="0" algn="l">
              <a:lnSpc>
                <a:spcPct val="100000"/>
              </a:lnSpc>
              <a:spcBef>
                <a:spcPts val="0"/>
              </a:spcBef>
              <a:spcAft>
                <a:spcPts val="0"/>
              </a:spcAft>
              <a:buSzPts val="500"/>
              <a:buNone/>
              <a:defRPr/>
            </a:lvl3pPr>
            <a:lvl4pPr lvl="3" rtl="0" algn="l">
              <a:lnSpc>
                <a:spcPct val="100000"/>
              </a:lnSpc>
              <a:spcBef>
                <a:spcPts val="0"/>
              </a:spcBef>
              <a:spcAft>
                <a:spcPts val="0"/>
              </a:spcAft>
              <a:buSzPts val="500"/>
              <a:buNone/>
              <a:defRPr/>
            </a:lvl4pPr>
            <a:lvl5pPr lvl="4" rtl="0" algn="l">
              <a:lnSpc>
                <a:spcPct val="100000"/>
              </a:lnSpc>
              <a:spcBef>
                <a:spcPts val="0"/>
              </a:spcBef>
              <a:spcAft>
                <a:spcPts val="0"/>
              </a:spcAft>
              <a:buSzPts val="500"/>
              <a:buNone/>
              <a:defRPr/>
            </a:lvl5pPr>
            <a:lvl6pPr lvl="5" rtl="0" algn="l">
              <a:lnSpc>
                <a:spcPct val="100000"/>
              </a:lnSpc>
              <a:spcBef>
                <a:spcPts val="0"/>
              </a:spcBef>
              <a:spcAft>
                <a:spcPts val="0"/>
              </a:spcAft>
              <a:buSzPts val="500"/>
              <a:buNone/>
              <a:defRPr/>
            </a:lvl6pPr>
            <a:lvl7pPr lvl="6" rtl="0" algn="l">
              <a:lnSpc>
                <a:spcPct val="100000"/>
              </a:lnSpc>
              <a:spcBef>
                <a:spcPts val="0"/>
              </a:spcBef>
              <a:spcAft>
                <a:spcPts val="0"/>
              </a:spcAft>
              <a:buSzPts val="500"/>
              <a:buNone/>
              <a:defRPr/>
            </a:lvl7pPr>
            <a:lvl8pPr lvl="7" rtl="0" algn="l">
              <a:lnSpc>
                <a:spcPct val="100000"/>
              </a:lnSpc>
              <a:spcBef>
                <a:spcPts val="0"/>
              </a:spcBef>
              <a:spcAft>
                <a:spcPts val="0"/>
              </a:spcAft>
              <a:buSzPts val="500"/>
              <a:buNone/>
              <a:defRPr/>
            </a:lvl8pPr>
            <a:lvl9pPr lvl="8" rtl="0" algn="l">
              <a:lnSpc>
                <a:spcPct val="100000"/>
              </a:lnSpc>
              <a:spcBef>
                <a:spcPts val="0"/>
              </a:spcBef>
              <a:spcAft>
                <a:spcPts val="0"/>
              </a:spcAft>
              <a:buSzPts val="500"/>
              <a:buNone/>
              <a:defRPr/>
            </a:lvl9pPr>
          </a:lstStyle>
          <a:p/>
        </p:txBody>
      </p:sp>
      <p:sp>
        <p:nvSpPr>
          <p:cNvPr id="145" name="Google Shape;145;p27"/>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46" name="Shape 146"/>
        <p:cNvGrpSpPr/>
        <p:nvPr/>
      </p:nvGrpSpPr>
      <p:grpSpPr>
        <a:xfrm>
          <a:off x="0" y="0"/>
          <a:ext cx="0" cy="0"/>
          <a:chOff x="0" y="0"/>
          <a:chExt cx="0" cy="0"/>
        </a:xfrm>
      </p:grpSpPr>
      <p:sp>
        <p:nvSpPr>
          <p:cNvPr id="147" name="Google Shape;147;p28"/>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48" name="Google Shape;148;p28"/>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lvl1pPr indent="-228600" lvl="0" marL="457200" rtl="0" algn="ctr">
              <a:lnSpc>
                <a:spcPct val="114000"/>
              </a:lnSpc>
              <a:spcBef>
                <a:spcPts val="0"/>
              </a:spcBef>
              <a:spcAft>
                <a:spcPts val="0"/>
              </a:spcAft>
              <a:buClr>
                <a:schemeClr val="lt1"/>
              </a:buClr>
              <a:buSzPts val="800"/>
              <a:buNone/>
              <a:defRPr b="1" sz="1300">
                <a:solidFill>
                  <a:schemeClr val="lt1"/>
                </a:solidFill>
              </a:defRPr>
            </a:lvl1pPr>
            <a:lvl2pPr indent="-336550" lvl="1" marL="914400" rtl="0" algn="l">
              <a:lnSpc>
                <a:spcPct val="114000"/>
              </a:lnSpc>
              <a:spcBef>
                <a:spcPts val="0"/>
              </a:spcBef>
              <a:spcAft>
                <a:spcPts val="0"/>
              </a:spcAft>
              <a:buClr>
                <a:schemeClr val="lt1"/>
              </a:buClr>
              <a:buSzPts val="1700"/>
              <a:buChar char="•"/>
              <a:defRPr>
                <a:solidFill>
                  <a:schemeClr val="lt1"/>
                </a:solidFill>
              </a:defRPr>
            </a:lvl2pPr>
            <a:lvl3pPr indent="-323850" lvl="2" marL="1371600" rtl="0" algn="l">
              <a:lnSpc>
                <a:spcPct val="114000"/>
              </a:lnSpc>
              <a:spcBef>
                <a:spcPts val="0"/>
              </a:spcBef>
              <a:spcAft>
                <a:spcPts val="0"/>
              </a:spcAft>
              <a:buClr>
                <a:schemeClr val="lt1"/>
              </a:buClr>
              <a:buSzPts val="1500"/>
              <a:buChar char="o"/>
              <a:defRPr>
                <a:solidFill>
                  <a:schemeClr val="lt1"/>
                </a:solidFill>
              </a:defRPr>
            </a:lvl3pPr>
            <a:lvl4pPr indent="-285750" lvl="3" marL="1828800" rtl="0" algn="l">
              <a:lnSpc>
                <a:spcPct val="114000"/>
              </a:lnSpc>
              <a:spcBef>
                <a:spcPts val="0"/>
              </a:spcBef>
              <a:spcAft>
                <a:spcPts val="0"/>
              </a:spcAft>
              <a:buClr>
                <a:schemeClr val="lt1"/>
              </a:buClr>
              <a:buSzPts val="900"/>
              <a:buChar char="⦿"/>
              <a:defRPr>
                <a:solidFill>
                  <a:schemeClr val="lt1"/>
                </a:solidFill>
              </a:defRPr>
            </a:lvl4pPr>
            <a:lvl5pPr indent="-336550" lvl="4" marL="2286000" rtl="0" algn="l">
              <a:lnSpc>
                <a:spcPct val="114000"/>
              </a:lnSpc>
              <a:spcBef>
                <a:spcPts val="0"/>
              </a:spcBef>
              <a:spcAft>
                <a:spcPts val="0"/>
              </a:spcAft>
              <a:buClr>
                <a:schemeClr val="lt1"/>
              </a:buClr>
              <a:buSzPts val="1700"/>
              <a:buChar char="•"/>
              <a:defRPr>
                <a:solidFill>
                  <a:schemeClr val="lt1"/>
                </a:solidFill>
              </a:defRPr>
            </a:lvl5pPr>
            <a:lvl6pPr indent="-273050" lvl="5" marL="2743200" rtl="0" algn="l">
              <a:lnSpc>
                <a:spcPct val="90000"/>
              </a:lnSpc>
              <a:spcBef>
                <a:spcPts val="300"/>
              </a:spcBef>
              <a:spcAft>
                <a:spcPts val="0"/>
              </a:spcAft>
              <a:buClr>
                <a:schemeClr val="dk1"/>
              </a:buClr>
              <a:buSzPts val="700"/>
              <a:buChar char="•"/>
              <a:defRPr/>
            </a:lvl6pPr>
            <a:lvl7pPr indent="-273050" lvl="6" marL="3200400" rtl="0" algn="l">
              <a:lnSpc>
                <a:spcPct val="90000"/>
              </a:lnSpc>
              <a:spcBef>
                <a:spcPts val="300"/>
              </a:spcBef>
              <a:spcAft>
                <a:spcPts val="0"/>
              </a:spcAft>
              <a:buClr>
                <a:schemeClr val="dk1"/>
              </a:buClr>
              <a:buSzPts val="700"/>
              <a:buChar char="•"/>
              <a:defRPr/>
            </a:lvl7pPr>
            <a:lvl8pPr indent="-273050" lvl="7" marL="3657600" rtl="0" algn="l">
              <a:lnSpc>
                <a:spcPct val="90000"/>
              </a:lnSpc>
              <a:spcBef>
                <a:spcPts val="300"/>
              </a:spcBef>
              <a:spcAft>
                <a:spcPts val="0"/>
              </a:spcAft>
              <a:buClr>
                <a:schemeClr val="dk1"/>
              </a:buClr>
              <a:buSzPts val="700"/>
              <a:buChar char="•"/>
              <a:defRPr/>
            </a:lvl8pPr>
            <a:lvl9pPr indent="-273050" lvl="8" marL="4114800" rtl="0" algn="l">
              <a:lnSpc>
                <a:spcPct val="90000"/>
              </a:lnSpc>
              <a:spcBef>
                <a:spcPts val="300"/>
              </a:spcBef>
              <a:spcAft>
                <a:spcPts val="0"/>
              </a:spcAft>
              <a:buClr>
                <a:schemeClr val="dk1"/>
              </a:buClr>
              <a:buSzPts val="7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11" Type="http://schemas.openxmlformats.org/officeDocument/2006/relationships/slideLayout" Target="../slideLayouts/slideLayout14.xml"/><Relationship Id="rId10" Type="http://schemas.openxmlformats.org/officeDocument/2006/relationships/slideLayout" Target="../slideLayouts/slideLayout13.xml"/><Relationship Id="rId12" Type="http://schemas.openxmlformats.org/officeDocument/2006/relationships/theme" Target="../theme/theme3.xml"/><Relationship Id="rId9" Type="http://schemas.openxmlformats.org/officeDocument/2006/relationships/slideLayout" Target="../slideLayouts/slideLayout12.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2" Type="http://schemas.openxmlformats.org/officeDocument/2006/relationships/theme" Target="../theme/theme2.xml"/><Relationship Id="rId9" Type="http://schemas.openxmlformats.org/officeDocument/2006/relationships/slideLayout" Target="../slideLayouts/slideLayout23.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9404" y="285655"/>
            <a:ext cx="8446979" cy="16976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lt1"/>
              </a:buClr>
              <a:buSzPts val="1800"/>
              <a:buFont typeface="Arial"/>
              <a:buNone/>
              <a:defRPr b="1" i="0" sz="18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348671" y="912157"/>
            <a:ext cx="8447713" cy="3133161"/>
          </a:xfrm>
          <a:prstGeom prst="rect">
            <a:avLst/>
          </a:prstGeom>
          <a:noFill/>
          <a:ln>
            <a:noFill/>
          </a:ln>
        </p:spPr>
        <p:txBody>
          <a:bodyPr anchorCtr="0" anchor="t" bIns="0" lIns="0" spcFirstLastPara="1" rIns="0" wrap="square" tIns="0">
            <a:noAutofit/>
          </a:bodyPr>
          <a:lstStyle>
            <a:lvl1pPr indent="-292100" lvl="0" marL="457200" marR="0" rtl="0" algn="l">
              <a:lnSpc>
                <a:spcPct val="114000"/>
              </a:lnSpc>
              <a:spcBef>
                <a:spcPts val="0"/>
              </a:spcBef>
              <a:spcAft>
                <a:spcPts val="0"/>
              </a:spcAft>
              <a:buClr>
                <a:schemeClr val="lt1"/>
              </a:buClr>
              <a:buSzPts val="1000"/>
              <a:buFont typeface="Noto Sans Symbols"/>
              <a:buChar char="⦿"/>
              <a:defRPr b="0" i="0" sz="1700" u="none" cap="none" strike="noStrike">
                <a:solidFill>
                  <a:schemeClr val="lt1"/>
                </a:solidFill>
                <a:latin typeface="Arial"/>
                <a:ea typeface="Arial"/>
                <a:cs typeface="Arial"/>
                <a:sym typeface="Arial"/>
              </a:defRPr>
            </a:lvl1pPr>
            <a:lvl2pPr indent="-336550" lvl="1" marL="914400" marR="0" rtl="0" algn="l">
              <a:lnSpc>
                <a:spcPct val="114000"/>
              </a:lnSpc>
              <a:spcBef>
                <a:spcPts val="0"/>
              </a:spcBef>
              <a:spcAft>
                <a:spcPts val="0"/>
              </a:spcAft>
              <a:buClr>
                <a:schemeClr val="lt1"/>
              </a:buClr>
              <a:buSzPts val="1700"/>
              <a:buFont typeface="Arial"/>
              <a:buChar char="•"/>
              <a:defRPr b="0" i="0" sz="1500" u="none" cap="none" strike="noStrike">
                <a:solidFill>
                  <a:schemeClr val="lt1"/>
                </a:solidFill>
                <a:latin typeface="Arial"/>
                <a:ea typeface="Arial"/>
                <a:cs typeface="Arial"/>
                <a:sym typeface="Arial"/>
              </a:defRPr>
            </a:lvl2pPr>
            <a:lvl3pPr indent="-323850" lvl="2" marL="1371600" marR="0" rtl="0" algn="l">
              <a:lnSpc>
                <a:spcPct val="114000"/>
              </a:lnSpc>
              <a:spcBef>
                <a:spcPts val="0"/>
              </a:spcBef>
              <a:spcAft>
                <a:spcPts val="0"/>
              </a:spcAft>
              <a:buClr>
                <a:schemeClr val="lt1"/>
              </a:buClr>
              <a:buSzPts val="1500"/>
              <a:buFont typeface="Courier New"/>
              <a:buChar char="o"/>
              <a:defRPr b="0" i="0" sz="1500" u="none" cap="none" strike="noStrike">
                <a:solidFill>
                  <a:schemeClr val="lt1"/>
                </a:solidFill>
                <a:latin typeface="Arial"/>
                <a:ea typeface="Arial"/>
                <a:cs typeface="Arial"/>
                <a:sym typeface="Arial"/>
              </a:defRPr>
            </a:lvl3pPr>
            <a:lvl4pPr indent="-285750" lvl="3" marL="1828800" marR="0" rtl="0" algn="l">
              <a:lnSpc>
                <a:spcPct val="114000"/>
              </a:lnSpc>
              <a:spcBef>
                <a:spcPts val="0"/>
              </a:spcBef>
              <a:spcAft>
                <a:spcPts val="0"/>
              </a:spcAft>
              <a:buClr>
                <a:schemeClr val="lt1"/>
              </a:buClr>
              <a:buSzPts val="900"/>
              <a:buFont typeface="Noto Sans Symbols"/>
              <a:buChar char="⦿"/>
              <a:defRPr b="0" i="0" sz="1500" u="none" cap="none" strike="noStrike">
                <a:solidFill>
                  <a:schemeClr val="lt1"/>
                </a:solidFill>
                <a:latin typeface="Arial"/>
                <a:ea typeface="Arial"/>
                <a:cs typeface="Arial"/>
                <a:sym typeface="Arial"/>
              </a:defRPr>
            </a:lvl4pPr>
            <a:lvl5pPr indent="-336550" lvl="4" marL="2286000" marR="0" rtl="0" algn="l">
              <a:lnSpc>
                <a:spcPct val="114000"/>
              </a:lnSpc>
              <a:spcBef>
                <a:spcPts val="0"/>
              </a:spcBef>
              <a:spcAft>
                <a:spcPts val="0"/>
              </a:spcAft>
              <a:buClr>
                <a:schemeClr val="lt1"/>
              </a:buClr>
              <a:buSzPts val="1700"/>
              <a:buFont typeface="Arial"/>
              <a:buChar char="•"/>
              <a:defRPr b="0" i="0" sz="1500" u="none" cap="none" strike="noStrike">
                <a:solidFill>
                  <a:schemeClr val="lt1"/>
                </a:solidFill>
                <a:latin typeface="Arial"/>
                <a:ea typeface="Arial"/>
                <a:cs typeface="Arial"/>
                <a:sym typeface="Arial"/>
              </a:defRPr>
            </a:lvl5pPr>
            <a:lvl6pPr indent="-292100" lvl="5" marL="2743200" marR="0" rtl="0" algn="l">
              <a:lnSpc>
                <a:spcPct val="90000"/>
              </a:lnSpc>
              <a:spcBef>
                <a:spcPts val="300"/>
              </a:spcBef>
              <a:spcAft>
                <a:spcPts val="0"/>
              </a:spcAft>
              <a:buClr>
                <a:schemeClr val="lt1"/>
              </a:buClr>
              <a:buSzPts val="1000"/>
              <a:buFont typeface="Arial"/>
              <a:buChar char="•"/>
              <a:defRPr b="0" i="0" sz="1000" u="none" cap="none" strike="noStrike">
                <a:solidFill>
                  <a:schemeClr val="lt1"/>
                </a:solidFill>
                <a:latin typeface="Arial"/>
                <a:ea typeface="Arial"/>
                <a:cs typeface="Arial"/>
                <a:sym typeface="Arial"/>
              </a:defRPr>
            </a:lvl6pPr>
            <a:lvl7pPr indent="-292100" lvl="6" marL="3200400" marR="0" rtl="0" algn="l">
              <a:lnSpc>
                <a:spcPct val="90000"/>
              </a:lnSpc>
              <a:spcBef>
                <a:spcPts val="300"/>
              </a:spcBef>
              <a:spcAft>
                <a:spcPts val="0"/>
              </a:spcAft>
              <a:buClr>
                <a:schemeClr val="lt1"/>
              </a:buClr>
              <a:buSzPts val="1000"/>
              <a:buFont typeface="Arial"/>
              <a:buChar char="•"/>
              <a:defRPr b="0" i="0" sz="1000" u="none" cap="none" strike="noStrike">
                <a:solidFill>
                  <a:schemeClr val="lt1"/>
                </a:solidFill>
                <a:latin typeface="Arial"/>
                <a:ea typeface="Arial"/>
                <a:cs typeface="Arial"/>
                <a:sym typeface="Arial"/>
              </a:defRPr>
            </a:lvl7pPr>
            <a:lvl8pPr indent="-292100" lvl="7" marL="3657600" marR="0" rtl="0" algn="l">
              <a:lnSpc>
                <a:spcPct val="90000"/>
              </a:lnSpc>
              <a:spcBef>
                <a:spcPts val="300"/>
              </a:spcBef>
              <a:spcAft>
                <a:spcPts val="0"/>
              </a:spcAft>
              <a:buClr>
                <a:schemeClr val="lt1"/>
              </a:buClr>
              <a:buSzPts val="1000"/>
              <a:buFont typeface="Arial"/>
              <a:buChar char="•"/>
              <a:defRPr b="0" i="0" sz="1000" u="none" cap="none" strike="noStrike">
                <a:solidFill>
                  <a:schemeClr val="lt1"/>
                </a:solidFill>
                <a:latin typeface="Arial"/>
                <a:ea typeface="Arial"/>
                <a:cs typeface="Arial"/>
                <a:sym typeface="Arial"/>
              </a:defRPr>
            </a:lvl8pPr>
            <a:lvl9pPr indent="-292100" lvl="8" marL="4114800" marR="0" rtl="0" algn="l">
              <a:lnSpc>
                <a:spcPct val="90000"/>
              </a:lnSpc>
              <a:spcBef>
                <a:spcPts val="300"/>
              </a:spcBef>
              <a:spcAft>
                <a:spcPts val="0"/>
              </a:spcAft>
              <a:buClr>
                <a:schemeClr val="lt1"/>
              </a:buClr>
              <a:buSzPts val="1000"/>
              <a:buFont typeface="Arial"/>
              <a:buChar char="•"/>
              <a:defRPr b="0" i="0" sz="1000" u="none" cap="none" strike="noStrike">
                <a:solidFill>
                  <a:schemeClr val="lt1"/>
                </a:solidFill>
                <a:latin typeface="Arial"/>
                <a:ea typeface="Arial"/>
                <a:cs typeface="Arial"/>
                <a:sym typeface="Arial"/>
              </a:defRPr>
            </a:lvl9pPr>
          </a:lstStyle>
          <a:p/>
        </p:txBody>
      </p:sp>
      <p:sp>
        <p:nvSpPr>
          <p:cNvPr id="8" name="Google Shape;8;p1"/>
          <p:cNvSpPr txBox="1"/>
          <p:nvPr>
            <p:ph idx="12" type="sldNum"/>
          </p:nvPr>
        </p:nvSpPr>
        <p:spPr>
          <a:xfrm>
            <a:off x="6738656" y="4630341"/>
            <a:ext cx="2057727" cy="273844"/>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
          <p15:clr>
            <a:srgbClr val="F26B43"/>
          </p15:clr>
        </p15:guide>
        <p15:guide id="2" pos="216">
          <p15:clr>
            <a:srgbClr val="F26B43"/>
          </p15:clr>
        </p15:guide>
        <p15:guide id="3" pos="526">
          <p15:clr>
            <a:srgbClr val="F26B43"/>
          </p15:clr>
        </p15:guide>
        <p15:guide id="4" pos="670">
          <p15:clr>
            <a:srgbClr val="F26B43"/>
          </p15:clr>
        </p15:guide>
        <p15:guide id="5" pos="984">
          <p15:clr>
            <a:srgbClr val="F26B43"/>
          </p15:clr>
        </p15:guide>
        <p15:guide id="6" pos="1126">
          <p15:clr>
            <a:srgbClr val="F26B43"/>
          </p15:clr>
        </p15:guide>
        <p15:guide id="7" pos="1438">
          <p15:clr>
            <a:srgbClr val="F26B43"/>
          </p15:clr>
        </p15:guide>
        <p15:guide id="8" pos="1583">
          <p15:clr>
            <a:srgbClr val="F26B43"/>
          </p15:clr>
        </p15:guide>
        <p15:guide id="9" pos="1895">
          <p15:clr>
            <a:srgbClr val="F26B43"/>
          </p15:clr>
        </p15:guide>
        <p15:guide id="10" pos="2039">
          <p15:clr>
            <a:srgbClr val="F26B43"/>
          </p15:clr>
        </p15:guide>
        <p15:guide id="11" pos="2351">
          <p15:clr>
            <a:srgbClr val="F26B43"/>
          </p15:clr>
        </p15:guide>
        <p15:guide id="12" pos="2496">
          <p15:clr>
            <a:srgbClr val="F26B43"/>
          </p15:clr>
        </p15:guide>
        <p15:guide id="13" pos="2805">
          <p15:clr>
            <a:srgbClr val="F26B43"/>
          </p15:clr>
        </p15:guide>
        <p15:guide id="14" pos="2949">
          <p15:clr>
            <a:srgbClr val="F26B43"/>
          </p15:clr>
        </p15:guide>
        <p15:guide id="15" pos="3406">
          <p15:clr>
            <a:srgbClr val="F26B43"/>
          </p15:clr>
        </p15:guide>
        <p15:guide id="16" pos="3718">
          <p15:clr>
            <a:srgbClr val="F26B43"/>
          </p15:clr>
        </p15:guide>
        <p15:guide id="17" pos="4174">
          <p15:clr>
            <a:srgbClr val="F26B43"/>
          </p15:clr>
        </p15:guide>
        <p15:guide id="18" pos="4319">
          <p15:clr>
            <a:srgbClr val="F26B43"/>
          </p15:clr>
        </p15:guide>
        <p15:guide id="19" pos="4772">
          <p15:clr>
            <a:srgbClr val="F26B43"/>
          </p15:clr>
        </p15:guide>
        <p15:guide id="20" pos="5086">
          <p15:clr>
            <a:srgbClr val="F26B43"/>
          </p15:clr>
        </p15:guide>
        <p15:guide id="21" pos="5229">
          <p15:clr>
            <a:srgbClr val="F26B43"/>
          </p15:clr>
        </p15:guide>
        <p15:guide id="22" pos="5541">
          <p15:clr>
            <a:srgbClr val="F26B43"/>
          </p15:clr>
        </p15:guide>
        <p15:guide id="23" pos="3862">
          <p15:clr>
            <a:srgbClr val="F26B43"/>
          </p15:clr>
        </p15:guide>
        <p15:guide id="24" pos="3261">
          <p15:clr>
            <a:srgbClr val="F26B43"/>
          </p15:clr>
        </p15:guide>
        <p15:guide id="25" pos="4631">
          <p15:clr>
            <a:srgbClr val="F26B43"/>
          </p15:clr>
        </p15:guide>
        <p15:guide id="26" orient="horz" pos="287">
          <p15:clr>
            <a:srgbClr val="F26B43"/>
          </p15:clr>
        </p15:guide>
        <p15:guide id="27" orient="horz" pos="360">
          <p15:clr>
            <a:srgbClr val="F26B43"/>
          </p15:clr>
        </p15:guide>
        <p15:guide id="28" orient="horz" pos="609">
          <p15:clr>
            <a:srgbClr val="F26B43"/>
          </p15:clr>
        </p15:guide>
        <p15:guide id="29" orient="horz" pos="720">
          <p15:clr>
            <a:srgbClr val="F26B43"/>
          </p15:clr>
        </p15:guide>
        <p15:guide id="30" orient="horz" pos="789">
          <p15:clr>
            <a:srgbClr val="F26B43"/>
          </p15:clr>
        </p15:guide>
        <p15:guide id="31" orient="horz" pos="865">
          <p15:clr>
            <a:srgbClr val="F26B43"/>
          </p15:clr>
        </p15:guide>
        <p15:guide id="32" orient="horz" pos="1041">
          <p15:clr>
            <a:srgbClr val="F26B43"/>
          </p15:clr>
        </p15:guide>
        <p15:guide id="33" orient="horz" pos="1222">
          <p15:clr>
            <a:srgbClr val="F26B43"/>
          </p15:clr>
        </p15:guide>
        <p15:guide id="34" orient="horz" pos="1293">
          <p15:clr>
            <a:srgbClr val="F26B43"/>
          </p15:clr>
        </p15:guide>
        <p15:guide id="35" orient="horz" pos="1367">
          <p15:clr>
            <a:srgbClr val="F26B43"/>
          </p15:clr>
        </p15:guide>
        <p15:guide id="36" orient="horz" pos="1724">
          <p15:clr>
            <a:srgbClr val="F26B43"/>
          </p15:clr>
        </p15:guide>
        <p15:guide id="37" orient="horz" pos="1799">
          <p15:clr>
            <a:srgbClr val="F26B43"/>
          </p15:clr>
        </p15:guide>
        <p15:guide id="38" orient="horz" pos="1869">
          <p15:clr>
            <a:srgbClr val="F26B43"/>
          </p15:clr>
        </p15:guide>
        <p15:guide id="39" orient="horz" pos="2231">
          <p15:clr>
            <a:srgbClr val="F26B43"/>
          </p15:clr>
        </p15:guide>
        <p15:guide id="40" orient="horz" pos="2302">
          <p15:clr>
            <a:srgbClr val="F26B43"/>
          </p15:clr>
        </p15:guide>
        <p15:guide id="41" orient="horz" pos="2373">
          <p15:clr>
            <a:srgbClr val="F26B43"/>
          </p15:clr>
        </p15:guide>
        <p15:guide id="42" orient="horz" pos="2769">
          <p15:clr>
            <a:srgbClr val="F26B43"/>
          </p15:clr>
        </p15:guide>
        <p15:guide id="43" orient="horz" pos="2843">
          <p15:clr>
            <a:srgbClr val="F26B43"/>
          </p15:clr>
        </p15:guide>
        <p15:guide id="44" orient="horz" pos="2949">
          <p15:clr>
            <a:srgbClr val="F26B43"/>
          </p15:clr>
        </p15:guide>
        <p15:guide id="45" orient="horz" pos="2698">
          <p15:clr>
            <a:srgbClr val="F26B43"/>
          </p15:clr>
        </p15:guide>
        <p15:guide id="46" orient="horz" pos="3021">
          <p15:clr>
            <a:srgbClr val="F26B43"/>
          </p15:clr>
        </p15:guide>
        <p15:guide id="47" orient="horz" pos="312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 name="Shape 21"/>
        <p:cNvGrpSpPr/>
        <p:nvPr/>
      </p:nvGrpSpPr>
      <p:grpSpPr>
        <a:xfrm>
          <a:off x="0" y="0"/>
          <a:ext cx="0" cy="0"/>
          <a:chOff x="0" y="0"/>
          <a:chExt cx="0" cy="0"/>
        </a:xfrm>
      </p:grpSpPr>
      <p:sp>
        <p:nvSpPr>
          <p:cNvPr id="22" name="Google Shape;22;p5"/>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9pPr>
          </a:lstStyle>
          <a:p/>
        </p:txBody>
      </p:sp>
      <p:sp>
        <p:nvSpPr>
          <p:cNvPr id="23" name="Google Shape;23;p5"/>
          <p:cNvSpPr txBox="1"/>
          <p:nvPr>
            <p:ph idx="1" type="body"/>
          </p:nvPr>
        </p:nvSpPr>
        <p:spPr>
          <a:xfrm>
            <a:off x="348671" y="912156"/>
            <a:ext cx="8447700" cy="3133200"/>
          </a:xfrm>
          <a:prstGeom prst="rect">
            <a:avLst/>
          </a:prstGeom>
          <a:noFill/>
          <a:ln>
            <a:noFill/>
          </a:ln>
        </p:spPr>
        <p:txBody>
          <a:bodyPr anchorCtr="0" anchor="t" bIns="0" lIns="0" spcFirstLastPara="1" rIns="0" wrap="square" tIns="0">
            <a:noAutofit/>
          </a:bodyPr>
          <a:lstStyle>
            <a:lvl1pPr indent="-292100" lvl="0" marL="457200" marR="0" rtl="0" algn="l">
              <a:lnSpc>
                <a:spcPct val="114000"/>
              </a:lnSpc>
              <a:spcBef>
                <a:spcPts val="0"/>
              </a:spcBef>
              <a:spcAft>
                <a:spcPts val="0"/>
              </a:spcAft>
              <a:buClr>
                <a:schemeClr val="dk1"/>
              </a:buClr>
              <a:buSzPts val="1000"/>
              <a:buFont typeface="Noto Sans Symbols"/>
              <a:buChar char="⦿"/>
              <a:defRPr b="0" i="0" sz="1600" u="none" cap="none" strike="noStrike">
                <a:solidFill>
                  <a:schemeClr val="dk1"/>
                </a:solidFill>
                <a:latin typeface="Arial"/>
                <a:ea typeface="Arial"/>
                <a:cs typeface="Arial"/>
                <a:sym typeface="Arial"/>
              </a:defRPr>
            </a:lvl1pPr>
            <a:lvl2pPr indent="-336550" lvl="1" marL="914400" marR="0" rtl="0" algn="l">
              <a:lnSpc>
                <a:spcPct val="114000"/>
              </a:lnSpc>
              <a:spcBef>
                <a:spcPts val="0"/>
              </a:spcBef>
              <a:spcAft>
                <a:spcPts val="0"/>
              </a:spcAft>
              <a:buClr>
                <a:schemeClr val="dk1"/>
              </a:buClr>
              <a:buSzPts val="1700"/>
              <a:buFont typeface="Arial"/>
              <a:buChar char="•"/>
              <a:defRPr b="0" i="0" sz="1500" u="none" cap="none" strike="noStrike">
                <a:solidFill>
                  <a:schemeClr val="dk1"/>
                </a:solidFill>
                <a:latin typeface="Arial"/>
                <a:ea typeface="Arial"/>
                <a:cs typeface="Arial"/>
                <a:sym typeface="Arial"/>
              </a:defRPr>
            </a:lvl2pPr>
            <a:lvl3pPr indent="-323850" lvl="2" marL="1371600" marR="0" rtl="0" algn="l">
              <a:lnSpc>
                <a:spcPct val="114000"/>
              </a:lnSpc>
              <a:spcBef>
                <a:spcPts val="0"/>
              </a:spcBef>
              <a:spcAft>
                <a:spcPts val="0"/>
              </a:spcAft>
              <a:buClr>
                <a:schemeClr val="dk1"/>
              </a:buClr>
              <a:buSzPts val="1500"/>
              <a:buFont typeface="Courier New"/>
              <a:buChar char="o"/>
              <a:defRPr b="0" i="0" sz="1500" u="none" cap="none" strike="noStrike">
                <a:solidFill>
                  <a:schemeClr val="dk1"/>
                </a:solidFill>
                <a:latin typeface="Arial"/>
                <a:ea typeface="Arial"/>
                <a:cs typeface="Arial"/>
                <a:sym typeface="Arial"/>
              </a:defRPr>
            </a:lvl3pPr>
            <a:lvl4pPr indent="-285750" lvl="3" marL="1828800" marR="0" rtl="0" algn="l">
              <a:lnSpc>
                <a:spcPct val="114000"/>
              </a:lnSpc>
              <a:spcBef>
                <a:spcPts val="0"/>
              </a:spcBef>
              <a:spcAft>
                <a:spcPts val="0"/>
              </a:spcAft>
              <a:buClr>
                <a:schemeClr val="dk1"/>
              </a:buClr>
              <a:buSzPts val="900"/>
              <a:buFont typeface="Noto Sans Symbols"/>
              <a:buChar char="⦿"/>
              <a:defRPr b="0" i="0" sz="1500" u="none" cap="none" strike="noStrike">
                <a:solidFill>
                  <a:schemeClr val="dk1"/>
                </a:solidFill>
                <a:latin typeface="Arial"/>
                <a:ea typeface="Arial"/>
                <a:cs typeface="Arial"/>
                <a:sym typeface="Arial"/>
              </a:defRPr>
            </a:lvl4pPr>
            <a:lvl5pPr indent="-336550" lvl="4" marL="2286000" marR="0" rtl="0" algn="l">
              <a:lnSpc>
                <a:spcPct val="114000"/>
              </a:lnSpc>
              <a:spcBef>
                <a:spcPts val="0"/>
              </a:spcBef>
              <a:spcAft>
                <a:spcPts val="0"/>
              </a:spcAft>
              <a:buClr>
                <a:schemeClr val="dk1"/>
              </a:buClr>
              <a:buSzPts val="1700"/>
              <a:buFont typeface="Arial"/>
              <a:buChar char="•"/>
              <a:defRPr b="0" i="0" sz="1500" u="none" cap="none" strike="noStrike">
                <a:solidFill>
                  <a:schemeClr val="dk1"/>
                </a:solidFill>
                <a:latin typeface="Arial"/>
                <a:ea typeface="Arial"/>
                <a:cs typeface="Arial"/>
                <a:sym typeface="Arial"/>
              </a:defRPr>
            </a:lvl5pPr>
            <a:lvl6pPr indent="-292100" lvl="5" marL="2743200" marR="0" rtl="0" algn="l">
              <a:lnSpc>
                <a:spcPct val="90000"/>
              </a:lnSpc>
              <a:spcBef>
                <a:spcPts val="300"/>
              </a:spcBef>
              <a:spcAft>
                <a:spcPts val="0"/>
              </a:spcAft>
              <a:buClr>
                <a:schemeClr val="dk1"/>
              </a:buClr>
              <a:buSzPts val="1000"/>
              <a:buFont typeface="Arial"/>
              <a:buChar char="•"/>
              <a:defRPr b="0" i="0" sz="1000" u="none" cap="none" strike="noStrike">
                <a:solidFill>
                  <a:schemeClr val="dk1"/>
                </a:solidFill>
                <a:latin typeface="Arial"/>
                <a:ea typeface="Arial"/>
                <a:cs typeface="Arial"/>
                <a:sym typeface="Arial"/>
              </a:defRPr>
            </a:lvl6pPr>
            <a:lvl7pPr indent="-292100" lvl="6" marL="3200400" marR="0" rtl="0" algn="l">
              <a:lnSpc>
                <a:spcPct val="90000"/>
              </a:lnSpc>
              <a:spcBef>
                <a:spcPts val="300"/>
              </a:spcBef>
              <a:spcAft>
                <a:spcPts val="0"/>
              </a:spcAft>
              <a:buClr>
                <a:schemeClr val="dk1"/>
              </a:buClr>
              <a:buSzPts val="1000"/>
              <a:buFont typeface="Arial"/>
              <a:buChar char="•"/>
              <a:defRPr b="0" i="0" sz="1000" u="none" cap="none" strike="noStrike">
                <a:solidFill>
                  <a:schemeClr val="dk1"/>
                </a:solidFill>
                <a:latin typeface="Arial"/>
                <a:ea typeface="Arial"/>
                <a:cs typeface="Arial"/>
                <a:sym typeface="Arial"/>
              </a:defRPr>
            </a:lvl7pPr>
            <a:lvl8pPr indent="-292100" lvl="7" marL="3657600" marR="0" rtl="0" algn="l">
              <a:lnSpc>
                <a:spcPct val="90000"/>
              </a:lnSpc>
              <a:spcBef>
                <a:spcPts val="300"/>
              </a:spcBef>
              <a:spcAft>
                <a:spcPts val="0"/>
              </a:spcAft>
              <a:buClr>
                <a:schemeClr val="dk1"/>
              </a:buClr>
              <a:buSzPts val="1000"/>
              <a:buFont typeface="Arial"/>
              <a:buChar char="•"/>
              <a:defRPr b="0" i="0" sz="1000" u="none" cap="none" strike="noStrike">
                <a:solidFill>
                  <a:schemeClr val="dk1"/>
                </a:solidFill>
                <a:latin typeface="Arial"/>
                <a:ea typeface="Arial"/>
                <a:cs typeface="Arial"/>
                <a:sym typeface="Arial"/>
              </a:defRPr>
            </a:lvl8pPr>
            <a:lvl9pPr indent="-292100" lvl="8" marL="4114800" marR="0" rtl="0" algn="l">
              <a:lnSpc>
                <a:spcPct val="90000"/>
              </a:lnSpc>
              <a:spcBef>
                <a:spcPts val="300"/>
              </a:spcBef>
              <a:spcAft>
                <a:spcPts val="0"/>
              </a:spcAft>
              <a:buClr>
                <a:schemeClr val="dk1"/>
              </a:buClr>
              <a:buSzPts val="1000"/>
              <a:buFont typeface="Arial"/>
              <a:buChar char="•"/>
              <a:defRPr b="0" i="0" sz="1000" u="none" cap="none" strike="noStrike">
                <a:solidFill>
                  <a:schemeClr val="dk1"/>
                </a:solidFill>
                <a:latin typeface="Arial"/>
                <a:ea typeface="Arial"/>
                <a:cs typeface="Arial"/>
                <a:sym typeface="Arial"/>
              </a:defRPr>
            </a:lvl9pPr>
          </a:lstStyle>
          <a:p/>
        </p:txBody>
      </p:sp>
      <p:sp>
        <p:nvSpPr>
          <p:cNvPr id="24" name="Google Shape;24;p5"/>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
          <p15:clr>
            <a:srgbClr val="F26B43"/>
          </p15:clr>
        </p15:guide>
        <p15:guide id="2" pos="216">
          <p15:clr>
            <a:srgbClr val="F26B43"/>
          </p15:clr>
        </p15:guide>
        <p15:guide id="3" pos="526">
          <p15:clr>
            <a:srgbClr val="F26B43"/>
          </p15:clr>
        </p15:guide>
        <p15:guide id="4" pos="669">
          <p15:clr>
            <a:srgbClr val="F26B43"/>
          </p15:clr>
        </p15:guide>
        <p15:guide id="5" pos="984">
          <p15:clr>
            <a:srgbClr val="F26B43"/>
          </p15:clr>
        </p15:guide>
        <p15:guide id="6" pos="1126">
          <p15:clr>
            <a:srgbClr val="F26B43"/>
          </p15:clr>
        </p15:guide>
        <p15:guide id="7" pos="1438">
          <p15:clr>
            <a:srgbClr val="F26B43"/>
          </p15:clr>
        </p15:guide>
        <p15:guide id="8" pos="1583">
          <p15:clr>
            <a:srgbClr val="F26B43"/>
          </p15:clr>
        </p15:guide>
        <p15:guide id="9" pos="1894">
          <p15:clr>
            <a:srgbClr val="F26B43"/>
          </p15:clr>
        </p15:guide>
        <p15:guide id="10" pos="2039">
          <p15:clr>
            <a:srgbClr val="F26B43"/>
          </p15:clr>
        </p15:guide>
        <p15:guide id="11" pos="2351">
          <p15:clr>
            <a:srgbClr val="F26B43"/>
          </p15:clr>
        </p15:guide>
        <p15:guide id="12" pos="2496">
          <p15:clr>
            <a:srgbClr val="F26B43"/>
          </p15:clr>
        </p15:guide>
        <p15:guide id="13" pos="2804">
          <p15:clr>
            <a:srgbClr val="F26B43"/>
          </p15:clr>
        </p15:guide>
        <p15:guide id="14" pos="2949">
          <p15:clr>
            <a:srgbClr val="F26B43"/>
          </p15:clr>
        </p15:guide>
        <p15:guide id="15" pos="3406">
          <p15:clr>
            <a:srgbClr val="F26B43"/>
          </p15:clr>
        </p15:guide>
        <p15:guide id="16" pos="3718">
          <p15:clr>
            <a:srgbClr val="F26B43"/>
          </p15:clr>
        </p15:guide>
        <p15:guide id="17" pos="4174">
          <p15:clr>
            <a:srgbClr val="F26B43"/>
          </p15:clr>
        </p15:guide>
        <p15:guide id="18" pos="4319">
          <p15:clr>
            <a:srgbClr val="F26B43"/>
          </p15:clr>
        </p15:guide>
        <p15:guide id="19" pos="4772">
          <p15:clr>
            <a:srgbClr val="F26B43"/>
          </p15:clr>
        </p15:guide>
        <p15:guide id="20" pos="5086">
          <p15:clr>
            <a:srgbClr val="F26B43"/>
          </p15:clr>
        </p15:guide>
        <p15:guide id="21" pos="5229">
          <p15:clr>
            <a:srgbClr val="F26B43"/>
          </p15:clr>
        </p15:guide>
        <p15:guide id="22" pos="5541">
          <p15:clr>
            <a:srgbClr val="F26B43"/>
          </p15:clr>
        </p15:guide>
        <p15:guide id="23" pos="3863">
          <p15:clr>
            <a:srgbClr val="F26B43"/>
          </p15:clr>
        </p15:guide>
        <p15:guide id="24" pos="3261">
          <p15:clr>
            <a:srgbClr val="F26B43"/>
          </p15:clr>
        </p15:guide>
        <p15:guide id="25" pos="4631">
          <p15:clr>
            <a:srgbClr val="F26B43"/>
          </p15:clr>
        </p15:guide>
        <p15:guide id="26" orient="horz" pos="287">
          <p15:clr>
            <a:srgbClr val="F26B43"/>
          </p15:clr>
        </p15:guide>
        <p15:guide id="27" orient="horz" pos="360">
          <p15:clr>
            <a:srgbClr val="F26B43"/>
          </p15:clr>
        </p15:guide>
        <p15:guide id="28" orient="horz" pos="609">
          <p15:clr>
            <a:srgbClr val="F26B43"/>
          </p15:clr>
        </p15:guide>
        <p15:guide id="29" orient="horz" pos="720">
          <p15:clr>
            <a:srgbClr val="F26B43"/>
          </p15:clr>
        </p15:guide>
        <p15:guide id="30" orient="horz" pos="789">
          <p15:clr>
            <a:srgbClr val="F26B43"/>
          </p15:clr>
        </p15:guide>
        <p15:guide id="31" orient="horz" pos="865">
          <p15:clr>
            <a:srgbClr val="F26B43"/>
          </p15:clr>
        </p15:guide>
        <p15:guide id="32" orient="horz" pos="1041">
          <p15:clr>
            <a:srgbClr val="F26B43"/>
          </p15:clr>
        </p15:guide>
        <p15:guide id="33" orient="horz" pos="1222">
          <p15:clr>
            <a:srgbClr val="F26B43"/>
          </p15:clr>
        </p15:guide>
        <p15:guide id="34" orient="horz" pos="1293">
          <p15:clr>
            <a:srgbClr val="F26B43"/>
          </p15:clr>
        </p15:guide>
        <p15:guide id="35" orient="horz" pos="1367">
          <p15:clr>
            <a:srgbClr val="F26B43"/>
          </p15:clr>
        </p15:guide>
        <p15:guide id="36" orient="horz" pos="1724">
          <p15:clr>
            <a:srgbClr val="F26B43"/>
          </p15:clr>
        </p15:guide>
        <p15:guide id="37" orient="horz" pos="1799">
          <p15:clr>
            <a:srgbClr val="F26B43"/>
          </p15:clr>
        </p15:guide>
        <p15:guide id="38" orient="horz" pos="1869">
          <p15:clr>
            <a:srgbClr val="F26B43"/>
          </p15:clr>
        </p15:guide>
        <p15:guide id="39" orient="horz" pos="2231">
          <p15:clr>
            <a:srgbClr val="F26B43"/>
          </p15:clr>
        </p15:guide>
        <p15:guide id="40" orient="horz" pos="2302">
          <p15:clr>
            <a:srgbClr val="F26B43"/>
          </p15:clr>
        </p15:guide>
        <p15:guide id="41" orient="horz" pos="2373">
          <p15:clr>
            <a:srgbClr val="F26B43"/>
          </p15:clr>
        </p15:guide>
        <p15:guide id="42" orient="horz" pos="2769">
          <p15:clr>
            <a:srgbClr val="F26B43"/>
          </p15:clr>
        </p15:guide>
        <p15:guide id="43" orient="horz" pos="2843">
          <p15:clr>
            <a:srgbClr val="F26B43"/>
          </p15:clr>
        </p15:guide>
        <p15:guide id="44" orient="horz" pos="2949">
          <p15:clr>
            <a:srgbClr val="F26B43"/>
          </p15:clr>
        </p15:guide>
        <p15:guide id="45" orient="horz" pos="2698">
          <p15:clr>
            <a:srgbClr val="F26B43"/>
          </p15:clr>
        </p15:guide>
        <p15:guide id="46" orient="horz" pos="3021">
          <p15:clr>
            <a:srgbClr val="F26B43"/>
          </p15:clr>
        </p15:guide>
        <p15:guide id="47" orient="horz" pos="312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17"/>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9pPr>
          </a:lstStyle>
          <a:p/>
        </p:txBody>
      </p:sp>
      <p:sp>
        <p:nvSpPr>
          <p:cNvPr id="87" name="Google Shape;87;p17"/>
          <p:cNvSpPr txBox="1"/>
          <p:nvPr>
            <p:ph idx="1" type="body"/>
          </p:nvPr>
        </p:nvSpPr>
        <p:spPr>
          <a:xfrm>
            <a:off x="348671" y="912156"/>
            <a:ext cx="8447700" cy="3133200"/>
          </a:xfrm>
          <a:prstGeom prst="rect">
            <a:avLst/>
          </a:prstGeom>
          <a:noFill/>
          <a:ln>
            <a:noFill/>
          </a:ln>
        </p:spPr>
        <p:txBody>
          <a:bodyPr anchorCtr="0" anchor="t" bIns="0" lIns="0" spcFirstLastPara="1" rIns="0" wrap="square" tIns="0">
            <a:noAutofit/>
          </a:bodyPr>
          <a:lstStyle>
            <a:lvl1pPr indent="-292100" lvl="0" marL="457200" marR="0" rtl="0" algn="l">
              <a:lnSpc>
                <a:spcPct val="114000"/>
              </a:lnSpc>
              <a:spcBef>
                <a:spcPts val="0"/>
              </a:spcBef>
              <a:spcAft>
                <a:spcPts val="0"/>
              </a:spcAft>
              <a:buClr>
                <a:schemeClr val="dk1"/>
              </a:buClr>
              <a:buSzPts val="1000"/>
              <a:buFont typeface="Noto Sans Symbols"/>
              <a:buChar char="⦿"/>
              <a:defRPr b="0" i="0" sz="1600" u="none" cap="none" strike="noStrike">
                <a:solidFill>
                  <a:schemeClr val="dk1"/>
                </a:solidFill>
                <a:latin typeface="Arial"/>
                <a:ea typeface="Arial"/>
                <a:cs typeface="Arial"/>
                <a:sym typeface="Arial"/>
              </a:defRPr>
            </a:lvl1pPr>
            <a:lvl2pPr indent="-336550" lvl="1" marL="914400" marR="0" rtl="0" algn="l">
              <a:lnSpc>
                <a:spcPct val="114000"/>
              </a:lnSpc>
              <a:spcBef>
                <a:spcPts val="0"/>
              </a:spcBef>
              <a:spcAft>
                <a:spcPts val="0"/>
              </a:spcAft>
              <a:buClr>
                <a:schemeClr val="dk1"/>
              </a:buClr>
              <a:buSzPts val="1700"/>
              <a:buFont typeface="Arial"/>
              <a:buChar char="•"/>
              <a:defRPr b="0" i="0" sz="1500" u="none" cap="none" strike="noStrike">
                <a:solidFill>
                  <a:schemeClr val="dk1"/>
                </a:solidFill>
                <a:latin typeface="Arial"/>
                <a:ea typeface="Arial"/>
                <a:cs typeface="Arial"/>
                <a:sym typeface="Arial"/>
              </a:defRPr>
            </a:lvl2pPr>
            <a:lvl3pPr indent="-323850" lvl="2" marL="1371600" marR="0" rtl="0" algn="l">
              <a:lnSpc>
                <a:spcPct val="114000"/>
              </a:lnSpc>
              <a:spcBef>
                <a:spcPts val="0"/>
              </a:spcBef>
              <a:spcAft>
                <a:spcPts val="0"/>
              </a:spcAft>
              <a:buClr>
                <a:schemeClr val="dk1"/>
              </a:buClr>
              <a:buSzPts val="1500"/>
              <a:buFont typeface="Courier New"/>
              <a:buChar char="o"/>
              <a:defRPr b="0" i="0" sz="1500" u="none" cap="none" strike="noStrike">
                <a:solidFill>
                  <a:schemeClr val="dk1"/>
                </a:solidFill>
                <a:latin typeface="Arial"/>
                <a:ea typeface="Arial"/>
                <a:cs typeface="Arial"/>
                <a:sym typeface="Arial"/>
              </a:defRPr>
            </a:lvl3pPr>
            <a:lvl4pPr indent="-285750" lvl="3" marL="1828800" marR="0" rtl="0" algn="l">
              <a:lnSpc>
                <a:spcPct val="114000"/>
              </a:lnSpc>
              <a:spcBef>
                <a:spcPts val="0"/>
              </a:spcBef>
              <a:spcAft>
                <a:spcPts val="0"/>
              </a:spcAft>
              <a:buClr>
                <a:schemeClr val="dk1"/>
              </a:buClr>
              <a:buSzPts val="900"/>
              <a:buFont typeface="Noto Sans Symbols"/>
              <a:buChar char="⦿"/>
              <a:defRPr b="0" i="0" sz="1500" u="none" cap="none" strike="noStrike">
                <a:solidFill>
                  <a:schemeClr val="dk1"/>
                </a:solidFill>
                <a:latin typeface="Arial"/>
                <a:ea typeface="Arial"/>
                <a:cs typeface="Arial"/>
                <a:sym typeface="Arial"/>
              </a:defRPr>
            </a:lvl4pPr>
            <a:lvl5pPr indent="-336550" lvl="4" marL="2286000" marR="0" rtl="0" algn="l">
              <a:lnSpc>
                <a:spcPct val="114000"/>
              </a:lnSpc>
              <a:spcBef>
                <a:spcPts val="0"/>
              </a:spcBef>
              <a:spcAft>
                <a:spcPts val="0"/>
              </a:spcAft>
              <a:buClr>
                <a:schemeClr val="dk1"/>
              </a:buClr>
              <a:buSzPts val="1700"/>
              <a:buFont typeface="Arial"/>
              <a:buChar char="•"/>
              <a:defRPr b="0" i="0" sz="1500" u="none" cap="none" strike="noStrike">
                <a:solidFill>
                  <a:schemeClr val="dk1"/>
                </a:solidFill>
                <a:latin typeface="Arial"/>
                <a:ea typeface="Arial"/>
                <a:cs typeface="Arial"/>
                <a:sym typeface="Arial"/>
              </a:defRPr>
            </a:lvl5pPr>
            <a:lvl6pPr indent="-292100" lvl="5" marL="2743200" marR="0" rtl="0" algn="l">
              <a:lnSpc>
                <a:spcPct val="90000"/>
              </a:lnSpc>
              <a:spcBef>
                <a:spcPts val="300"/>
              </a:spcBef>
              <a:spcAft>
                <a:spcPts val="0"/>
              </a:spcAft>
              <a:buClr>
                <a:schemeClr val="dk1"/>
              </a:buClr>
              <a:buSzPts val="1000"/>
              <a:buFont typeface="Arial"/>
              <a:buChar char="•"/>
              <a:defRPr b="0" i="0" sz="1000" u="none" cap="none" strike="noStrike">
                <a:solidFill>
                  <a:schemeClr val="dk1"/>
                </a:solidFill>
                <a:latin typeface="Arial"/>
                <a:ea typeface="Arial"/>
                <a:cs typeface="Arial"/>
                <a:sym typeface="Arial"/>
              </a:defRPr>
            </a:lvl6pPr>
            <a:lvl7pPr indent="-292100" lvl="6" marL="3200400" marR="0" rtl="0" algn="l">
              <a:lnSpc>
                <a:spcPct val="90000"/>
              </a:lnSpc>
              <a:spcBef>
                <a:spcPts val="300"/>
              </a:spcBef>
              <a:spcAft>
                <a:spcPts val="0"/>
              </a:spcAft>
              <a:buClr>
                <a:schemeClr val="dk1"/>
              </a:buClr>
              <a:buSzPts val="1000"/>
              <a:buFont typeface="Arial"/>
              <a:buChar char="•"/>
              <a:defRPr b="0" i="0" sz="1000" u="none" cap="none" strike="noStrike">
                <a:solidFill>
                  <a:schemeClr val="dk1"/>
                </a:solidFill>
                <a:latin typeface="Arial"/>
                <a:ea typeface="Arial"/>
                <a:cs typeface="Arial"/>
                <a:sym typeface="Arial"/>
              </a:defRPr>
            </a:lvl7pPr>
            <a:lvl8pPr indent="-292100" lvl="7" marL="3657600" marR="0" rtl="0" algn="l">
              <a:lnSpc>
                <a:spcPct val="90000"/>
              </a:lnSpc>
              <a:spcBef>
                <a:spcPts val="300"/>
              </a:spcBef>
              <a:spcAft>
                <a:spcPts val="0"/>
              </a:spcAft>
              <a:buClr>
                <a:schemeClr val="dk1"/>
              </a:buClr>
              <a:buSzPts val="1000"/>
              <a:buFont typeface="Arial"/>
              <a:buChar char="•"/>
              <a:defRPr b="0" i="0" sz="1000" u="none" cap="none" strike="noStrike">
                <a:solidFill>
                  <a:schemeClr val="dk1"/>
                </a:solidFill>
                <a:latin typeface="Arial"/>
                <a:ea typeface="Arial"/>
                <a:cs typeface="Arial"/>
                <a:sym typeface="Arial"/>
              </a:defRPr>
            </a:lvl8pPr>
            <a:lvl9pPr indent="-292100" lvl="8" marL="4114800" marR="0" rtl="0" algn="l">
              <a:lnSpc>
                <a:spcPct val="90000"/>
              </a:lnSpc>
              <a:spcBef>
                <a:spcPts val="300"/>
              </a:spcBef>
              <a:spcAft>
                <a:spcPts val="0"/>
              </a:spcAft>
              <a:buClr>
                <a:schemeClr val="dk1"/>
              </a:buClr>
              <a:buSzPts val="1000"/>
              <a:buFont typeface="Arial"/>
              <a:buChar char="•"/>
              <a:defRPr b="0" i="0" sz="1000" u="none" cap="none" strike="noStrike">
                <a:solidFill>
                  <a:schemeClr val="dk1"/>
                </a:solidFill>
                <a:latin typeface="Arial"/>
                <a:ea typeface="Arial"/>
                <a:cs typeface="Arial"/>
                <a:sym typeface="Arial"/>
              </a:defRPr>
            </a:lvl9pPr>
          </a:lstStyle>
          <a:p/>
        </p:txBody>
      </p:sp>
      <p:sp>
        <p:nvSpPr>
          <p:cNvPr id="88" name="Google Shape;88;p17"/>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
          <p15:clr>
            <a:srgbClr val="F26B43"/>
          </p15:clr>
        </p15:guide>
        <p15:guide id="2" pos="216">
          <p15:clr>
            <a:srgbClr val="F26B43"/>
          </p15:clr>
        </p15:guide>
        <p15:guide id="3" pos="526">
          <p15:clr>
            <a:srgbClr val="F26B43"/>
          </p15:clr>
        </p15:guide>
        <p15:guide id="4" pos="669">
          <p15:clr>
            <a:srgbClr val="F26B43"/>
          </p15:clr>
        </p15:guide>
        <p15:guide id="5" pos="984">
          <p15:clr>
            <a:srgbClr val="F26B43"/>
          </p15:clr>
        </p15:guide>
        <p15:guide id="6" pos="1126">
          <p15:clr>
            <a:srgbClr val="F26B43"/>
          </p15:clr>
        </p15:guide>
        <p15:guide id="7" pos="1438">
          <p15:clr>
            <a:srgbClr val="F26B43"/>
          </p15:clr>
        </p15:guide>
        <p15:guide id="8" pos="1583">
          <p15:clr>
            <a:srgbClr val="F26B43"/>
          </p15:clr>
        </p15:guide>
        <p15:guide id="9" pos="1894">
          <p15:clr>
            <a:srgbClr val="F26B43"/>
          </p15:clr>
        </p15:guide>
        <p15:guide id="10" pos="2039">
          <p15:clr>
            <a:srgbClr val="F26B43"/>
          </p15:clr>
        </p15:guide>
        <p15:guide id="11" pos="2351">
          <p15:clr>
            <a:srgbClr val="F26B43"/>
          </p15:clr>
        </p15:guide>
        <p15:guide id="12" pos="2496">
          <p15:clr>
            <a:srgbClr val="F26B43"/>
          </p15:clr>
        </p15:guide>
        <p15:guide id="13" pos="2804">
          <p15:clr>
            <a:srgbClr val="F26B43"/>
          </p15:clr>
        </p15:guide>
        <p15:guide id="14" pos="2949">
          <p15:clr>
            <a:srgbClr val="F26B43"/>
          </p15:clr>
        </p15:guide>
        <p15:guide id="15" pos="3406">
          <p15:clr>
            <a:srgbClr val="F26B43"/>
          </p15:clr>
        </p15:guide>
        <p15:guide id="16" pos="3718">
          <p15:clr>
            <a:srgbClr val="F26B43"/>
          </p15:clr>
        </p15:guide>
        <p15:guide id="17" pos="4174">
          <p15:clr>
            <a:srgbClr val="F26B43"/>
          </p15:clr>
        </p15:guide>
        <p15:guide id="18" pos="4319">
          <p15:clr>
            <a:srgbClr val="F26B43"/>
          </p15:clr>
        </p15:guide>
        <p15:guide id="19" pos="4772">
          <p15:clr>
            <a:srgbClr val="F26B43"/>
          </p15:clr>
        </p15:guide>
        <p15:guide id="20" pos="5086">
          <p15:clr>
            <a:srgbClr val="F26B43"/>
          </p15:clr>
        </p15:guide>
        <p15:guide id="21" pos="5229">
          <p15:clr>
            <a:srgbClr val="F26B43"/>
          </p15:clr>
        </p15:guide>
        <p15:guide id="22" pos="5541">
          <p15:clr>
            <a:srgbClr val="F26B43"/>
          </p15:clr>
        </p15:guide>
        <p15:guide id="23" pos="3863">
          <p15:clr>
            <a:srgbClr val="F26B43"/>
          </p15:clr>
        </p15:guide>
        <p15:guide id="24" pos="3261">
          <p15:clr>
            <a:srgbClr val="F26B43"/>
          </p15:clr>
        </p15:guide>
        <p15:guide id="25" pos="4631">
          <p15:clr>
            <a:srgbClr val="F26B43"/>
          </p15:clr>
        </p15:guide>
        <p15:guide id="26" orient="horz" pos="287">
          <p15:clr>
            <a:srgbClr val="F26B43"/>
          </p15:clr>
        </p15:guide>
        <p15:guide id="27" orient="horz" pos="360">
          <p15:clr>
            <a:srgbClr val="F26B43"/>
          </p15:clr>
        </p15:guide>
        <p15:guide id="28" orient="horz" pos="609">
          <p15:clr>
            <a:srgbClr val="F26B43"/>
          </p15:clr>
        </p15:guide>
        <p15:guide id="29" orient="horz" pos="720">
          <p15:clr>
            <a:srgbClr val="F26B43"/>
          </p15:clr>
        </p15:guide>
        <p15:guide id="30" orient="horz" pos="789">
          <p15:clr>
            <a:srgbClr val="F26B43"/>
          </p15:clr>
        </p15:guide>
        <p15:guide id="31" orient="horz" pos="865">
          <p15:clr>
            <a:srgbClr val="F26B43"/>
          </p15:clr>
        </p15:guide>
        <p15:guide id="32" orient="horz" pos="1041">
          <p15:clr>
            <a:srgbClr val="F26B43"/>
          </p15:clr>
        </p15:guide>
        <p15:guide id="33" orient="horz" pos="1222">
          <p15:clr>
            <a:srgbClr val="F26B43"/>
          </p15:clr>
        </p15:guide>
        <p15:guide id="34" orient="horz" pos="1293">
          <p15:clr>
            <a:srgbClr val="F26B43"/>
          </p15:clr>
        </p15:guide>
        <p15:guide id="35" orient="horz" pos="1367">
          <p15:clr>
            <a:srgbClr val="F26B43"/>
          </p15:clr>
        </p15:guide>
        <p15:guide id="36" orient="horz" pos="1724">
          <p15:clr>
            <a:srgbClr val="F26B43"/>
          </p15:clr>
        </p15:guide>
        <p15:guide id="37" orient="horz" pos="1799">
          <p15:clr>
            <a:srgbClr val="F26B43"/>
          </p15:clr>
        </p15:guide>
        <p15:guide id="38" orient="horz" pos="1869">
          <p15:clr>
            <a:srgbClr val="F26B43"/>
          </p15:clr>
        </p15:guide>
        <p15:guide id="39" orient="horz" pos="2231">
          <p15:clr>
            <a:srgbClr val="F26B43"/>
          </p15:clr>
        </p15:guide>
        <p15:guide id="40" orient="horz" pos="2302">
          <p15:clr>
            <a:srgbClr val="F26B43"/>
          </p15:clr>
        </p15:guide>
        <p15:guide id="41" orient="horz" pos="2373">
          <p15:clr>
            <a:srgbClr val="F26B43"/>
          </p15:clr>
        </p15:guide>
        <p15:guide id="42" orient="horz" pos="2769">
          <p15:clr>
            <a:srgbClr val="F26B43"/>
          </p15:clr>
        </p15:guide>
        <p15:guide id="43" orient="horz" pos="2843">
          <p15:clr>
            <a:srgbClr val="F26B43"/>
          </p15:clr>
        </p15:guide>
        <p15:guide id="44" orient="horz" pos="2949">
          <p15:clr>
            <a:srgbClr val="F26B43"/>
          </p15:clr>
        </p15:guide>
        <p15:guide id="45" orient="horz" pos="2698">
          <p15:clr>
            <a:srgbClr val="F26B43"/>
          </p15:clr>
        </p15:guide>
        <p15:guide id="46" orient="horz" pos="3021">
          <p15:clr>
            <a:srgbClr val="F26B43"/>
          </p15:clr>
        </p15:guide>
        <p15:guide id="47" orient="horz" pos="312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hyperlink" Target="https://docs.google.com/spreadsheets/d/1oxe-P43ODQfBtmL-iN_5ehn2Y3S0gUW1/edit?usp=sharing&amp;ouid=116361114935841856982&amp;rtpof=true&amp;sd=tru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hyperlink" Target="https://www.cdc.gov/nchs/fastats/leading-causes-of-death.ht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 Id="rId3" Type="http://schemas.openxmlformats.org/officeDocument/2006/relationships/image" Target="../media/image22.png"/><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 Id="rId3"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 Id="rId3"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 Id="rId3" Type="http://schemas.openxmlformats.org/officeDocument/2006/relationships/comments" Target="../comments/commen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 Id="rId3"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 Id="rId3" Type="http://schemas.openxmlformats.org/officeDocument/2006/relationships/image" Target="../media/image37.png"/><Relationship Id="rId4"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 Id="rId3" Type="http://schemas.openxmlformats.org/officeDocument/2006/relationships/image" Target="../media/image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 Id="rId3" Type="http://schemas.openxmlformats.org/officeDocument/2006/relationships/image" Target="../media/image3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7.xml"/><Relationship Id="rId3" Type="http://schemas.openxmlformats.org/officeDocument/2006/relationships/image" Target="../media/image26.png"/><Relationship Id="rId4" Type="http://schemas.openxmlformats.org/officeDocument/2006/relationships/image" Target="../media/image4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 Id="rId3" Type="http://schemas.openxmlformats.org/officeDocument/2006/relationships/image" Target="../media/image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 Id="rId3"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 Id="rId3" Type="http://schemas.openxmlformats.org/officeDocument/2006/relationships/image" Target="../media/image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2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 Id="rId3" Type="http://schemas.openxmlformats.org/officeDocument/2006/relationships/image" Target="../media/image1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 Id="rId3" Type="http://schemas.openxmlformats.org/officeDocument/2006/relationships/hyperlink" Target="https://docs.google.com/spreadsheets/d/1oxe-P43ODQfBtmL-iN_5ehn2Y3S0gUW1/edit?usp=sharing&amp;ouid=116361114935841856982&amp;rtpof=true&amp;sd=true"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 Id="rId3" Type="http://schemas.openxmlformats.org/officeDocument/2006/relationships/hyperlink" Target="https://docs.google.com/spreadsheets/d/1oxe-P43ODQfBtmL-iN_5ehn2Y3S0gUW1/edit?usp=sharing&amp;ouid=116361114935841856982&amp;rtpof=true&amp;sd=true"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 Id="rId3" Type="http://schemas.openxmlformats.org/officeDocument/2006/relationships/hyperlink" Target="https://www.cdc.gov/nchs/fastats/leading-causes-of-death.htm"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 Id="rId3" Type="http://schemas.openxmlformats.org/officeDocument/2006/relationships/image" Target="../media/image3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 Id="rId3" Type="http://schemas.openxmlformats.org/officeDocument/2006/relationships/image" Target="../media/image1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 Id="rId3" Type="http://schemas.openxmlformats.org/officeDocument/2006/relationships/image" Target="../media/image1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9.xml"/><Relationship Id="rId3" Type="http://schemas.openxmlformats.org/officeDocument/2006/relationships/image" Target="../media/image1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0.xml"/><Relationship Id="rId3" Type="http://schemas.openxmlformats.org/officeDocument/2006/relationships/image" Target="../media/image2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1.xml"/><Relationship Id="rId3" Type="http://schemas.openxmlformats.org/officeDocument/2006/relationships/image" Target="../media/image3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 Id="rId3" Type="http://schemas.openxmlformats.org/officeDocument/2006/relationships/image" Target="../media/image1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8.xml"/><Relationship Id="rId3" Type="http://schemas.openxmlformats.org/officeDocument/2006/relationships/image" Target="../media/image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 Id="rId3" Type="http://schemas.openxmlformats.org/officeDocument/2006/relationships/image" Target="../media/image26.png"/><Relationship Id="rId4" Type="http://schemas.openxmlformats.org/officeDocument/2006/relationships/image" Target="../media/image4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 Id="rId3" Type="http://schemas.openxmlformats.org/officeDocument/2006/relationships/image" Target="../media/image1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 Id="rId3" Type="http://schemas.openxmlformats.org/officeDocument/2006/relationships/image" Target="../media/image37.png"/><Relationship Id="rId4" Type="http://schemas.openxmlformats.org/officeDocument/2006/relationships/image" Target="../media/image2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 Id="rId3" Type="http://schemas.openxmlformats.org/officeDocument/2006/relationships/image" Target="../media/image55.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 Id="rId3" Type="http://schemas.openxmlformats.org/officeDocument/2006/relationships/image" Target="../media/image4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 Id="rId3" Type="http://schemas.openxmlformats.org/officeDocument/2006/relationships/image" Target="../media/image45.png"/><Relationship Id="rId4" Type="http://schemas.openxmlformats.org/officeDocument/2006/relationships/image" Target="../media/image54.png"/><Relationship Id="rId5" Type="http://schemas.openxmlformats.org/officeDocument/2006/relationships/image" Target="../media/image5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 Id="rId3" Type="http://schemas.openxmlformats.org/officeDocument/2006/relationships/image" Target="../media/image5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 Id="rId3" Type="http://schemas.openxmlformats.org/officeDocument/2006/relationships/image" Target="../media/image53.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 Id="rId3" Type="http://schemas.openxmlformats.org/officeDocument/2006/relationships/image" Target="../media/image5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1.xml"/><Relationship Id="rId3" Type="http://schemas.openxmlformats.org/officeDocument/2006/relationships/image" Target="../media/image16.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2.xml"/><Relationship Id="rId3" Type="http://schemas.openxmlformats.org/officeDocument/2006/relationships/hyperlink" Target="https://www.cdc.gov/nchs/fastats/leading-causes-of-death.ht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ctrTitle"/>
          </p:nvPr>
        </p:nvSpPr>
        <p:spPr>
          <a:xfrm>
            <a:off x="333347" y="2387425"/>
            <a:ext cx="8239200" cy="17145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chemeClr val="lt1"/>
              </a:buClr>
              <a:buSzPts val="4500"/>
              <a:buFont typeface="Arial"/>
              <a:buNone/>
            </a:pPr>
            <a:r>
              <a:rPr lang="en-US" sz="3600"/>
              <a:t>Scientific Roadmap Planning</a:t>
            </a:r>
            <a:endParaRPr sz="3600"/>
          </a:p>
          <a:p>
            <a:pPr indent="0" lvl="0" marL="0" rtl="0" algn="l">
              <a:lnSpc>
                <a:spcPct val="115000"/>
              </a:lnSpc>
              <a:spcBef>
                <a:spcPts val="0"/>
              </a:spcBef>
              <a:spcAft>
                <a:spcPts val="0"/>
              </a:spcAft>
              <a:buClr>
                <a:schemeClr val="lt1"/>
              </a:buClr>
              <a:buSzPts val="4500"/>
              <a:buFont typeface="Arial"/>
              <a:buNone/>
            </a:pPr>
            <a:r>
              <a:rPr i="1" lang="en-US" sz="2300"/>
              <a:t>Characterization of research projects according to All of Us scientific priorities</a:t>
            </a:r>
            <a:endParaRPr i="1" sz="2300"/>
          </a:p>
          <a:p>
            <a:pPr indent="0" lvl="0" marL="0" rtl="0" algn="l">
              <a:lnSpc>
                <a:spcPct val="100000"/>
              </a:lnSpc>
              <a:spcBef>
                <a:spcPts val="0"/>
              </a:spcBef>
              <a:spcAft>
                <a:spcPts val="0"/>
              </a:spcAft>
              <a:buClr>
                <a:schemeClr val="lt1"/>
              </a:buClr>
              <a:buSzPts val="4500"/>
              <a:buFont typeface="Arial"/>
              <a:buNone/>
            </a:pPr>
            <a:br>
              <a:rPr lang="en-US" sz="2700"/>
            </a:br>
            <a:endParaRPr sz="500"/>
          </a:p>
        </p:txBody>
      </p:sp>
      <p:sp>
        <p:nvSpPr>
          <p:cNvPr id="154" name="Google Shape;154;p29"/>
          <p:cNvSpPr txBox="1"/>
          <p:nvPr>
            <p:ph idx="1" type="body"/>
          </p:nvPr>
        </p:nvSpPr>
        <p:spPr>
          <a:xfrm>
            <a:off x="339875" y="4681550"/>
            <a:ext cx="5067000" cy="330900"/>
          </a:xfrm>
          <a:prstGeom prst="rect">
            <a:avLst/>
          </a:prstGeom>
          <a:noFill/>
          <a:ln>
            <a:noFill/>
          </a:ln>
        </p:spPr>
        <p:txBody>
          <a:bodyPr anchorCtr="0" anchor="t" bIns="0" lIns="0" spcFirstLastPara="1" rIns="0" wrap="square" tIns="0">
            <a:noAutofit/>
          </a:bodyPr>
          <a:lstStyle/>
          <a:p>
            <a:pPr indent="0" lvl="0" marL="0" rtl="0" algn="l">
              <a:lnSpc>
                <a:spcPct val="114000"/>
              </a:lnSpc>
              <a:spcBef>
                <a:spcPts val="0"/>
              </a:spcBef>
              <a:spcAft>
                <a:spcPts val="0"/>
              </a:spcAft>
              <a:buClr>
                <a:schemeClr val="lt1"/>
              </a:buClr>
              <a:buSzPts val="400"/>
              <a:buFont typeface="Arial"/>
              <a:buNone/>
            </a:pPr>
            <a:r>
              <a:rPr i="1" lang="en-US" sz="700"/>
              <a:t>All of Us</a:t>
            </a:r>
            <a:r>
              <a:rPr lang="en-US" sz="700"/>
              <a:t>, the </a:t>
            </a:r>
            <a:r>
              <a:rPr i="1" lang="en-US" sz="700"/>
              <a:t>All of Us </a:t>
            </a:r>
            <a:r>
              <a:rPr lang="en-US" sz="700"/>
              <a:t>logo, and “The Future of Health Begins with You” </a:t>
            </a:r>
            <a:br>
              <a:rPr lang="en-US" sz="700"/>
            </a:br>
            <a:r>
              <a:rPr lang="en-US" sz="700"/>
              <a:t>are service marks of the U.S. Department of Health and Human Services. </a:t>
            </a:r>
            <a:endParaRPr sz="500"/>
          </a:p>
        </p:txBody>
      </p:sp>
      <p:sp>
        <p:nvSpPr>
          <p:cNvPr id="155" name="Google Shape;155;p29"/>
          <p:cNvSpPr txBox="1"/>
          <p:nvPr>
            <p:ph type="ctrTitle"/>
          </p:nvPr>
        </p:nvSpPr>
        <p:spPr>
          <a:xfrm>
            <a:off x="343800" y="3654425"/>
            <a:ext cx="8456400" cy="5190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lt1"/>
              </a:buClr>
              <a:buSzPts val="4500"/>
              <a:buFont typeface="Arial"/>
              <a:buNone/>
            </a:pPr>
            <a:r>
              <a:rPr b="0" lang="en-US" sz="1800">
                <a:solidFill>
                  <a:schemeClr val="accent5"/>
                </a:solidFill>
              </a:rPr>
              <a:t>Presented by Lina Sulieman, PhD, </a:t>
            </a:r>
            <a:r>
              <a:rPr b="0" i="1" lang="en-US" sz="1800">
                <a:solidFill>
                  <a:schemeClr val="accent5"/>
                </a:solidFill>
              </a:rPr>
              <a:t>All of Us </a:t>
            </a:r>
            <a:r>
              <a:rPr b="0" lang="en-US" sz="1800">
                <a:solidFill>
                  <a:schemeClr val="accent5"/>
                </a:solidFill>
              </a:rPr>
              <a:t>Data and Research Center </a:t>
            </a:r>
            <a:endParaRPr b="0" sz="1800">
              <a:solidFill>
                <a:schemeClr val="accent5"/>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ph type="title"/>
          </p:nvPr>
        </p:nvSpPr>
        <p:spPr>
          <a:xfrm>
            <a:off x="349400" y="285645"/>
            <a:ext cx="8447100" cy="40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US"/>
              <a:t>All of Us</a:t>
            </a:r>
            <a:r>
              <a:rPr lang="en-US"/>
              <a:t> Research Program 5 Years Vision</a:t>
            </a:r>
            <a:endParaRPr/>
          </a:p>
        </p:txBody>
      </p:sp>
      <p:sp>
        <p:nvSpPr>
          <p:cNvPr id="161" name="Google Shape;161;p30"/>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rPr lang="en-US"/>
              <a:t> </a:t>
            </a:r>
            <a:endParaRPr/>
          </a:p>
        </p:txBody>
      </p:sp>
      <p:sp>
        <p:nvSpPr>
          <p:cNvPr id="162" name="Google Shape;162;p30"/>
          <p:cNvSpPr txBox="1"/>
          <p:nvPr/>
        </p:nvSpPr>
        <p:spPr>
          <a:xfrm>
            <a:off x="382825" y="893350"/>
            <a:ext cx="844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63" name="Google Shape;163;p30"/>
          <p:cNvSpPr txBox="1"/>
          <p:nvPr/>
        </p:nvSpPr>
        <p:spPr>
          <a:xfrm>
            <a:off x="106575" y="649200"/>
            <a:ext cx="90375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a:solidFill>
                  <a:schemeClr val="dk1"/>
                </a:solidFill>
              </a:rPr>
              <a:t>AoU developed an inventory of initiatives planned for completion within FY23 to meet the program’s 5 year goals.  This project was completed to support Goal 2, Objective 2.1.1.</a:t>
            </a:r>
            <a:endParaRPr>
              <a:solidFill>
                <a:schemeClr val="dk1"/>
              </a:solidFill>
            </a:endParaRPr>
          </a:p>
        </p:txBody>
      </p:sp>
      <p:sp>
        <p:nvSpPr>
          <p:cNvPr id="164" name="Google Shape;164;p30"/>
          <p:cNvSpPr txBox="1"/>
          <p:nvPr>
            <p:ph idx="12" type="sldNum"/>
          </p:nvPr>
        </p:nvSpPr>
        <p:spPr>
          <a:xfrm>
            <a:off x="6738655" y="4630341"/>
            <a:ext cx="2057700" cy="2739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SzPts val="900"/>
              <a:buFont typeface="Arial"/>
              <a:buNone/>
            </a:pPr>
            <a:fld id="{00000000-1234-1234-1234-123412341234}" type="slidenum">
              <a:rPr lang="en-US"/>
              <a:t>‹#›</a:t>
            </a:fld>
            <a:endParaRPr/>
          </a:p>
        </p:txBody>
      </p:sp>
      <p:pic>
        <p:nvPicPr>
          <p:cNvPr id="165" name="Google Shape;165;p30"/>
          <p:cNvPicPr preferRelativeResize="0"/>
          <p:nvPr/>
        </p:nvPicPr>
        <p:blipFill>
          <a:blip r:embed="rId3">
            <a:alphaModFix/>
          </a:blip>
          <a:stretch>
            <a:fillRect/>
          </a:stretch>
        </p:blipFill>
        <p:spPr>
          <a:xfrm>
            <a:off x="153350" y="1493855"/>
            <a:ext cx="8839201" cy="28953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1"/>
          <p:cNvSpPr txBox="1"/>
          <p:nvPr>
            <p:ph type="title"/>
          </p:nvPr>
        </p:nvSpPr>
        <p:spPr>
          <a:xfrm>
            <a:off x="349404" y="285654"/>
            <a:ext cx="8447100" cy="279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Background – Eight Focus Areas to Monitor N</a:t>
            </a:r>
            <a:r>
              <a:rPr lang="en-US">
                <a:solidFill>
                  <a:schemeClr val="dk1"/>
                </a:solidFill>
              </a:rPr>
              <a:t>ew</a:t>
            </a:r>
            <a:r>
              <a:rPr i="1" lang="en-US">
                <a:solidFill>
                  <a:schemeClr val="dk1"/>
                </a:solidFill>
              </a:rPr>
              <a:t> </a:t>
            </a:r>
            <a:r>
              <a:rPr lang="en-US">
                <a:solidFill>
                  <a:schemeClr val="dk1"/>
                </a:solidFill>
              </a:rPr>
              <a:t>scientific Framework</a:t>
            </a:r>
            <a:endParaRPr/>
          </a:p>
        </p:txBody>
      </p:sp>
      <p:sp>
        <p:nvSpPr>
          <p:cNvPr id="171" name="Google Shape;171;p31"/>
          <p:cNvSpPr txBox="1"/>
          <p:nvPr>
            <p:ph idx="1" type="body"/>
          </p:nvPr>
        </p:nvSpPr>
        <p:spPr>
          <a:xfrm>
            <a:off x="0" y="4496025"/>
            <a:ext cx="9144000" cy="6474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l">
              <a:lnSpc>
                <a:spcPct val="115000"/>
              </a:lnSpc>
              <a:spcBef>
                <a:spcPts val="0"/>
              </a:spcBef>
              <a:spcAft>
                <a:spcPts val="0"/>
              </a:spcAft>
              <a:buSzPts val="800"/>
              <a:buNone/>
            </a:pPr>
            <a:r>
              <a:t/>
            </a:r>
            <a:endParaRPr b="0" i="1" sz="1200"/>
          </a:p>
          <a:p>
            <a:pPr indent="0" lvl="0" marL="0" rtl="0" algn="l">
              <a:lnSpc>
                <a:spcPct val="115000"/>
              </a:lnSpc>
              <a:spcBef>
                <a:spcPts val="0"/>
              </a:spcBef>
              <a:spcAft>
                <a:spcPts val="0"/>
              </a:spcAft>
              <a:buSzPts val="800"/>
              <a:buNone/>
            </a:pPr>
            <a:r>
              <a:t/>
            </a:r>
            <a:endParaRPr sz="1200"/>
          </a:p>
        </p:txBody>
      </p:sp>
      <p:pic>
        <p:nvPicPr>
          <p:cNvPr id="172" name="Google Shape;172;p31"/>
          <p:cNvPicPr preferRelativeResize="0"/>
          <p:nvPr/>
        </p:nvPicPr>
        <p:blipFill rotWithShape="1">
          <a:blip r:embed="rId3">
            <a:alphaModFix/>
          </a:blip>
          <a:srcRect b="0" l="0" r="0" t="0"/>
          <a:stretch/>
        </p:blipFill>
        <p:spPr>
          <a:xfrm>
            <a:off x="596107" y="638336"/>
            <a:ext cx="7765468" cy="3773409"/>
          </a:xfrm>
          <a:prstGeom prst="rect">
            <a:avLst/>
          </a:prstGeom>
          <a:noFill/>
          <a:ln>
            <a:noFill/>
          </a:ln>
        </p:spPr>
      </p:pic>
      <p:sp>
        <p:nvSpPr>
          <p:cNvPr id="173" name="Google Shape;173;p31"/>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7" name="Shape 177"/>
        <p:cNvGrpSpPr/>
        <p:nvPr/>
      </p:nvGrpSpPr>
      <p:grpSpPr>
        <a:xfrm>
          <a:off x="0" y="0"/>
          <a:ext cx="0" cy="0"/>
          <a:chOff x="0" y="0"/>
          <a:chExt cx="0" cy="0"/>
        </a:xfrm>
      </p:grpSpPr>
      <p:sp>
        <p:nvSpPr>
          <p:cNvPr id="178" name="Google Shape;178;p32"/>
          <p:cNvSpPr txBox="1"/>
          <p:nvPr>
            <p:ph type="title"/>
          </p:nvPr>
        </p:nvSpPr>
        <p:spPr>
          <a:xfrm>
            <a:off x="343205" y="1811953"/>
            <a:ext cx="8457600" cy="1381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US"/>
              <a:t>Goal</a:t>
            </a:r>
            <a:endParaRPr b="1"/>
          </a:p>
          <a:p>
            <a:pPr indent="0" lvl="0" marL="0" rtl="0" algn="l">
              <a:spcBef>
                <a:spcPts val="0"/>
              </a:spcBef>
              <a:spcAft>
                <a:spcPts val="0"/>
              </a:spcAft>
              <a:buNone/>
            </a:pPr>
            <a:r>
              <a:rPr lang="en-US"/>
              <a:t>Building automated project classification pipeline to identify portfolio of ongoing research studies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3"/>
          <p:cNvSpPr txBox="1"/>
          <p:nvPr>
            <p:ph type="title"/>
          </p:nvPr>
        </p:nvSpPr>
        <p:spPr>
          <a:xfrm>
            <a:off x="349400" y="285647"/>
            <a:ext cx="8447100" cy="28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Quantifying the Scientific Roadmap in the </a:t>
            </a:r>
            <a:r>
              <a:rPr i="1" lang="en-US"/>
              <a:t>All of Us </a:t>
            </a:r>
            <a:r>
              <a:rPr lang="en-US"/>
              <a:t>Research Program</a:t>
            </a:r>
            <a:r>
              <a:rPr i="1" lang="en-US"/>
              <a:t> </a:t>
            </a:r>
            <a:endParaRPr i="1"/>
          </a:p>
        </p:txBody>
      </p:sp>
      <p:sp>
        <p:nvSpPr>
          <p:cNvPr id="184" name="Google Shape;184;p33"/>
          <p:cNvSpPr/>
          <p:nvPr/>
        </p:nvSpPr>
        <p:spPr>
          <a:xfrm>
            <a:off x="930664" y="1129220"/>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8 </a:t>
            </a:r>
            <a:r>
              <a:rPr b="0" i="0" lang="en-US" sz="1400" u="none" cap="none" strike="noStrike">
                <a:solidFill>
                  <a:srgbClr val="000000"/>
                </a:solidFill>
                <a:latin typeface="Arial"/>
                <a:ea typeface="Arial"/>
                <a:cs typeface="Arial"/>
                <a:sym typeface="Arial"/>
              </a:rPr>
              <a:t>Scientific categories</a:t>
            </a:r>
            <a:endParaRPr b="0" i="0" sz="1400" u="none" cap="none" strike="noStrike">
              <a:solidFill>
                <a:srgbClr val="000000"/>
              </a:solidFill>
              <a:latin typeface="Arial"/>
              <a:ea typeface="Arial"/>
              <a:cs typeface="Arial"/>
              <a:sym typeface="Arial"/>
            </a:endParaRPr>
          </a:p>
        </p:txBody>
      </p:sp>
      <p:sp>
        <p:nvSpPr>
          <p:cNvPr id="185" name="Google Shape;185;p33"/>
          <p:cNvSpPr/>
          <p:nvPr/>
        </p:nvSpPr>
        <p:spPr>
          <a:xfrm>
            <a:off x="3443677" y="1129220"/>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Diseases analyzed by researchers</a:t>
            </a:r>
            <a:endParaRPr b="0" i="0" sz="1400" u="none" cap="none" strike="noStrike">
              <a:solidFill>
                <a:srgbClr val="000000"/>
              </a:solidFill>
              <a:latin typeface="Arial"/>
              <a:ea typeface="Arial"/>
              <a:cs typeface="Arial"/>
              <a:sym typeface="Arial"/>
            </a:endParaRPr>
          </a:p>
        </p:txBody>
      </p:sp>
      <p:sp>
        <p:nvSpPr>
          <p:cNvPr id="186" name="Google Shape;186;p33"/>
          <p:cNvSpPr/>
          <p:nvPr/>
        </p:nvSpPr>
        <p:spPr>
          <a:xfrm>
            <a:off x="6041764" y="1129220"/>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7938"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 domain used</a:t>
            </a:r>
            <a:endParaRPr b="0" i="0" sz="1400" u="none" cap="none" strike="noStrike">
              <a:solidFill>
                <a:srgbClr val="000000"/>
              </a:solidFill>
              <a:latin typeface="Arial"/>
              <a:ea typeface="Arial"/>
              <a:cs typeface="Arial"/>
              <a:sym typeface="Arial"/>
            </a:endParaRPr>
          </a:p>
        </p:txBody>
      </p:sp>
      <p:sp>
        <p:nvSpPr>
          <p:cNvPr id="187" name="Google Shape;187;p33"/>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4"/>
          <p:cNvSpPr txBox="1"/>
          <p:nvPr>
            <p:ph type="title"/>
          </p:nvPr>
        </p:nvSpPr>
        <p:spPr>
          <a:xfrm>
            <a:off x="349400" y="285648"/>
            <a:ext cx="8447100" cy="268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Project In </a:t>
            </a:r>
            <a:r>
              <a:rPr i="1" lang="en-US"/>
              <a:t>All of Us</a:t>
            </a:r>
            <a:r>
              <a:rPr lang="en-US"/>
              <a:t> Directory Description Sources - Free Text</a:t>
            </a:r>
            <a:endParaRPr/>
          </a:p>
        </p:txBody>
      </p:sp>
      <p:sp>
        <p:nvSpPr>
          <p:cNvPr id="193" name="Google Shape;193;p34"/>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pic>
        <p:nvPicPr>
          <p:cNvPr id="194" name="Google Shape;194;p34"/>
          <p:cNvPicPr preferRelativeResize="0"/>
          <p:nvPr/>
        </p:nvPicPr>
        <p:blipFill rotWithShape="1">
          <a:blip r:embed="rId3">
            <a:alphaModFix/>
          </a:blip>
          <a:srcRect b="0" l="0" r="0" t="0"/>
          <a:stretch/>
        </p:blipFill>
        <p:spPr>
          <a:xfrm>
            <a:off x="633588" y="675963"/>
            <a:ext cx="6197274" cy="3791575"/>
          </a:xfrm>
          <a:prstGeom prst="rect">
            <a:avLst/>
          </a:prstGeom>
          <a:noFill/>
          <a:ln>
            <a:noFill/>
          </a:ln>
        </p:spPr>
      </p:pic>
      <p:sp>
        <p:nvSpPr>
          <p:cNvPr id="195" name="Google Shape;195;p34"/>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96" name="Google Shape;196;p34"/>
          <p:cNvSpPr/>
          <p:nvPr/>
        </p:nvSpPr>
        <p:spPr>
          <a:xfrm>
            <a:off x="704550" y="838600"/>
            <a:ext cx="2407500" cy="21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4"/>
          <p:cNvSpPr txBox="1"/>
          <p:nvPr/>
        </p:nvSpPr>
        <p:spPr>
          <a:xfrm>
            <a:off x="4103150" y="871150"/>
            <a:ext cx="3483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1000"/>
              <a:t>Title</a:t>
            </a:r>
            <a:endParaRPr sz="1000"/>
          </a:p>
        </p:txBody>
      </p:sp>
      <p:sp>
        <p:nvSpPr>
          <p:cNvPr id="198" name="Google Shape;198;p34"/>
          <p:cNvSpPr/>
          <p:nvPr/>
        </p:nvSpPr>
        <p:spPr>
          <a:xfrm>
            <a:off x="704550" y="1263700"/>
            <a:ext cx="2407500" cy="21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4"/>
          <p:cNvSpPr/>
          <p:nvPr/>
        </p:nvSpPr>
        <p:spPr>
          <a:xfrm>
            <a:off x="704550" y="3749040"/>
            <a:ext cx="2407500" cy="21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4"/>
          <p:cNvSpPr txBox="1"/>
          <p:nvPr/>
        </p:nvSpPr>
        <p:spPr>
          <a:xfrm>
            <a:off x="4103150" y="1296250"/>
            <a:ext cx="5784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1000"/>
              <a:t>Intent</a:t>
            </a:r>
            <a:endParaRPr sz="1000"/>
          </a:p>
        </p:txBody>
      </p:sp>
      <p:sp>
        <p:nvSpPr>
          <p:cNvPr id="201" name="Google Shape;201;p34"/>
          <p:cNvSpPr txBox="1"/>
          <p:nvPr/>
        </p:nvSpPr>
        <p:spPr>
          <a:xfrm>
            <a:off x="4106350" y="3781600"/>
            <a:ext cx="6900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1000"/>
              <a:t>Findings</a:t>
            </a:r>
            <a:endParaRPr sz="1000"/>
          </a:p>
        </p:txBody>
      </p:sp>
      <p:sp>
        <p:nvSpPr>
          <p:cNvPr id="202" name="Google Shape;202;p34"/>
          <p:cNvSpPr/>
          <p:nvPr/>
        </p:nvSpPr>
        <p:spPr>
          <a:xfrm>
            <a:off x="704550" y="2252500"/>
            <a:ext cx="2704500" cy="21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4"/>
          <p:cNvSpPr txBox="1"/>
          <p:nvPr/>
        </p:nvSpPr>
        <p:spPr>
          <a:xfrm>
            <a:off x="4103225" y="2285050"/>
            <a:ext cx="17991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1000"/>
              <a:t>Researcher-provided disease</a:t>
            </a:r>
            <a:endParaRPr sz="1000"/>
          </a:p>
        </p:txBody>
      </p:sp>
      <p:cxnSp>
        <p:nvCxnSpPr>
          <p:cNvPr id="204" name="Google Shape;204;p34"/>
          <p:cNvCxnSpPr>
            <a:stCxn id="197" idx="1"/>
            <a:endCxn id="196" idx="3"/>
          </p:cNvCxnSpPr>
          <p:nvPr/>
        </p:nvCxnSpPr>
        <p:spPr>
          <a:xfrm rot="10800000">
            <a:off x="3111950" y="948100"/>
            <a:ext cx="991200" cy="0"/>
          </a:xfrm>
          <a:prstGeom prst="straightConnector1">
            <a:avLst/>
          </a:prstGeom>
          <a:noFill/>
          <a:ln cap="flat" cmpd="sng" w="9525">
            <a:solidFill>
              <a:schemeClr val="dk2"/>
            </a:solidFill>
            <a:prstDash val="solid"/>
            <a:round/>
            <a:headEnd len="med" w="med" type="none"/>
            <a:tailEnd len="med" w="med" type="triangle"/>
          </a:ln>
        </p:spPr>
      </p:cxnSp>
      <p:cxnSp>
        <p:nvCxnSpPr>
          <p:cNvPr id="205" name="Google Shape;205;p34"/>
          <p:cNvCxnSpPr>
            <a:stCxn id="200" idx="1"/>
            <a:endCxn id="198" idx="3"/>
          </p:cNvCxnSpPr>
          <p:nvPr/>
        </p:nvCxnSpPr>
        <p:spPr>
          <a:xfrm rot="10800000">
            <a:off x="3111950" y="1373200"/>
            <a:ext cx="991200" cy="0"/>
          </a:xfrm>
          <a:prstGeom prst="straightConnector1">
            <a:avLst/>
          </a:prstGeom>
          <a:noFill/>
          <a:ln cap="flat" cmpd="sng" w="9525">
            <a:solidFill>
              <a:schemeClr val="dk2"/>
            </a:solidFill>
            <a:prstDash val="solid"/>
            <a:round/>
            <a:headEnd len="med" w="med" type="none"/>
            <a:tailEnd len="med" w="med" type="triangle"/>
          </a:ln>
        </p:spPr>
      </p:cxnSp>
      <p:cxnSp>
        <p:nvCxnSpPr>
          <p:cNvPr id="206" name="Google Shape;206;p34"/>
          <p:cNvCxnSpPr>
            <a:stCxn id="203" idx="1"/>
            <a:endCxn id="202" idx="3"/>
          </p:cNvCxnSpPr>
          <p:nvPr/>
        </p:nvCxnSpPr>
        <p:spPr>
          <a:xfrm rot="10800000">
            <a:off x="3409025" y="2362000"/>
            <a:ext cx="694200" cy="0"/>
          </a:xfrm>
          <a:prstGeom prst="straightConnector1">
            <a:avLst/>
          </a:prstGeom>
          <a:noFill/>
          <a:ln cap="flat" cmpd="sng" w="9525">
            <a:solidFill>
              <a:schemeClr val="dk2"/>
            </a:solidFill>
            <a:prstDash val="solid"/>
            <a:round/>
            <a:headEnd len="med" w="med" type="none"/>
            <a:tailEnd len="med" w="med" type="triangle"/>
          </a:ln>
        </p:spPr>
      </p:cxnSp>
      <p:cxnSp>
        <p:nvCxnSpPr>
          <p:cNvPr id="207" name="Google Shape;207;p34"/>
          <p:cNvCxnSpPr>
            <a:stCxn id="201" idx="1"/>
            <a:endCxn id="199" idx="3"/>
          </p:cNvCxnSpPr>
          <p:nvPr/>
        </p:nvCxnSpPr>
        <p:spPr>
          <a:xfrm rot="10800000">
            <a:off x="3112150" y="3858550"/>
            <a:ext cx="9942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5"/>
          <p:cNvSpPr txBox="1"/>
          <p:nvPr>
            <p:ph type="title"/>
          </p:nvPr>
        </p:nvSpPr>
        <p:spPr>
          <a:xfrm>
            <a:off x="349400" y="285648"/>
            <a:ext cx="8447100" cy="270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Project In </a:t>
            </a:r>
            <a:r>
              <a:rPr i="1" lang="en-US"/>
              <a:t>All of Us</a:t>
            </a:r>
            <a:r>
              <a:rPr lang="en-US"/>
              <a:t> Directory Description - Other MetaData</a:t>
            </a:r>
            <a:endParaRPr/>
          </a:p>
          <a:p>
            <a:pPr indent="0" lvl="0" marL="0" rtl="0" algn="l">
              <a:lnSpc>
                <a:spcPct val="100000"/>
              </a:lnSpc>
              <a:spcBef>
                <a:spcPts val="0"/>
              </a:spcBef>
              <a:spcAft>
                <a:spcPts val="0"/>
              </a:spcAft>
              <a:buSzPts val="700"/>
              <a:buNone/>
            </a:pPr>
            <a:r>
              <a:t/>
            </a:r>
            <a:endParaRPr/>
          </a:p>
        </p:txBody>
      </p:sp>
      <p:sp>
        <p:nvSpPr>
          <p:cNvPr id="213" name="Google Shape;213;p35"/>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pic>
        <p:nvPicPr>
          <p:cNvPr id="214" name="Google Shape;214;p35"/>
          <p:cNvPicPr preferRelativeResize="0"/>
          <p:nvPr/>
        </p:nvPicPr>
        <p:blipFill rotWithShape="1">
          <a:blip r:embed="rId3">
            <a:alphaModFix/>
          </a:blip>
          <a:srcRect b="0" l="0" r="6050" t="0"/>
          <a:stretch/>
        </p:blipFill>
        <p:spPr>
          <a:xfrm>
            <a:off x="342900" y="632775"/>
            <a:ext cx="5328597" cy="3880501"/>
          </a:xfrm>
          <a:prstGeom prst="rect">
            <a:avLst/>
          </a:prstGeom>
          <a:noFill/>
          <a:ln>
            <a:noFill/>
          </a:ln>
        </p:spPr>
      </p:pic>
      <p:sp>
        <p:nvSpPr>
          <p:cNvPr id="215" name="Google Shape;215;p35"/>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6"/>
          <p:cNvSpPr txBox="1"/>
          <p:nvPr>
            <p:ph idx="1" type="body"/>
          </p:nvPr>
        </p:nvSpPr>
        <p:spPr>
          <a:xfrm>
            <a:off x="339879" y="744736"/>
            <a:ext cx="8460300" cy="36462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SzPts val="1000"/>
              <a:buNone/>
            </a:pPr>
            <a:r>
              <a:t/>
            </a:r>
            <a:endParaRPr/>
          </a:p>
        </p:txBody>
      </p:sp>
      <p:sp>
        <p:nvSpPr>
          <p:cNvPr id="221" name="Google Shape;221;p36"/>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Project In </a:t>
            </a:r>
            <a:r>
              <a:rPr i="1" lang="en-US"/>
              <a:t>All of Us</a:t>
            </a:r>
            <a:r>
              <a:rPr lang="en-US"/>
              <a:t> Directory Description - Other MetaData</a:t>
            </a:r>
            <a:endParaRPr/>
          </a:p>
        </p:txBody>
      </p:sp>
      <p:sp>
        <p:nvSpPr>
          <p:cNvPr id="222" name="Google Shape;222;p36"/>
          <p:cNvSpPr txBox="1"/>
          <p:nvPr>
            <p:ph idx="2"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pic>
        <p:nvPicPr>
          <p:cNvPr id="223" name="Google Shape;223;p36"/>
          <p:cNvPicPr preferRelativeResize="0"/>
          <p:nvPr/>
        </p:nvPicPr>
        <p:blipFill rotWithShape="1">
          <a:blip r:embed="rId3">
            <a:alphaModFix/>
          </a:blip>
          <a:srcRect b="0" l="0" r="0" t="0"/>
          <a:stretch/>
        </p:blipFill>
        <p:spPr>
          <a:xfrm>
            <a:off x="1717850" y="571500"/>
            <a:ext cx="5138575" cy="4015225"/>
          </a:xfrm>
          <a:prstGeom prst="rect">
            <a:avLst/>
          </a:prstGeom>
          <a:noFill/>
          <a:ln>
            <a:noFill/>
          </a:ln>
        </p:spPr>
      </p:pic>
      <p:sp>
        <p:nvSpPr>
          <p:cNvPr id="224" name="Google Shape;224;p36"/>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7"/>
          <p:cNvSpPr txBox="1"/>
          <p:nvPr>
            <p:ph type="title"/>
          </p:nvPr>
        </p:nvSpPr>
        <p:spPr>
          <a:xfrm>
            <a:off x="349404" y="285654"/>
            <a:ext cx="8447100" cy="298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i="1" lang="en-US"/>
              <a:t>All of Us </a:t>
            </a:r>
            <a:r>
              <a:rPr lang="en-US"/>
              <a:t>Cohort and Dataset Builders</a:t>
            </a:r>
            <a:endParaRPr/>
          </a:p>
        </p:txBody>
      </p:sp>
      <p:sp>
        <p:nvSpPr>
          <p:cNvPr id="230" name="Google Shape;230;p37"/>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pic>
        <p:nvPicPr>
          <p:cNvPr id="231" name="Google Shape;231;p37"/>
          <p:cNvPicPr preferRelativeResize="0"/>
          <p:nvPr/>
        </p:nvPicPr>
        <p:blipFill rotWithShape="1">
          <a:blip r:embed="rId3">
            <a:alphaModFix/>
          </a:blip>
          <a:srcRect b="0" l="0" r="0" t="0"/>
          <a:stretch/>
        </p:blipFill>
        <p:spPr>
          <a:xfrm>
            <a:off x="4630738" y="810180"/>
            <a:ext cx="3990975" cy="3257550"/>
          </a:xfrm>
          <a:prstGeom prst="rect">
            <a:avLst/>
          </a:prstGeom>
          <a:noFill/>
          <a:ln>
            <a:noFill/>
          </a:ln>
        </p:spPr>
      </p:pic>
      <p:sp>
        <p:nvSpPr>
          <p:cNvPr id="232" name="Google Shape;232;p37"/>
          <p:cNvSpPr txBox="1"/>
          <p:nvPr/>
        </p:nvSpPr>
        <p:spPr>
          <a:xfrm>
            <a:off x="288075" y="742800"/>
            <a:ext cx="4342800" cy="19086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Cohort Builder: Using </a:t>
            </a:r>
            <a:r>
              <a:rPr b="0" i="1" lang="en-US" sz="1400" u="none" cap="none" strike="noStrike">
                <a:solidFill>
                  <a:srgbClr val="000000"/>
                </a:solidFill>
                <a:latin typeface="Arial"/>
                <a:ea typeface="Arial"/>
                <a:cs typeface="Arial"/>
                <a:sym typeface="Arial"/>
              </a:rPr>
              <a:t>All of Us </a:t>
            </a:r>
            <a:r>
              <a:rPr b="0" i="0" lang="en-US" sz="1400" u="none" cap="none" strike="noStrike">
                <a:solidFill>
                  <a:srgbClr val="000000"/>
                </a:solidFill>
                <a:latin typeface="Arial"/>
                <a:ea typeface="Arial"/>
                <a:cs typeface="Arial"/>
                <a:sym typeface="Arial"/>
              </a:rPr>
              <a:t>data to build cohorts</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Information about cohort including:</a:t>
            </a:r>
            <a:endParaRPr b="0" i="0" sz="1400" u="none" cap="none" strike="noStrike">
              <a:solidFill>
                <a:srgbClr val="000000"/>
              </a:solidFill>
              <a:latin typeface="Arial"/>
              <a:ea typeface="Arial"/>
              <a:cs typeface="Arial"/>
              <a:sym typeface="Arial"/>
            </a:endParaRPr>
          </a:p>
          <a:p>
            <a:pPr indent="-31750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Cohort identifier</a:t>
            </a:r>
            <a:endParaRPr b="0" i="0" sz="1400" u="none" cap="none" strike="noStrike">
              <a:solidFill>
                <a:srgbClr val="000000"/>
              </a:solidFill>
              <a:latin typeface="Arial"/>
              <a:ea typeface="Arial"/>
              <a:cs typeface="Arial"/>
              <a:sym typeface="Arial"/>
            </a:endParaRPr>
          </a:p>
          <a:p>
            <a:pPr indent="-31750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Data domain: condition, Procedures</a:t>
            </a:r>
            <a:endParaRPr b="0" i="0" sz="1400" u="none" cap="none" strike="noStrike">
              <a:solidFill>
                <a:srgbClr val="000000"/>
              </a:solidFill>
              <a:latin typeface="Arial"/>
              <a:ea typeface="Arial"/>
              <a:cs typeface="Arial"/>
              <a:sym typeface="Arial"/>
            </a:endParaRPr>
          </a:p>
          <a:p>
            <a:pPr indent="-31750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Concept type: SNOMED, ICD</a:t>
            </a:r>
            <a:endParaRPr b="0" i="0" sz="1400" u="none" cap="none" strike="noStrike">
              <a:solidFill>
                <a:srgbClr val="000000"/>
              </a:solidFill>
              <a:latin typeface="Arial"/>
              <a:ea typeface="Arial"/>
              <a:cs typeface="Arial"/>
              <a:sym typeface="Arial"/>
            </a:endParaRPr>
          </a:p>
          <a:p>
            <a:pPr indent="-31750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Concept names</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37"/>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8"/>
          <p:cNvSpPr txBox="1"/>
          <p:nvPr>
            <p:ph type="title"/>
          </p:nvPr>
        </p:nvSpPr>
        <p:spPr>
          <a:xfrm>
            <a:off x="349400" y="285647"/>
            <a:ext cx="8447100" cy="28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Quantifying the Scientific Roadmap in the </a:t>
            </a:r>
            <a:r>
              <a:rPr i="1" lang="en-US"/>
              <a:t>All of Us </a:t>
            </a:r>
            <a:r>
              <a:rPr lang="en-US"/>
              <a:t>Research Program</a:t>
            </a:r>
            <a:r>
              <a:rPr i="1" lang="en-US"/>
              <a:t> </a:t>
            </a:r>
            <a:endParaRPr i="1"/>
          </a:p>
        </p:txBody>
      </p:sp>
      <p:sp>
        <p:nvSpPr>
          <p:cNvPr id="239" name="Google Shape;239;p38"/>
          <p:cNvSpPr/>
          <p:nvPr/>
        </p:nvSpPr>
        <p:spPr>
          <a:xfrm>
            <a:off x="930664" y="1129220"/>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8 </a:t>
            </a:r>
            <a:r>
              <a:rPr b="0" i="0" lang="en-US" sz="1400" u="none" cap="none" strike="noStrike">
                <a:solidFill>
                  <a:srgbClr val="000000"/>
                </a:solidFill>
                <a:latin typeface="Arial"/>
                <a:ea typeface="Arial"/>
                <a:cs typeface="Arial"/>
                <a:sym typeface="Arial"/>
              </a:rPr>
              <a:t>Scientific categories</a:t>
            </a:r>
            <a:endParaRPr b="0" i="0" sz="1400" u="none" cap="none" strike="noStrike">
              <a:solidFill>
                <a:srgbClr val="000000"/>
              </a:solidFill>
              <a:latin typeface="Arial"/>
              <a:ea typeface="Arial"/>
              <a:cs typeface="Arial"/>
              <a:sym typeface="Arial"/>
            </a:endParaRPr>
          </a:p>
        </p:txBody>
      </p:sp>
      <p:sp>
        <p:nvSpPr>
          <p:cNvPr id="240" name="Google Shape;240;p38"/>
          <p:cNvSpPr/>
          <p:nvPr/>
        </p:nvSpPr>
        <p:spPr>
          <a:xfrm>
            <a:off x="3443677" y="1129220"/>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Diseases analyzed by researchers</a:t>
            </a:r>
            <a:endParaRPr b="0" i="0" sz="1400" u="none" cap="none" strike="noStrike">
              <a:solidFill>
                <a:srgbClr val="000000"/>
              </a:solidFill>
              <a:latin typeface="Arial"/>
              <a:ea typeface="Arial"/>
              <a:cs typeface="Arial"/>
              <a:sym typeface="Arial"/>
            </a:endParaRPr>
          </a:p>
        </p:txBody>
      </p:sp>
      <p:sp>
        <p:nvSpPr>
          <p:cNvPr id="241" name="Google Shape;241;p38"/>
          <p:cNvSpPr/>
          <p:nvPr/>
        </p:nvSpPr>
        <p:spPr>
          <a:xfrm>
            <a:off x="6041764" y="1129220"/>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7938"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 domain used</a:t>
            </a:r>
            <a:endParaRPr b="0" i="0" sz="1400" u="none" cap="none" strike="noStrike">
              <a:solidFill>
                <a:srgbClr val="000000"/>
              </a:solidFill>
              <a:latin typeface="Arial"/>
              <a:ea typeface="Arial"/>
              <a:cs typeface="Arial"/>
              <a:sym typeface="Arial"/>
            </a:endParaRPr>
          </a:p>
        </p:txBody>
      </p:sp>
      <p:sp>
        <p:nvSpPr>
          <p:cNvPr id="242" name="Google Shape;242;p38"/>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9"/>
          <p:cNvSpPr txBox="1"/>
          <p:nvPr>
            <p:ph type="title"/>
          </p:nvPr>
        </p:nvSpPr>
        <p:spPr>
          <a:xfrm>
            <a:off x="349400" y="285647"/>
            <a:ext cx="8447100" cy="28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Quantifying the Scientific Roadmap in the </a:t>
            </a:r>
            <a:r>
              <a:rPr i="1" lang="en-US"/>
              <a:t>All of Us </a:t>
            </a:r>
            <a:r>
              <a:rPr lang="en-US"/>
              <a:t>Research Program</a:t>
            </a:r>
            <a:r>
              <a:rPr i="1" lang="en-US"/>
              <a:t> </a:t>
            </a:r>
            <a:endParaRPr i="1"/>
          </a:p>
        </p:txBody>
      </p:sp>
      <p:sp>
        <p:nvSpPr>
          <p:cNvPr id="248" name="Google Shape;248;p39"/>
          <p:cNvSpPr/>
          <p:nvPr/>
        </p:nvSpPr>
        <p:spPr>
          <a:xfrm>
            <a:off x="930664" y="1129220"/>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Scientific categories</a:t>
            </a:r>
            <a:endParaRPr b="0" i="0" sz="1400" u="none" cap="none" strike="noStrike">
              <a:solidFill>
                <a:srgbClr val="000000"/>
              </a:solidFill>
              <a:latin typeface="Arial"/>
              <a:ea typeface="Arial"/>
              <a:cs typeface="Arial"/>
              <a:sym typeface="Arial"/>
            </a:endParaRPr>
          </a:p>
        </p:txBody>
      </p:sp>
      <p:sp>
        <p:nvSpPr>
          <p:cNvPr id="249" name="Google Shape;249;p39"/>
          <p:cNvSpPr/>
          <p:nvPr/>
        </p:nvSpPr>
        <p:spPr>
          <a:xfrm>
            <a:off x="3443677" y="1129220"/>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Diseases analyzed by researchers</a:t>
            </a:r>
            <a:endParaRPr b="0" i="0" sz="1400" u="none" cap="none" strike="noStrike">
              <a:solidFill>
                <a:srgbClr val="000000"/>
              </a:solidFill>
              <a:latin typeface="Arial"/>
              <a:ea typeface="Arial"/>
              <a:cs typeface="Arial"/>
              <a:sym typeface="Arial"/>
            </a:endParaRPr>
          </a:p>
        </p:txBody>
      </p:sp>
      <p:sp>
        <p:nvSpPr>
          <p:cNvPr id="250" name="Google Shape;250;p39"/>
          <p:cNvSpPr/>
          <p:nvPr/>
        </p:nvSpPr>
        <p:spPr>
          <a:xfrm>
            <a:off x="6041764" y="1129220"/>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7938"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 domain used</a:t>
            </a:r>
            <a:endParaRPr b="0" i="0" sz="1400" u="none" cap="none" strike="noStrike">
              <a:solidFill>
                <a:srgbClr val="000000"/>
              </a:solidFill>
              <a:latin typeface="Arial"/>
              <a:ea typeface="Arial"/>
              <a:cs typeface="Arial"/>
              <a:sym typeface="Arial"/>
            </a:endParaRPr>
          </a:p>
        </p:txBody>
      </p:sp>
      <p:sp>
        <p:nvSpPr>
          <p:cNvPr id="251" name="Google Shape;251;p39"/>
          <p:cNvSpPr/>
          <p:nvPr/>
        </p:nvSpPr>
        <p:spPr>
          <a:xfrm>
            <a:off x="1283150" y="2409593"/>
            <a:ext cx="2297400" cy="287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Workspace description</a:t>
            </a:r>
            <a:endParaRPr b="0" i="0" sz="1400" u="none" cap="none" strike="noStrike">
              <a:solidFill>
                <a:schemeClr val="lt1"/>
              </a:solidFill>
              <a:latin typeface="Arial"/>
              <a:ea typeface="Arial"/>
              <a:cs typeface="Arial"/>
              <a:sym typeface="Arial"/>
            </a:endParaRPr>
          </a:p>
        </p:txBody>
      </p:sp>
      <p:sp>
        <p:nvSpPr>
          <p:cNvPr id="252" name="Google Shape;252;p39"/>
          <p:cNvSpPr/>
          <p:nvPr/>
        </p:nvSpPr>
        <p:spPr>
          <a:xfrm>
            <a:off x="1283150" y="2662143"/>
            <a:ext cx="22974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Title, intent, and finding</a:t>
            </a:r>
            <a:endParaRPr b="0" i="0" sz="1400" u="none" cap="none" strike="noStrike">
              <a:solidFill>
                <a:srgbClr val="000000"/>
              </a:solidFill>
              <a:latin typeface="Arial"/>
              <a:ea typeface="Arial"/>
              <a:cs typeface="Arial"/>
              <a:sym typeface="Arial"/>
            </a:endParaRPr>
          </a:p>
        </p:txBody>
      </p:sp>
      <p:sp>
        <p:nvSpPr>
          <p:cNvPr id="253" name="Google Shape;253;p39"/>
          <p:cNvSpPr/>
          <p:nvPr/>
        </p:nvSpPr>
        <p:spPr>
          <a:xfrm>
            <a:off x="74959" y="2409593"/>
            <a:ext cx="1089600" cy="4389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 Source</a:t>
            </a:r>
            <a:endParaRPr b="0" i="0" sz="1400" u="none" cap="none" strike="noStrike">
              <a:solidFill>
                <a:srgbClr val="000000"/>
              </a:solidFill>
              <a:latin typeface="Arial"/>
              <a:ea typeface="Arial"/>
              <a:cs typeface="Arial"/>
              <a:sym typeface="Arial"/>
            </a:endParaRPr>
          </a:p>
        </p:txBody>
      </p:sp>
      <p:sp>
        <p:nvSpPr>
          <p:cNvPr id="254" name="Google Shape;254;p39"/>
          <p:cNvSpPr/>
          <p:nvPr/>
        </p:nvSpPr>
        <p:spPr>
          <a:xfrm>
            <a:off x="4112000" y="2687143"/>
            <a:ext cx="13911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Research Purpose</a:t>
            </a:r>
            <a:endParaRPr b="0" i="0" sz="1400" u="none" cap="none" strike="noStrike">
              <a:solidFill>
                <a:srgbClr val="000000"/>
              </a:solidFill>
              <a:latin typeface="Arial"/>
              <a:ea typeface="Arial"/>
              <a:cs typeface="Arial"/>
              <a:sym typeface="Arial"/>
            </a:endParaRPr>
          </a:p>
        </p:txBody>
      </p:sp>
      <p:sp>
        <p:nvSpPr>
          <p:cNvPr id="255" name="Google Shape;255;p39"/>
          <p:cNvSpPr/>
          <p:nvPr/>
        </p:nvSpPr>
        <p:spPr>
          <a:xfrm>
            <a:off x="4112000" y="2400043"/>
            <a:ext cx="4684500" cy="287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Meta Data</a:t>
            </a:r>
            <a:endParaRPr b="0" i="0" sz="1400" u="none" cap="none" strike="noStrike">
              <a:solidFill>
                <a:schemeClr val="lt1"/>
              </a:solidFill>
              <a:latin typeface="Arial"/>
              <a:ea typeface="Arial"/>
              <a:cs typeface="Arial"/>
              <a:sym typeface="Arial"/>
            </a:endParaRPr>
          </a:p>
        </p:txBody>
      </p:sp>
      <p:sp>
        <p:nvSpPr>
          <p:cNvPr id="256" name="Google Shape;256;p39"/>
          <p:cNvSpPr/>
          <p:nvPr/>
        </p:nvSpPr>
        <p:spPr>
          <a:xfrm>
            <a:off x="5503100" y="2687143"/>
            <a:ext cx="16467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Population of interest</a:t>
            </a:r>
            <a:endParaRPr b="0" i="0" sz="1400" u="none" cap="none" strike="noStrike">
              <a:solidFill>
                <a:srgbClr val="000000"/>
              </a:solidFill>
              <a:latin typeface="Arial"/>
              <a:ea typeface="Arial"/>
              <a:cs typeface="Arial"/>
              <a:sym typeface="Arial"/>
            </a:endParaRPr>
          </a:p>
        </p:txBody>
      </p:sp>
      <p:sp>
        <p:nvSpPr>
          <p:cNvPr id="257" name="Google Shape;257;p39"/>
          <p:cNvSpPr/>
          <p:nvPr/>
        </p:nvSpPr>
        <p:spPr>
          <a:xfrm>
            <a:off x="7149800" y="2687143"/>
            <a:ext cx="16467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Cohort Information </a:t>
            </a:r>
            <a:endParaRPr b="0" i="0" sz="1400" u="none" cap="none" strike="noStrike">
              <a:solidFill>
                <a:srgbClr val="000000"/>
              </a:solidFill>
              <a:latin typeface="Arial"/>
              <a:ea typeface="Arial"/>
              <a:cs typeface="Arial"/>
              <a:sym typeface="Arial"/>
            </a:endParaRPr>
          </a:p>
        </p:txBody>
      </p:sp>
      <p:cxnSp>
        <p:nvCxnSpPr>
          <p:cNvPr id="258" name="Google Shape;258;p39"/>
          <p:cNvCxnSpPr>
            <a:stCxn id="248" idx="2"/>
            <a:endCxn id="251" idx="0"/>
          </p:cNvCxnSpPr>
          <p:nvPr/>
        </p:nvCxnSpPr>
        <p:spPr>
          <a:xfrm flipH="1" rot="-5400000">
            <a:off x="1977364" y="1955120"/>
            <a:ext cx="556500" cy="352500"/>
          </a:xfrm>
          <a:prstGeom prst="bentConnector3">
            <a:avLst>
              <a:gd fmla="val 50000" name="adj1"/>
            </a:avLst>
          </a:prstGeom>
          <a:noFill/>
          <a:ln cap="flat" cmpd="sng" w="28575">
            <a:solidFill>
              <a:srgbClr val="231F5F"/>
            </a:solidFill>
            <a:prstDash val="solid"/>
            <a:round/>
            <a:headEnd len="sm" w="sm" type="none"/>
            <a:tailEnd len="med" w="med" type="triangle"/>
          </a:ln>
        </p:spPr>
      </p:cxnSp>
      <p:cxnSp>
        <p:nvCxnSpPr>
          <p:cNvPr id="259" name="Google Shape;259;p39"/>
          <p:cNvCxnSpPr>
            <a:stCxn id="248" idx="2"/>
            <a:endCxn id="255" idx="0"/>
          </p:cNvCxnSpPr>
          <p:nvPr/>
        </p:nvCxnSpPr>
        <p:spPr>
          <a:xfrm flipH="1" rot="-5400000">
            <a:off x="3993364" y="-60880"/>
            <a:ext cx="546900" cy="4374900"/>
          </a:xfrm>
          <a:prstGeom prst="bentConnector3">
            <a:avLst>
              <a:gd fmla="val 50000" name="adj1"/>
            </a:avLst>
          </a:prstGeom>
          <a:noFill/>
          <a:ln cap="flat" cmpd="sng" w="28575">
            <a:solidFill>
              <a:srgbClr val="231F5F"/>
            </a:solidFill>
            <a:prstDash val="solid"/>
            <a:round/>
            <a:headEnd len="sm" w="sm" type="none"/>
            <a:tailEnd len="med" w="med" type="triangle"/>
          </a:ln>
        </p:spPr>
      </p:cxnSp>
      <p:cxnSp>
        <p:nvCxnSpPr>
          <p:cNvPr id="260" name="Google Shape;260;p39"/>
          <p:cNvCxnSpPr/>
          <p:nvPr/>
        </p:nvCxnSpPr>
        <p:spPr>
          <a:xfrm flipH="1">
            <a:off x="2588094" y="1852748"/>
            <a:ext cx="2011800" cy="557700"/>
          </a:xfrm>
          <a:prstGeom prst="bentConnector3">
            <a:avLst>
              <a:gd fmla="val 0" name="adj1"/>
            </a:avLst>
          </a:prstGeom>
          <a:noFill/>
          <a:ln cap="flat" cmpd="sng" w="28575">
            <a:solidFill>
              <a:srgbClr val="1F6AB5"/>
            </a:solidFill>
            <a:prstDash val="solid"/>
            <a:round/>
            <a:headEnd len="sm" w="sm" type="none"/>
            <a:tailEnd len="med" w="med" type="triangle"/>
          </a:ln>
        </p:spPr>
      </p:cxnSp>
      <p:cxnSp>
        <p:nvCxnSpPr>
          <p:cNvPr id="261" name="Google Shape;261;p39"/>
          <p:cNvCxnSpPr>
            <a:stCxn id="249" idx="2"/>
            <a:endCxn id="257" idx="0"/>
          </p:cNvCxnSpPr>
          <p:nvPr/>
        </p:nvCxnSpPr>
        <p:spPr>
          <a:xfrm flipH="1" rot="-5400000">
            <a:off x="5865727" y="579770"/>
            <a:ext cx="834000" cy="3380700"/>
          </a:xfrm>
          <a:prstGeom prst="bentConnector3">
            <a:avLst>
              <a:gd fmla="val 17222" name="adj1"/>
            </a:avLst>
          </a:prstGeom>
          <a:noFill/>
          <a:ln cap="flat" cmpd="sng" w="28575">
            <a:solidFill>
              <a:srgbClr val="1F6AB5"/>
            </a:solidFill>
            <a:prstDash val="solid"/>
            <a:round/>
            <a:headEnd len="sm" w="sm" type="none"/>
            <a:tailEnd len="med" w="med" type="triangle"/>
          </a:ln>
        </p:spPr>
      </p:cxnSp>
      <p:cxnSp>
        <p:nvCxnSpPr>
          <p:cNvPr id="262" name="Google Shape;262;p39"/>
          <p:cNvCxnSpPr>
            <a:stCxn id="250" idx="2"/>
            <a:endCxn id="257" idx="0"/>
          </p:cNvCxnSpPr>
          <p:nvPr/>
        </p:nvCxnSpPr>
        <p:spPr>
          <a:xfrm flipH="1" rot="-5400000">
            <a:off x="7164814" y="1878770"/>
            <a:ext cx="834000" cy="782700"/>
          </a:xfrm>
          <a:prstGeom prst="bentConnector3">
            <a:avLst>
              <a:gd fmla="val 50000" name="adj1"/>
            </a:avLst>
          </a:prstGeom>
          <a:noFill/>
          <a:ln cap="flat" cmpd="sng" w="28575">
            <a:solidFill>
              <a:srgbClr val="5F5F5F"/>
            </a:solidFill>
            <a:prstDash val="solid"/>
            <a:round/>
            <a:headEnd len="sm" w="sm" type="none"/>
            <a:tailEnd len="med" w="med" type="triangle"/>
          </a:ln>
        </p:spPr>
      </p:cxnSp>
      <p:sp>
        <p:nvSpPr>
          <p:cNvPr id="263" name="Google Shape;263;p39"/>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0"/>
          <p:cNvSpPr txBox="1"/>
          <p:nvPr>
            <p:ph type="title"/>
          </p:nvPr>
        </p:nvSpPr>
        <p:spPr>
          <a:xfrm>
            <a:off x="349400" y="285646"/>
            <a:ext cx="8447100" cy="285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Methods - Workspace Inclusion Created 5/29/20 - 3/1/23 </a:t>
            </a:r>
            <a:endParaRPr/>
          </a:p>
        </p:txBody>
      </p:sp>
      <p:sp>
        <p:nvSpPr>
          <p:cNvPr id="269" name="Google Shape;269;p40"/>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pic>
        <p:nvPicPr>
          <p:cNvPr id="270" name="Google Shape;270;p40"/>
          <p:cNvPicPr preferRelativeResize="0"/>
          <p:nvPr/>
        </p:nvPicPr>
        <p:blipFill rotWithShape="1">
          <a:blip r:embed="rId3">
            <a:alphaModFix/>
          </a:blip>
          <a:srcRect b="0" l="0" r="0" t="0"/>
          <a:stretch/>
        </p:blipFill>
        <p:spPr>
          <a:xfrm>
            <a:off x="481532" y="1051400"/>
            <a:ext cx="2999643" cy="2892025"/>
          </a:xfrm>
          <a:prstGeom prst="rect">
            <a:avLst/>
          </a:prstGeom>
          <a:noFill/>
          <a:ln>
            <a:noFill/>
          </a:ln>
        </p:spPr>
      </p:pic>
      <p:sp>
        <p:nvSpPr>
          <p:cNvPr id="271" name="Google Shape;271;p40"/>
          <p:cNvSpPr/>
          <p:nvPr/>
        </p:nvSpPr>
        <p:spPr>
          <a:xfrm>
            <a:off x="4681550" y="966800"/>
            <a:ext cx="1338900" cy="40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3851 Workspaces</a:t>
            </a:r>
            <a:endParaRPr b="0" i="0" sz="10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p:txBody>
      </p:sp>
      <p:sp>
        <p:nvSpPr>
          <p:cNvPr id="272" name="Google Shape;272;p40"/>
          <p:cNvSpPr/>
          <p:nvPr/>
        </p:nvSpPr>
        <p:spPr>
          <a:xfrm>
            <a:off x="4681550" y="1743038"/>
            <a:ext cx="1338900" cy="40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3421 Workspaces</a:t>
            </a:r>
            <a:endParaRPr b="0" i="0" sz="1400" u="none" cap="none" strike="noStrike">
              <a:solidFill>
                <a:srgbClr val="000000"/>
              </a:solidFill>
              <a:latin typeface="Arial"/>
              <a:ea typeface="Arial"/>
              <a:cs typeface="Arial"/>
              <a:sym typeface="Arial"/>
            </a:endParaRPr>
          </a:p>
        </p:txBody>
      </p:sp>
      <p:sp>
        <p:nvSpPr>
          <p:cNvPr id="273" name="Google Shape;273;p40"/>
          <p:cNvSpPr/>
          <p:nvPr/>
        </p:nvSpPr>
        <p:spPr>
          <a:xfrm>
            <a:off x="4681550" y="2519263"/>
            <a:ext cx="1338900" cy="40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3409 Workspaces</a:t>
            </a:r>
            <a:endParaRPr b="0" i="0" sz="1400" u="none" cap="none" strike="noStrike">
              <a:solidFill>
                <a:srgbClr val="000000"/>
              </a:solidFill>
              <a:latin typeface="Arial"/>
              <a:ea typeface="Arial"/>
              <a:cs typeface="Arial"/>
              <a:sym typeface="Arial"/>
            </a:endParaRPr>
          </a:p>
        </p:txBody>
      </p:sp>
      <p:sp>
        <p:nvSpPr>
          <p:cNvPr id="274" name="Google Shape;274;p40"/>
          <p:cNvSpPr/>
          <p:nvPr/>
        </p:nvSpPr>
        <p:spPr>
          <a:xfrm>
            <a:off x="6570200" y="1261500"/>
            <a:ext cx="1533600" cy="5076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Operational workspaces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430</a:t>
            </a:r>
            <a:endParaRPr b="0" i="0" sz="1000" u="none" cap="none" strike="noStrike">
              <a:solidFill>
                <a:srgbClr val="000000"/>
              </a:solidFill>
              <a:latin typeface="Arial"/>
              <a:ea typeface="Arial"/>
              <a:cs typeface="Arial"/>
              <a:sym typeface="Arial"/>
            </a:endParaRPr>
          </a:p>
        </p:txBody>
      </p:sp>
      <p:sp>
        <p:nvSpPr>
          <p:cNvPr id="275" name="Google Shape;275;p40"/>
          <p:cNvSpPr/>
          <p:nvPr/>
        </p:nvSpPr>
        <p:spPr>
          <a:xfrm>
            <a:off x="6584925" y="2756551"/>
            <a:ext cx="1533600" cy="7356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Duplicated workspaces: </a:t>
            </a:r>
            <a:r>
              <a:rPr b="0" i="0" lang="en-US" sz="1050" u="none" cap="none" strike="noStrike">
                <a:solidFill>
                  <a:srgbClr val="000000"/>
                </a:solidFill>
                <a:latin typeface="Arial"/>
                <a:ea typeface="Arial"/>
                <a:cs typeface="Arial"/>
                <a:sym typeface="Arial"/>
              </a:rPr>
              <a:t>454</a:t>
            </a:r>
            <a:endParaRPr b="0" i="0" sz="1000" u="none" cap="none" strike="noStrike">
              <a:solidFill>
                <a:srgbClr val="000000"/>
              </a:solidFill>
              <a:latin typeface="Arial"/>
              <a:ea typeface="Arial"/>
              <a:cs typeface="Arial"/>
              <a:sym typeface="Arial"/>
            </a:endParaRPr>
          </a:p>
          <a:p>
            <a:pPr indent="-45720" lvl="0" marL="45720" marR="0" rtl="0" algn="l">
              <a:lnSpc>
                <a:spcPct val="100000"/>
              </a:lnSpc>
              <a:spcBef>
                <a:spcPts val="0"/>
              </a:spcBef>
              <a:spcAft>
                <a:spcPts val="0"/>
              </a:spcAft>
              <a:buClr>
                <a:srgbClr val="000000"/>
              </a:buClr>
              <a:buSzPts val="1000"/>
              <a:buFont typeface="Arial"/>
              <a:buChar char="●"/>
            </a:pPr>
            <a:r>
              <a:rPr b="0" i="0" lang="en-US" sz="1000" u="none" cap="none" strike="noStrike">
                <a:solidFill>
                  <a:srgbClr val="000000"/>
                </a:solidFill>
                <a:latin typeface="Arial"/>
                <a:ea typeface="Arial"/>
                <a:cs typeface="Arial"/>
                <a:sym typeface="Arial"/>
              </a:rPr>
              <a:t>Identified by Program</a:t>
            </a:r>
            <a:endParaRPr b="0" i="0" sz="1000" u="none" cap="none" strike="noStrike">
              <a:solidFill>
                <a:srgbClr val="000000"/>
              </a:solidFill>
              <a:latin typeface="Arial"/>
              <a:ea typeface="Arial"/>
              <a:cs typeface="Arial"/>
              <a:sym typeface="Arial"/>
            </a:endParaRPr>
          </a:p>
          <a:p>
            <a:pPr indent="-45720" lvl="0" marL="45720" marR="0" rtl="0" algn="l">
              <a:lnSpc>
                <a:spcPct val="100000"/>
              </a:lnSpc>
              <a:spcBef>
                <a:spcPts val="0"/>
              </a:spcBef>
              <a:spcAft>
                <a:spcPts val="0"/>
              </a:spcAft>
              <a:buClr>
                <a:srgbClr val="000000"/>
              </a:buClr>
              <a:buSzPts val="1000"/>
              <a:buFont typeface="Arial"/>
              <a:buChar char="●"/>
            </a:pPr>
            <a:r>
              <a:rPr b="0" i="0" lang="en-US" sz="1000" u="none" cap="none" strike="noStrike">
                <a:solidFill>
                  <a:srgbClr val="000000"/>
                </a:solidFill>
                <a:latin typeface="Arial"/>
                <a:ea typeface="Arial"/>
                <a:cs typeface="Arial"/>
                <a:sym typeface="Arial"/>
              </a:rPr>
              <a:t>Duplicated word</a:t>
            </a:r>
            <a:endParaRPr b="0" i="0" sz="1000" u="none" cap="none" strike="noStrike">
              <a:solidFill>
                <a:srgbClr val="000000"/>
              </a:solidFill>
              <a:latin typeface="Arial"/>
              <a:ea typeface="Arial"/>
              <a:cs typeface="Arial"/>
              <a:sym typeface="Arial"/>
            </a:endParaRPr>
          </a:p>
        </p:txBody>
      </p:sp>
      <p:sp>
        <p:nvSpPr>
          <p:cNvPr id="276" name="Google Shape;276;p40"/>
          <p:cNvSpPr/>
          <p:nvPr/>
        </p:nvSpPr>
        <p:spPr>
          <a:xfrm>
            <a:off x="6570200" y="2085525"/>
            <a:ext cx="1533600" cy="4053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Inactive workspaces 12</a:t>
            </a:r>
            <a:endParaRPr b="0" i="0" sz="1000" u="none" cap="none" strike="noStrike">
              <a:solidFill>
                <a:srgbClr val="000000"/>
              </a:solidFill>
              <a:latin typeface="Arial"/>
              <a:ea typeface="Arial"/>
              <a:cs typeface="Arial"/>
              <a:sym typeface="Arial"/>
            </a:endParaRPr>
          </a:p>
        </p:txBody>
      </p:sp>
      <p:sp>
        <p:nvSpPr>
          <p:cNvPr id="277" name="Google Shape;277;p40"/>
          <p:cNvSpPr/>
          <p:nvPr/>
        </p:nvSpPr>
        <p:spPr>
          <a:xfrm>
            <a:off x="6584925" y="3614150"/>
            <a:ext cx="1533600" cy="5076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Test, Featured workspaces, excluded: 26</a:t>
            </a:r>
            <a:endParaRPr b="0" i="0" sz="1000" u="none" cap="none" strike="noStrike">
              <a:solidFill>
                <a:srgbClr val="000000"/>
              </a:solidFill>
              <a:latin typeface="Arial"/>
              <a:ea typeface="Arial"/>
              <a:cs typeface="Arial"/>
              <a:sym typeface="Arial"/>
            </a:endParaRPr>
          </a:p>
        </p:txBody>
      </p:sp>
      <p:sp>
        <p:nvSpPr>
          <p:cNvPr id="278" name="Google Shape;278;p40"/>
          <p:cNvSpPr/>
          <p:nvPr/>
        </p:nvSpPr>
        <p:spPr>
          <a:xfrm>
            <a:off x="4681538" y="3295500"/>
            <a:ext cx="1338900" cy="40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2955 Workspaces</a:t>
            </a:r>
            <a:endParaRPr b="0" i="0" sz="1400" u="none" cap="none" strike="noStrike">
              <a:solidFill>
                <a:srgbClr val="000000"/>
              </a:solidFill>
              <a:latin typeface="Arial"/>
              <a:ea typeface="Arial"/>
              <a:cs typeface="Arial"/>
              <a:sym typeface="Arial"/>
            </a:endParaRPr>
          </a:p>
        </p:txBody>
      </p:sp>
      <p:sp>
        <p:nvSpPr>
          <p:cNvPr id="279" name="Google Shape;279;p40"/>
          <p:cNvSpPr/>
          <p:nvPr/>
        </p:nvSpPr>
        <p:spPr>
          <a:xfrm>
            <a:off x="4681538" y="4053400"/>
            <a:ext cx="1338900" cy="40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2981 Workspaces</a:t>
            </a:r>
            <a:endParaRPr b="0" i="0" sz="1400" u="none" cap="none" strike="noStrike">
              <a:solidFill>
                <a:srgbClr val="000000"/>
              </a:solidFill>
              <a:latin typeface="Arial"/>
              <a:ea typeface="Arial"/>
              <a:cs typeface="Arial"/>
              <a:sym typeface="Arial"/>
            </a:endParaRPr>
          </a:p>
        </p:txBody>
      </p:sp>
      <p:cxnSp>
        <p:nvCxnSpPr>
          <p:cNvPr id="280" name="Google Shape;280;p40"/>
          <p:cNvCxnSpPr>
            <a:stCxn id="271" idx="2"/>
            <a:endCxn id="272" idx="0"/>
          </p:cNvCxnSpPr>
          <p:nvPr/>
        </p:nvCxnSpPr>
        <p:spPr>
          <a:xfrm>
            <a:off x="5351000" y="1372100"/>
            <a:ext cx="0" cy="370800"/>
          </a:xfrm>
          <a:prstGeom prst="straightConnector1">
            <a:avLst/>
          </a:prstGeom>
          <a:noFill/>
          <a:ln cap="flat" cmpd="sng" w="9525">
            <a:solidFill>
              <a:schemeClr val="dk2"/>
            </a:solidFill>
            <a:prstDash val="solid"/>
            <a:round/>
            <a:headEnd len="sm" w="sm" type="none"/>
            <a:tailEnd len="med" w="med" type="triangle"/>
          </a:ln>
        </p:spPr>
      </p:cxnSp>
      <p:cxnSp>
        <p:nvCxnSpPr>
          <p:cNvPr id="281" name="Google Shape;281;p40"/>
          <p:cNvCxnSpPr/>
          <p:nvPr/>
        </p:nvCxnSpPr>
        <p:spPr>
          <a:xfrm>
            <a:off x="5351000" y="2148400"/>
            <a:ext cx="0" cy="370800"/>
          </a:xfrm>
          <a:prstGeom prst="straightConnector1">
            <a:avLst/>
          </a:prstGeom>
          <a:noFill/>
          <a:ln cap="flat" cmpd="sng" w="9525">
            <a:solidFill>
              <a:schemeClr val="dk2"/>
            </a:solidFill>
            <a:prstDash val="solid"/>
            <a:round/>
            <a:headEnd len="sm" w="sm" type="none"/>
            <a:tailEnd len="med" w="med" type="triangle"/>
          </a:ln>
        </p:spPr>
      </p:cxnSp>
      <p:cxnSp>
        <p:nvCxnSpPr>
          <p:cNvPr id="282" name="Google Shape;282;p40"/>
          <p:cNvCxnSpPr/>
          <p:nvPr/>
        </p:nvCxnSpPr>
        <p:spPr>
          <a:xfrm>
            <a:off x="5351000" y="2915475"/>
            <a:ext cx="0" cy="370800"/>
          </a:xfrm>
          <a:prstGeom prst="straightConnector1">
            <a:avLst/>
          </a:prstGeom>
          <a:noFill/>
          <a:ln cap="flat" cmpd="sng" w="9525">
            <a:solidFill>
              <a:schemeClr val="dk2"/>
            </a:solidFill>
            <a:prstDash val="solid"/>
            <a:round/>
            <a:headEnd len="sm" w="sm" type="none"/>
            <a:tailEnd len="med" w="med" type="triangle"/>
          </a:ln>
        </p:spPr>
      </p:cxnSp>
      <p:cxnSp>
        <p:nvCxnSpPr>
          <p:cNvPr id="283" name="Google Shape;283;p40"/>
          <p:cNvCxnSpPr/>
          <p:nvPr/>
        </p:nvCxnSpPr>
        <p:spPr>
          <a:xfrm>
            <a:off x="5351000" y="3682550"/>
            <a:ext cx="0" cy="370800"/>
          </a:xfrm>
          <a:prstGeom prst="straightConnector1">
            <a:avLst/>
          </a:prstGeom>
          <a:noFill/>
          <a:ln cap="flat" cmpd="sng" w="9525">
            <a:solidFill>
              <a:schemeClr val="dk2"/>
            </a:solidFill>
            <a:prstDash val="solid"/>
            <a:round/>
            <a:headEnd len="sm" w="sm" type="none"/>
            <a:tailEnd len="med" w="med" type="triangle"/>
          </a:ln>
        </p:spPr>
      </p:cxnSp>
      <p:cxnSp>
        <p:nvCxnSpPr>
          <p:cNvPr id="284" name="Google Shape;284;p40"/>
          <p:cNvCxnSpPr/>
          <p:nvPr/>
        </p:nvCxnSpPr>
        <p:spPr>
          <a:xfrm>
            <a:off x="5345000" y="1515300"/>
            <a:ext cx="1225200" cy="6600"/>
          </a:xfrm>
          <a:prstGeom prst="straightConnector1">
            <a:avLst/>
          </a:prstGeom>
          <a:noFill/>
          <a:ln cap="flat" cmpd="sng" w="9525">
            <a:solidFill>
              <a:schemeClr val="dk2"/>
            </a:solidFill>
            <a:prstDash val="solid"/>
            <a:round/>
            <a:headEnd len="sm" w="sm" type="none"/>
            <a:tailEnd len="med" w="med" type="triangle"/>
          </a:ln>
        </p:spPr>
      </p:cxnSp>
      <p:cxnSp>
        <p:nvCxnSpPr>
          <p:cNvPr id="285" name="Google Shape;285;p40"/>
          <p:cNvCxnSpPr/>
          <p:nvPr/>
        </p:nvCxnSpPr>
        <p:spPr>
          <a:xfrm>
            <a:off x="5345000" y="2330513"/>
            <a:ext cx="1225200" cy="6600"/>
          </a:xfrm>
          <a:prstGeom prst="straightConnector1">
            <a:avLst/>
          </a:prstGeom>
          <a:noFill/>
          <a:ln cap="flat" cmpd="sng" w="9525">
            <a:solidFill>
              <a:schemeClr val="dk2"/>
            </a:solidFill>
            <a:prstDash val="solid"/>
            <a:round/>
            <a:headEnd len="sm" w="sm" type="none"/>
            <a:tailEnd len="med" w="med" type="triangle"/>
          </a:ln>
        </p:spPr>
      </p:cxnSp>
      <p:cxnSp>
        <p:nvCxnSpPr>
          <p:cNvPr id="286" name="Google Shape;286;p40"/>
          <p:cNvCxnSpPr/>
          <p:nvPr/>
        </p:nvCxnSpPr>
        <p:spPr>
          <a:xfrm>
            <a:off x="5351000" y="3106738"/>
            <a:ext cx="1225200" cy="6600"/>
          </a:xfrm>
          <a:prstGeom prst="straightConnector1">
            <a:avLst/>
          </a:prstGeom>
          <a:noFill/>
          <a:ln cap="flat" cmpd="sng" w="9525">
            <a:solidFill>
              <a:schemeClr val="dk2"/>
            </a:solidFill>
            <a:prstDash val="solid"/>
            <a:round/>
            <a:headEnd len="sm" w="sm" type="none"/>
            <a:tailEnd len="med" w="med" type="triangle"/>
          </a:ln>
        </p:spPr>
      </p:cxnSp>
      <p:cxnSp>
        <p:nvCxnSpPr>
          <p:cNvPr id="287" name="Google Shape;287;p40"/>
          <p:cNvCxnSpPr/>
          <p:nvPr/>
        </p:nvCxnSpPr>
        <p:spPr>
          <a:xfrm>
            <a:off x="5351000" y="3873800"/>
            <a:ext cx="1225200" cy="6600"/>
          </a:xfrm>
          <a:prstGeom prst="straightConnector1">
            <a:avLst/>
          </a:prstGeom>
          <a:noFill/>
          <a:ln cap="flat" cmpd="sng" w="9525">
            <a:solidFill>
              <a:schemeClr val="dk2"/>
            </a:solidFill>
            <a:prstDash val="solid"/>
            <a:round/>
            <a:headEnd len="sm" w="sm" type="none"/>
            <a:tailEnd len="med" w="med" type="triangle"/>
          </a:ln>
        </p:spPr>
      </p:cxnSp>
      <p:sp>
        <p:nvSpPr>
          <p:cNvPr id="288" name="Google Shape;288;p40"/>
          <p:cNvSpPr txBox="1"/>
          <p:nvPr/>
        </p:nvSpPr>
        <p:spPr>
          <a:xfrm>
            <a:off x="6667550" y="942900"/>
            <a:ext cx="13389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Exclusions</a:t>
            </a:r>
            <a:endParaRPr b="0" i="0" sz="1300" u="none" cap="none" strike="noStrike">
              <a:solidFill>
                <a:srgbClr val="000000"/>
              </a:solidFill>
              <a:latin typeface="Arial"/>
              <a:ea typeface="Arial"/>
              <a:cs typeface="Arial"/>
              <a:sym typeface="Arial"/>
            </a:endParaRPr>
          </a:p>
        </p:txBody>
      </p:sp>
      <p:sp>
        <p:nvSpPr>
          <p:cNvPr id="289" name="Google Shape;289;p40"/>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1"/>
          <p:cNvSpPr txBox="1"/>
          <p:nvPr>
            <p:ph type="title"/>
          </p:nvPr>
        </p:nvSpPr>
        <p:spPr>
          <a:xfrm>
            <a:off x="339879" y="1568033"/>
            <a:ext cx="8457600" cy="2092200"/>
          </a:xfrm>
          <a:prstGeom prst="rect">
            <a:avLst/>
          </a:prstGeom>
          <a:noFill/>
          <a:ln>
            <a:noFill/>
          </a:ln>
        </p:spPr>
        <p:txBody>
          <a:bodyPr anchorCtr="0" anchor="b" bIns="0" lIns="0" spcFirstLastPara="1" rIns="0" wrap="square" tIns="0">
            <a:noAutofit/>
          </a:bodyPr>
          <a:lstStyle/>
          <a:p>
            <a:pPr indent="0" lvl="0" marL="0" rtl="0" algn="l">
              <a:lnSpc>
                <a:spcPct val="114000"/>
              </a:lnSpc>
              <a:spcBef>
                <a:spcPts val="0"/>
              </a:spcBef>
              <a:spcAft>
                <a:spcPts val="0"/>
              </a:spcAft>
              <a:buSzPts val="2700"/>
              <a:buNone/>
            </a:pPr>
            <a:r>
              <a:rPr lang="en-US"/>
              <a:t>Identifying Scientific Categories</a:t>
            </a:r>
            <a:endParaRPr/>
          </a:p>
        </p:txBody>
      </p:sp>
      <p:sp>
        <p:nvSpPr>
          <p:cNvPr id="295" name="Google Shape;295;p41"/>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2"/>
          <p:cNvSpPr txBox="1"/>
          <p:nvPr>
            <p:ph type="title"/>
          </p:nvPr>
        </p:nvSpPr>
        <p:spPr>
          <a:xfrm>
            <a:off x="349400" y="285646"/>
            <a:ext cx="8447100" cy="285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Identifying Scientific Categories in Workspaces</a:t>
            </a:r>
            <a:endParaRPr/>
          </a:p>
        </p:txBody>
      </p:sp>
      <p:sp>
        <p:nvSpPr>
          <p:cNvPr id="301" name="Google Shape;301;p42"/>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sp>
        <p:nvSpPr>
          <p:cNvPr id="302" name="Google Shape;302;p42"/>
          <p:cNvSpPr/>
          <p:nvPr/>
        </p:nvSpPr>
        <p:spPr>
          <a:xfrm>
            <a:off x="1515125" y="789550"/>
            <a:ext cx="2297400" cy="287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Free Text</a:t>
            </a:r>
            <a:endParaRPr b="0" i="0" sz="1400" u="none" cap="none" strike="noStrike">
              <a:solidFill>
                <a:schemeClr val="lt1"/>
              </a:solidFill>
              <a:latin typeface="Arial"/>
              <a:ea typeface="Arial"/>
              <a:cs typeface="Arial"/>
              <a:sym typeface="Arial"/>
            </a:endParaRPr>
          </a:p>
        </p:txBody>
      </p:sp>
      <p:sp>
        <p:nvSpPr>
          <p:cNvPr id="303" name="Google Shape;303;p42"/>
          <p:cNvSpPr/>
          <p:nvPr/>
        </p:nvSpPr>
        <p:spPr>
          <a:xfrm>
            <a:off x="1515125" y="1042100"/>
            <a:ext cx="22974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Title, intent, and finding</a:t>
            </a:r>
            <a:endParaRPr b="0" i="0" sz="1400" u="none" cap="none" strike="noStrike">
              <a:solidFill>
                <a:srgbClr val="000000"/>
              </a:solidFill>
              <a:latin typeface="Arial"/>
              <a:ea typeface="Arial"/>
              <a:cs typeface="Arial"/>
              <a:sym typeface="Arial"/>
            </a:endParaRPr>
          </a:p>
        </p:txBody>
      </p:sp>
      <p:sp>
        <p:nvSpPr>
          <p:cNvPr id="304" name="Google Shape;304;p42"/>
          <p:cNvSpPr/>
          <p:nvPr/>
        </p:nvSpPr>
        <p:spPr>
          <a:xfrm>
            <a:off x="347075" y="1042100"/>
            <a:ext cx="1089600" cy="4389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Source</a:t>
            </a:r>
            <a:endParaRPr b="0" i="0" sz="1400" u="none" cap="none" strike="noStrike">
              <a:solidFill>
                <a:srgbClr val="000000"/>
              </a:solidFill>
              <a:latin typeface="Arial"/>
              <a:ea typeface="Arial"/>
              <a:cs typeface="Arial"/>
              <a:sym typeface="Arial"/>
            </a:endParaRPr>
          </a:p>
        </p:txBody>
      </p:sp>
      <p:sp>
        <p:nvSpPr>
          <p:cNvPr id="305" name="Google Shape;305;p42"/>
          <p:cNvSpPr/>
          <p:nvPr/>
        </p:nvSpPr>
        <p:spPr>
          <a:xfrm>
            <a:off x="4343975" y="1067100"/>
            <a:ext cx="16890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Research Purpose</a:t>
            </a:r>
            <a:endParaRPr b="0" i="0" sz="1400" u="none" cap="none" strike="noStrike">
              <a:solidFill>
                <a:srgbClr val="000000"/>
              </a:solidFill>
              <a:latin typeface="Arial"/>
              <a:ea typeface="Arial"/>
              <a:cs typeface="Arial"/>
              <a:sym typeface="Arial"/>
            </a:endParaRPr>
          </a:p>
        </p:txBody>
      </p:sp>
      <p:sp>
        <p:nvSpPr>
          <p:cNvPr id="306" name="Google Shape;306;p42"/>
          <p:cNvSpPr/>
          <p:nvPr/>
        </p:nvSpPr>
        <p:spPr>
          <a:xfrm>
            <a:off x="4343975" y="780000"/>
            <a:ext cx="3380700" cy="287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Meta Data</a:t>
            </a:r>
            <a:endParaRPr b="0" i="0" sz="1400" u="none" cap="none" strike="noStrike">
              <a:solidFill>
                <a:schemeClr val="lt1"/>
              </a:solidFill>
              <a:latin typeface="Arial"/>
              <a:ea typeface="Arial"/>
              <a:cs typeface="Arial"/>
              <a:sym typeface="Arial"/>
            </a:endParaRPr>
          </a:p>
        </p:txBody>
      </p:sp>
      <p:sp>
        <p:nvSpPr>
          <p:cNvPr id="307" name="Google Shape;307;p42"/>
          <p:cNvSpPr/>
          <p:nvPr/>
        </p:nvSpPr>
        <p:spPr>
          <a:xfrm>
            <a:off x="6033075" y="1067100"/>
            <a:ext cx="16917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Population of interest</a:t>
            </a:r>
            <a:endParaRPr b="0" i="0" sz="1400" u="none" cap="none" strike="noStrike">
              <a:solidFill>
                <a:srgbClr val="000000"/>
              </a:solidFill>
              <a:latin typeface="Arial"/>
              <a:ea typeface="Arial"/>
              <a:cs typeface="Arial"/>
              <a:sym typeface="Arial"/>
            </a:endParaRPr>
          </a:p>
        </p:txBody>
      </p:sp>
      <p:sp>
        <p:nvSpPr>
          <p:cNvPr id="308" name="Google Shape;308;p42"/>
          <p:cNvSpPr/>
          <p:nvPr/>
        </p:nvSpPr>
        <p:spPr>
          <a:xfrm>
            <a:off x="341600" y="1574276"/>
            <a:ext cx="1089600" cy="4389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Extraction</a:t>
            </a:r>
            <a:endParaRPr b="0" i="0" sz="1400" u="none" cap="none" strike="noStrike">
              <a:solidFill>
                <a:srgbClr val="000000"/>
              </a:solidFill>
              <a:latin typeface="Arial"/>
              <a:ea typeface="Arial"/>
              <a:cs typeface="Arial"/>
              <a:sym typeface="Arial"/>
            </a:endParaRPr>
          </a:p>
        </p:txBody>
      </p:sp>
      <p:sp>
        <p:nvSpPr>
          <p:cNvPr id="309" name="Google Shape;309;p42"/>
          <p:cNvSpPr/>
          <p:nvPr/>
        </p:nvSpPr>
        <p:spPr>
          <a:xfrm>
            <a:off x="1515425" y="1574276"/>
            <a:ext cx="2297400" cy="301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Identified scientific categories using keywords existence.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US" sz="1300" u="sng" cap="none" strike="noStrike">
                <a:solidFill>
                  <a:schemeClr val="hlink"/>
                </a:solidFill>
                <a:latin typeface="Arial"/>
                <a:ea typeface="Arial"/>
                <a:cs typeface="Arial"/>
                <a:sym typeface="Arial"/>
                <a:hlinkClick r:id="rId3"/>
              </a:rPr>
              <a:t>Keywords based</a:t>
            </a:r>
            <a:r>
              <a:rPr b="0" i="0" lang="en-US" sz="1300" u="none" cap="none" strike="noStrike">
                <a:solidFill>
                  <a:srgbClr val="000000"/>
                </a:solidFill>
                <a:latin typeface="Arial"/>
                <a:ea typeface="Arial"/>
                <a:cs typeface="Arial"/>
                <a:sym typeface="Arial"/>
              </a:rPr>
              <a:t> on A-Z lists of research topics/health conditions</a:t>
            </a:r>
            <a:endParaRPr b="0" i="0" sz="1300" u="none" cap="none" strike="noStrike">
              <a:solidFill>
                <a:srgbClr val="000000"/>
              </a:solidFill>
              <a:latin typeface="Arial"/>
              <a:ea typeface="Arial"/>
              <a:cs typeface="Arial"/>
              <a:sym typeface="Arial"/>
            </a:endParaRPr>
          </a:p>
          <a:p>
            <a:pPr indent="-128270" lvl="0" marL="164592" marR="0" rtl="0" algn="l">
              <a:lnSpc>
                <a:spcPct val="100000"/>
              </a:lnSpc>
              <a:spcBef>
                <a:spcPts val="0"/>
              </a:spcBef>
              <a:spcAft>
                <a:spcPts val="0"/>
              </a:spcAft>
              <a:buClr>
                <a:srgbClr val="000000"/>
              </a:buClr>
              <a:buSzPts val="1300"/>
              <a:buFont typeface="Arial"/>
              <a:buChar char="●"/>
            </a:pPr>
            <a:r>
              <a:rPr b="0" i="0" lang="en-US" sz="1300" u="none" cap="none" strike="noStrike">
                <a:solidFill>
                  <a:srgbClr val="000000"/>
                </a:solidFill>
                <a:latin typeface="Arial"/>
                <a:ea typeface="Arial"/>
                <a:cs typeface="Arial"/>
                <a:sym typeface="Arial"/>
              </a:rPr>
              <a:t>Applicable NIH center/institute websites</a:t>
            </a:r>
            <a:endParaRPr b="0" i="0" sz="1300" u="none" cap="none" strike="noStrike">
              <a:solidFill>
                <a:srgbClr val="000000"/>
              </a:solidFill>
              <a:latin typeface="Arial"/>
              <a:ea typeface="Arial"/>
              <a:cs typeface="Arial"/>
              <a:sym typeface="Arial"/>
            </a:endParaRPr>
          </a:p>
          <a:p>
            <a:pPr indent="-128270" lvl="0" marL="164592" marR="0" rtl="0" algn="l">
              <a:lnSpc>
                <a:spcPct val="100000"/>
              </a:lnSpc>
              <a:spcBef>
                <a:spcPts val="0"/>
              </a:spcBef>
              <a:spcAft>
                <a:spcPts val="0"/>
              </a:spcAft>
              <a:buClr>
                <a:srgbClr val="000000"/>
              </a:buClr>
              <a:buSzPts val="1300"/>
              <a:buFont typeface="Arial"/>
              <a:buChar char="●"/>
            </a:pPr>
            <a:r>
              <a:rPr b="0" i="0" lang="en-US" sz="1300" u="none" cap="none" strike="noStrike">
                <a:solidFill>
                  <a:srgbClr val="000000"/>
                </a:solidFill>
                <a:latin typeface="Arial"/>
                <a:ea typeface="Arial"/>
                <a:cs typeface="Arial"/>
                <a:sym typeface="Arial"/>
              </a:rPr>
              <a:t>Medline Plus</a:t>
            </a:r>
            <a:endParaRPr b="0" i="0" sz="1300" u="none" cap="none" strike="noStrike">
              <a:solidFill>
                <a:srgbClr val="000000"/>
              </a:solidFill>
              <a:latin typeface="Arial"/>
              <a:ea typeface="Arial"/>
              <a:cs typeface="Arial"/>
              <a:sym typeface="Arial"/>
            </a:endParaRPr>
          </a:p>
          <a:p>
            <a:pPr indent="-128270" lvl="0" marL="164592" marR="0" rtl="0" algn="l">
              <a:lnSpc>
                <a:spcPct val="100000"/>
              </a:lnSpc>
              <a:spcBef>
                <a:spcPts val="0"/>
              </a:spcBef>
              <a:spcAft>
                <a:spcPts val="0"/>
              </a:spcAft>
              <a:buClr>
                <a:srgbClr val="000000"/>
              </a:buClr>
              <a:buSzPts val="1300"/>
              <a:buFont typeface="Arial"/>
              <a:buChar char="●"/>
            </a:pPr>
            <a:r>
              <a:rPr b="0" i="0" lang="en-US" sz="1300" u="none" cap="none" strike="noStrike">
                <a:solidFill>
                  <a:srgbClr val="000000"/>
                </a:solidFill>
                <a:latin typeface="Arial"/>
                <a:ea typeface="Arial"/>
                <a:cs typeface="Arial"/>
                <a:sym typeface="Arial"/>
              </a:rPr>
              <a:t>MeSH Browser</a:t>
            </a:r>
            <a:endParaRPr b="0" i="0" sz="1300" u="none" cap="none" strike="noStrike">
              <a:solidFill>
                <a:srgbClr val="000000"/>
              </a:solidFill>
              <a:latin typeface="Arial"/>
              <a:ea typeface="Arial"/>
              <a:cs typeface="Arial"/>
              <a:sym typeface="Arial"/>
            </a:endParaRPr>
          </a:p>
          <a:p>
            <a:pPr indent="-128270" lvl="0" marL="164592" marR="0" rtl="0" algn="l">
              <a:lnSpc>
                <a:spcPct val="100000"/>
              </a:lnSpc>
              <a:spcBef>
                <a:spcPts val="0"/>
              </a:spcBef>
              <a:spcAft>
                <a:spcPts val="0"/>
              </a:spcAft>
              <a:buClr>
                <a:srgbClr val="000000"/>
              </a:buClr>
              <a:buSzPts val="1300"/>
              <a:buFont typeface="Arial"/>
              <a:buChar char="●"/>
            </a:pPr>
            <a:r>
              <a:rPr b="0" i="0" lang="en-US" sz="1300" u="none" cap="none" strike="noStrike">
                <a:solidFill>
                  <a:srgbClr val="000000"/>
                </a:solidFill>
                <a:latin typeface="Arial"/>
                <a:ea typeface="Arial"/>
                <a:cs typeface="Arial"/>
                <a:sym typeface="Arial"/>
              </a:rPr>
              <a:t>Informal evidence scans to identify additional common research topics/health condition trends</a:t>
            </a:r>
            <a:endParaRPr b="0" i="0" sz="1200" u="none" cap="none" strike="noStrike">
              <a:solidFill>
                <a:srgbClr val="000000"/>
              </a:solidFill>
              <a:latin typeface="Arial"/>
              <a:ea typeface="Arial"/>
              <a:cs typeface="Arial"/>
              <a:sym typeface="Arial"/>
            </a:endParaRPr>
          </a:p>
        </p:txBody>
      </p:sp>
      <p:sp>
        <p:nvSpPr>
          <p:cNvPr id="310" name="Google Shape;310;p42"/>
          <p:cNvSpPr/>
          <p:nvPr/>
        </p:nvSpPr>
        <p:spPr>
          <a:xfrm>
            <a:off x="4344125" y="1574276"/>
            <a:ext cx="1689000" cy="30153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100584" lvl="0" marL="100584" marR="0" rtl="0" algn="l">
              <a:lnSpc>
                <a:spcPct val="100000"/>
              </a:lnSpc>
              <a:spcBef>
                <a:spcPts val="0"/>
              </a:spcBef>
              <a:spcAft>
                <a:spcPts val="0"/>
              </a:spcAft>
              <a:buClr>
                <a:srgbClr val="000000"/>
              </a:buClr>
              <a:buSzPts val="1300"/>
              <a:buFont typeface="Arial"/>
              <a:buChar char="●"/>
            </a:pPr>
            <a:r>
              <a:rPr b="0" i="0" lang="en-US" sz="1300" u="none" cap="none" strike="noStrike">
                <a:solidFill>
                  <a:srgbClr val="000000"/>
                </a:solidFill>
                <a:latin typeface="Arial"/>
                <a:ea typeface="Arial"/>
                <a:cs typeface="Arial"/>
                <a:sym typeface="Arial"/>
              </a:rPr>
              <a:t>Genetic Research→ Genetics &amp; Biology</a:t>
            </a:r>
            <a:endParaRPr b="0" i="0" sz="1300" u="none" cap="none" strike="noStrike">
              <a:solidFill>
                <a:srgbClr val="000000"/>
              </a:solidFill>
              <a:latin typeface="Arial"/>
              <a:ea typeface="Arial"/>
              <a:cs typeface="Arial"/>
              <a:sym typeface="Arial"/>
            </a:endParaRPr>
          </a:p>
          <a:p>
            <a:pPr indent="-100584" lvl="0" marL="100584" marR="0" rtl="0" algn="l">
              <a:lnSpc>
                <a:spcPct val="100000"/>
              </a:lnSpc>
              <a:spcBef>
                <a:spcPts val="0"/>
              </a:spcBef>
              <a:spcAft>
                <a:spcPts val="0"/>
              </a:spcAft>
              <a:buClr>
                <a:srgbClr val="000000"/>
              </a:buClr>
              <a:buSzPts val="1300"/>
              <a:buFont typeface="Arial"/>
              <a:buChar char="●"/>
            </a:pPr>
            <a:r>
              <a:rPr b="0" i="0" lang="en-US" sz="1300" u="none" cap="none" strike="noStrike">
                <a:solidFill>
                  <a:srgbClr val="000000"/>
                </a:solidFill>
                <a:latin typeface="Arial"/>
                <a:ea typeface="Arial"/>
                <a:cs typeface="Arial"/>
                <a:sym typeface="Arial"/>
              </a:rPr>
              <a:t>Social/Behavioral Research→ Lifestyle, Substance, &amp; Behavioral Health</a:t>
            </a:r>
            <a:endParaRPr b="0" i="0" sz="1300" u="none" cap="none" strike="noStrike">
              <a:solidFill>
                <a:srgbClr val="000000"/>
              </a:solidFill>
              <a:latin typeface="Arial"/>
              <a:ea typeface="Arial"/>
              <a:cs typeface="Arial"/>
              <a:sym typeface="Arial"/>
            </a:endParaRPr>
          </a:p>
          <a:p>
            <a:pPr indent="-100584" lvl="0" marL="100584" marR="0" rtl="0" algn="l">
              <a:lnSpc>
                <a:spcPct val="100000"/>
              </a:lnSpc>
              <a:spcBef>
                <a:spcPts val="0"/>
              </a:spcBef>
              <a:spcAft>
                <a:spcPts val="0"/>
              </a:spcAft>
              <a:buClr>
                <a:srgbClr val="000000"/>
              </a:buClr>
              <a:buSzPts val="1300"/>
              <a:buFont typeface="Arial"/>
              <a:buChar char="●"/>
            </a:pPr>
            <a:r>
              <a:rPr b="0" i="0" lang="en-US" sz="1300" u="none" cap="none" strike="noStrike">
                <a:solidFill>
                  <a:srgbClr val="000000"/>
                </a:solidFill>
                <a:latin typeface="Arial"/>
                <a:ea typeface="Arial"/>
                <a:cs typeface="Arial"/>
                <a:sym typeface="Arial"/>
              </a:rPr>
              <a:t>Population Health/Public Health→Return of Results on Individual &amp; Population Health</a:t>
            </a:r>
            <a:endParaRPr b="0" i="0" sz="1300" u="none" cap="none" strike="noStrike">
              <a:solidFill>
                <a:srgbClr val="000000"/>
              </a:solidFill>
              <a:latin typeface="Arial"/>
              <a:ea typeface="Arial"/>
              <a:cs typeface="Arial"/>
              <a:sym typeface="Arial"/>
            </a:endParaRPr>
          </a:p>
        </p:txBody>
      </p:sp>
      <p:sp>
        <p:nvSpPr>
          <p:cNvPr id="311" name="Google Shape;311;p42"/>
          <p:cNvSpPr/>
          <p:nvPr/>
        </p:nvSpPr>
        <p:spPr>
          <a:xfrm>
            <a:off x="6034425" y="1574276"/>
            <a:ext cx="1689000" cy="30153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100584" lvl="0" marL="100584" marR="0" rtl="0" algn="l">
              <a:lnSpc>
                <a:spcPct val="100000"/>
              </a:lnSpc>
              <a:spcBef>
                <a:spcPts val="0"/>
              </a:spcBef>
              <a:spcAft>
                <a:spcPts val="0"/>
              </a:spcAft>
              <a:buClr>
                <a:srgbClr val="000000"/>
              </a:buClr>
              <a:buSzPts val="1300"/>
              <a:buFont typeface="Arial"/>
              <a:buChar char="●"/>
            </a:pPr>
            <a:r>
              <a:rPr b="0" i="0" lang="en-US" sz="1300" u="none" cap="none" strike="noStrike">
                <a:solidFill>
                  <a:srgbClr val="000000"/>
                </a:solidFill>
                <a:latin typeface="Arial"/>
                <a:ea typeface="Arial"/>
                <a:cs typeface="Arial"/>
                <a:sym typeface="Arial"/>
              </a:rPr>
              <a:t>Health  equity</a:t>
            </a:r>
            <a:endParaRPr b="0" i="0" sz="1300" u="none" cap="none" strike="noStrike">
              <a:solidFill>
                <a:srgbClr val="000000"/>
              </a:solidFill>
              <a:latin typeface="Arial"/>
              <a:ea typeface="Arial"/>
              <a:cs typeface="Arial"/>
              <a:sym typeface="Arial"/>
            </a:endParaRPr>
          </a:p>
        </p:txBody>
      </p:sp>
      <p:cxnSp>
        <p:nvCxnSpPr>
          <p:cNvPr id="312" name="Google Shape;312;p42"/>
          <p:cNvCxnSpPr>
            <a:stCxn id="303" idx="2"/>
            <a:endCxn id="309" idx="0"/>
          </p:cNvCxnSpPr>
          <p:nvPr/>
        </p:nvCxnSpPr>
        <p:spPr>
          <a:xfrm>
            <a:off x="2663825" y="1481000"/>
            <a:ext cx="300" cy="93300"/>
          </a:xfrm>
          <a:prstGeom prst="straightConnector1">
            <a:avLst/>
          </a:prstGeom>
          <a:noFill/>
          <a:ln cap="flat" cmpd="sng" w="9525">
            <a:solidFill>
              <a:schemeClr val="dk1"/>
            </a:solidFill>
            <a:prstDash val="solid"/>
            <a:round/>
            <a:headEnd len="sm" w="sm" type="none"/>
            <a:tailEnd len="med" w="med" type="triangle"/>
          </a:ln>
        </p:spPr>
      </p:cxnSp>
      <p:cxnSp>
        <p:nvCxnSpPr>
          <p:cNvPr id="313" name="Google Shape;313;p42"/>
          <p:cNvCxnSpPr>
            <a:stCxn id="305" idx="2"/>
            <a:endCxn id="310" idx="0"/>
          </p:cNvCxnSpPr>
          <p:nvPr/>
        </p:nvCxnSpPr>
        <p:spPr>
          <a:xfrm>
            <a:off x="5188475" y="1506000"/>
            <a:ext cx="300" cy="68400"/>
          </a:xfrm>
          <a:prstGeom prst="straightConnector1">
            <a:avLst/>
          </a:prstGeom>
          <a:noFill/>
          <a:ln cap="flat" cmpd="sng" w="9525">
            <a:solidFill>
              <a:schemeClr val="dk1"/>
            </a:solidFill>
            <a:prstDash val="solid"/>
            <a:round/>
            <a:headEnd len="sm" w="sm" type="none"/>
            <a:tailEnd len="med" w="med" type="triangle"/>
          </a:ln>
        </p:spPr>
      </p:cxnSp>
      <p:cxnSp>
        <p:nvCxnSpPr>
          <p:cNvPr id="314" name="Google Shape;314;p42"/>
          <p:cNvCxnSpPr>
            <a:stCxn id="307" idx="2"/>
            <a:endCxn id="311" idx="0"/>
          </p:cNvCxnSpPr>
          <p:nvPr/>
        </p:nvCxnSpPr>
        <p:spPr>
          <a:xfrm>
            <a:off x="6878925" y="1506000"/>
            <a:ext cx="0" cy="68400"/>
          </a:xfrm>
          <a:prstGeom prst="straightConnector1">
            <a:avLst/>
          </a:prstGeom>
          <a:noFill/>
          <a:ln cap="flat" cmpd="sng" w="9525">
            <a:solidFill>
              <a:schemeClr val="dk1"/>
            </a:solidFill>
            <a:prstDash val="solid"/>
            <a:round/>
            <a:headEnd len="sm" w="sm" type="none"/>
            <a:tailEnd len="med" w="med" type="triangle"/>
          </a:ln>
        </p:spPr>
      </p:cxnSp>
      <p:sp>
        <p:nvSpPr>
          <p:cNvPr id="315" name="Google Shape;315;p42"/>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3"/>
          <p:cNvSpPr txBox="1"/>
          <p:nvPr>
            <p:ph type="title"/>
          </p:nvPr>
        </p:nvSpPr>
        <p:spPr>
          <a:xfrm>
            <a:off x="349400" y="285646"/>
            <a:ext cx="8447100" cy="285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Results - Until March 2981 Workspaces Analyzed - Keywords </a:t>
            </a:r>
            <a:endParaRPr/>
          </a:p>
        </p:txBody>
      </p:sp>
      <p:sp>
        <p:nvSpPr>
          <p:cNvPr id="321" name="Google Shape;321;p43"/>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graphicFrame>
        <p:nvGraphicFramePr>
          <p:cNvPr id="322" name="Google Shape;322;p43"/>
          <p:cNvGraphicFramePr/>
          <p:nvPr/>
        </p:nvGraphicFramePr>
        <p:xfrm>
          <a:off x="342900" y="649625"/>
          <a:ext cx="3000000" cy="3000000"/>
        </p:xfrm>
        <a:graphic>
          <a:graphicData uri="http://schemas.openxmlformats.org/drawingml/2006/table">
            <a:tbl>
              <a:tblPr>
                <a:noFill/>
                <a:tableStyleId>{1F72A87E-A3FF-4E5E-B4B5-989F89C345AF}</a:tableStyleId>
              </a:tblPr>
              <a:tblGrid>
                <a:gridCol w="4046100"/>
                <a:gridCol w="906875"/>
                <a:gridCol w="914575"/>
                <a:gridCol w="1259000"/>
                <a:gridCol w="1581800"/>
              </a:tblGrid>
              <a:tr h="338475">
                <a:tc gridSpan="5">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chemeClr val="dk1"/>
                          </a:solidFill>
                        </a:rPr>
                        <a:t>Number of Workspaces Mapped to Scientific Focus Areas Based on Coding Scheme</a:t>
                      </a:r>
                      <a:endParaRPr b="1" sz="1400" u="none" cap="none" strike="noStrike">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solidFill>
                      <a:schemeClr val="accent3"/>
                    </a:solidFill>
                  </a:tcPr>
                </a:tc>
                <a:tc hMerge="1"/>
                <a:tc hMerge="1"/>
                <a:tc hMerge="1"/>
                <a:tc hMerge="1"/>
              </a:tr>
              <a:tr h="4366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Category</a:t>
                      </a:r>
                      <a:endParaRPr sz="1200" u="none" cap="none" strike="noStrike">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Subset keywords*</a:t>
                      </a:r>
                      <a:endParaRPr sz="1200" u="none" cap="none" strike="noStrike">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All Keywords</a:t>
                      </a:r>
                      <a:endParaRPr sz="1200" u="none" cap="none" strike="noStrike">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Keywords* + Project purpose</a:t>
                      </a:r>
                      <a:endParaRPr sz="1200" u="none" cap="none" strike="noStrike">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Keywords* + Project purpose+ population</a:t>
                      </a:r>
                      <a:endParaRPr sz="1200" u="none" cap="none" strike="noStrike">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Prevalent Common &amp; Rare Conditions</a:t>
                      </a:r>
                      <a:endParaRPr sz="1200" u="none" cap="none" strike="noStrike">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u="none" cap="none" strike="noStrike"/>
                        <a:t>1321</a:t>
                      </a:r>
                      <a:endParaRPr sz="1200" u="none" cap="none" strike="noStrike">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1956</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1321</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1321</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Maternal &amp; Child Health</a:t>
                      </a:r>
                      <a:endParaRPr sz="1200" u="none" cap="none" strike="noStrike">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u="none" cap="none" strike="noStrike"/>
                        <a:t>184</a:t>
                      </a:r>
                      <a:endParaRPr sz="1200" u="none" cap="none" strike="noStrike">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184</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184</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184</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Health Aging &amp; Resilience Across Lifespan</a:t>
                      </a:r>
                      <a:endParaRPr sz="1200" u="none" cap="none" strike="noStrike">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u="none" cap="none" strike="noStrike"/>
                        <a:t>311</a:t>
                      </a:r>
                      <a:endParaRPr sz="1200" u="none" cap="none" strike="noStrike">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311</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311</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311</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Return of Results on Individual &amp; Population Health</a:t>
                      </a:r>
                      <a:endParaRPr sz="1200" u="none" cap="none" strike="noStrike">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u="none" cap="none" strike="noStrike"/>
                        <a:t>28</a:t>
                      </a:r>
                      <a:endParaRPr sz="1050" u="none" cap="none" strike="noStrike"/>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28</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835</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835</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Lifestyle, Substance, &amp; Behavioral Health</a:t>
                      </a:r>
                      <a:endParaRPr sz="1200" u="none" cap="none" strike="noStrike">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u="none" cap="none" strike="noStrike"/>
                        <a:t>503</a:t>
                      </a:r>
                      <a:endParaRPr sz="1050" u="none" cap="none" strike="noStrike"/>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503</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808</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808</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Environment </a:t>
                      </a:r>
                      <a:endParaRPr sz="1200" u="none" cap="none" strike="noStrike">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u="none" cap="none" strike="noStrike"/>
                        <a:t>522</a:t>
                      </a:r>
                      <a:endParaRPr sz="1200" u="none" cap="none" strike="noStrike">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522</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522</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522</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Health Equity</a:t>
                      </a:r>
                      <a:endParaRPr sz="1200" u="none" cap="none" strike="noStrike">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u="none" cap="none" strike="noStrike"/>
                        <a:t>1951</a:t>
                      </a:r>
                      <a:endParaRPr sz="1050" u="none" cap="none" strike="noStrike"/>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1951</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1951</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2197</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7820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Genetics &amp; Biology</a:t>
                      </a:r>
                      <a:endParaRPr sz="1200" u="none" cap="none" strike="noStrike">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u="none" cap="none" strike="noStrike"/>
                        <a:t>1826</a:t>
                      </a:r>
                      <a:endParaRPr sz="1050" u="none" cap="none" strike="noStrike"/>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1826</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1887</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1887</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237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Total workspaces that map according to scheme</a:t>
                      </a:r>
                      <a:endParaRPr sz="1200" u="none" cap="none" strike="noStrike">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u="none" cap="none" strike="noStrike"/>
                        <a:t>2800</a:t>
                      </a:r>
                      <a:endParaRPr sz="1050" u="none" cap="none" strike="noStrike"/>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2853</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2821</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2851</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897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Total workspaces that do not map/require manual review</a:t>
                      </a:r>
                      <a:endParaRPr sz="1200" u="none" cap="none" strike="noStrike">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181</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050"/>
                        <a:t>128</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50"/>
                        <a:buFont typeface="Arial"/>
                        <a:buNone/>
                      </a:pPr>
                      <a:r>
                        <a:rPr lang="en-US" sz="1050"/>
                        <a:t>160</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050"/>
                        <a:t>130</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bl>
          </a:graphicData>
        </a:graphic>
      </p:graphicFrame>
      <p:sp>
        <p:nvSpPr>
          <p:cNvPr id="323" name="Google Shape;323;p43"/>
          <p:cNvSpPr txBox="1"/>
          <p:nvPr/>
        </p:nvSpPr>
        <p:spPr>
          <a:xfrm>
            <a:off x="332825" y="4213745"/>
            <a:ext cx="87285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 Common disease limited to top leading causes of death (</a:t>
            </a:r>
            <a:r>
              <a:rPr b="0" i="0" lang="en-US" sz="1100" u="sng" cap="none" strike="noStrike">
                <a:solidFill>
                  <a:schemeClr val="hlink"/>
                </a:solidFill>
                <a:latin typeface="Arial"/>
                <a:ea typeface="Arial"/>
                <a:cs typeface="Arial"/>
                <a:sym typeface="Arial"/>
                <a:hlinkClick r:id="rId3"/>
              </a:rPr>
              <a:t>https://www.cdc.gov/nchs/fastats/leading-causes-of-death.htm</a:t>
            </a:r>
            <a:r>
              <a:rPr b="0" i="0" lang="en-US" sz="1000" u="none" cap="none" strike="noStrike">
                <a:solidFill>
                  <a:srgbClr val="00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sp>
        <p:nvSpPr>
          <p:cNvPr id="324" name="Google Shape;324;p43"/>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4"/>
          <p:cNvSpPr txBox="1"/>
          <p:nvPr>
            <p:ph type="title"/>
          </p:nvPr>
        </p:nvSpPr>
        <p:spPr>
          <a:xfrm>
            <a:off x="349400" y="285647"/>
            <a:ext cx="8447100" cy="285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Projects Categories Intersection - Genetics, common/rare condition, and health equity are Most Common Subset </a:t>
            </a:r>
            <a:endParaRPr/>
          </a:p>
        </p:txBody>
      </p:sp>
      <p:sp>
        <p:nvSpPr>
          <p:cNvPr id="330" name="Google Shape;330;p44"/>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sp>
        <p:nvSpPr>
          <p:cNvPr id="331" name="Google Shape;331;p44"/>
          <p:cNvSpPr txBox="1"/>
          <p:nvPr/>
        </p:nvSpPr>
        <p:spPr>
          <a:xfrm>
            <a:off x="406300" y="3564425"/>
            <a:ext cx="5319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*Showing subsets with more than 10 workspaces</a:t>
            </a:r>
            <a:endParaRPr b="0" i="0" sz="1000" u="none" cap="none" strike="noStrike">
              <a:solidFill>
                <a:srgbClr val="000000"/>
              </a:solidFill>
              <a:latin typeface="Arial"/>
              <a:ea typeface="Arial"/>
              <a:cs typeface="Arial"/>
              <a:sym typeface="Arial"/>
            </a:endParaRPr>
          </a:p>
        </p:txBody>
      </p:sp>
      <p:pic>
        <p:nvPicPr>
          <p:cNvPr id="332" name="Google Shape;332;p44"/>
          <p:cNvPicPr preferRelativeResize="0"/>
          <p:nvPr/>
        </p:nvPicPr>
        <p:blipFill rotWithShape="1">
          <a:blip r:embed="rId3">
            <a:alphaModFix/>
          </a:blip>
          <a:srcRect b="0" l="0" r="0" t="0"/>
          <a:stretch/>
        </p:blipFill>
        <p:spPr>
          <a:xfrm>
            <a:off x="153350" y="1199022"/>
            <a:ext cx="8839204" cy="1942208"/>
          </a:xfrm>
          <a:prstGeom prst="rect">
            <a:avLst/>
          </a:prstGeom>
          <a:noFill/>
          <a:ln>
            <a:noFill/>
          </a:ln>
        </p:spPr>
      </p:pic>
      <p:sp>
        <p:nvSpPr>
          <p:cNvPr id="333" name="Google Shape;333;p44"/>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5"/>
          <p:cNvSpPr txBox="1"/>
          <p:nvPr>
            <p:ph type="title"/>
          </p:nvPr>
        </p:nvSpPr>
        <p:spPr>
          <a:xfrm>
            <a:off x="349400" y="285646"/>
            <a:ext cx="8447100" cy="285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Non-Mapped Projects Themes</a:t>
            </a:r>
            <a:endParaRPr/>
          </a:p>
        </p:txBody>
      </p:sp>
      <p:sp>
        <p:nvSpPr>
          <p:cNvPr id="339" name="Google Shape;339;p45"/>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sp>
        <p:nvSpPr>
          <p:cNvPr id="340" name="Google Shape;340;p45"/>
          <p:cNvSpPr/>
          <p:nvPr/>
        </p:nvSpPr>
        <p:spPr>
          <a:xfrm>
            <a:off x="2163467" y="1005586"/>
            <a:ext cx="1932900" cy="14271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Diseases Not listed</a:t>
            </a:r>
            <a:endParaRPr b="0" i="0" sz="1400" u="none" cap="none" strike="noStrike">
              <a:solidFill>
                <a:srgbClr val="000000"/>
              </a:solidFill>
              <a:latin typeface="Arial"/>
              <a:ea typeface="Arial"/>
              <a:cs typeface="Arial"/>
              <a:sym typeface="Arial"/>
            </a:endParaRPr>
          </a:p>
          <a:p>
            <a:pPr indent="-311150" lvl="0" marL="457200" marR="0" rtl="0" algn="l">
              <a:lnSpc>
                <a:spcPct val="115000"/>
              </a:lnSpc>
              <a:spcBef>
                <a:spcPts val="0"/>
              </a:spcBef>
              <a:spcAft>
                <a:spcPts val="0"/>
              </a:spcAft>
              <a:buClr>
                <a:srgbClr val="000000"/>
              </a:buClr>
              <a:buSzPts val="1300"/>
              <a:buFont typeface="Arial"/>
              <a:buChar char="●"/>
            </a:pPr>
            <a:r>
              <a:rPr b="0" i="0" lang="en-US" sz="1300" u="none" cap="none" strike="noStrike">
                <a:solidFill>
                  <a:srgbClr val="000000"/>
                </a:solidFill>
                <a:latin typeface="Arial"/>
                <a:ea typeface="Arial"/>
                <a:cs typeface="Arial"/>
                <a:sym typeface="Arial"/>
              </a:rPr>
              <a:t>NIV Failure </a:t>
            </a:r>
            <a:endParaRPr b="0" i="0" sz="1300" u="none" cap="none" strike="noStrike">
              <a:solidFill>
                <a:srgbClr val="000000"/>
              </a:solidFill>
              <a:latin typeface="Arial"/>
              <a:ea typeface="Arial"/>
              <a:cs typeface="Arial"/>
              <a:sym typeface="Arial"/>
            </a:endParaRPr>
          </a:p>
          <a:p>
            <a:pPr indent="-311150" lvl="0" marL="457200" marR="0" rtl="0" algn="l">
              <a:lnSpc>
                <a:spcPct val="115000"/>
              </a:lnSpc>
              <a:spcBef>
                <a:spcPts val="0"/>
              </a:spcBef>
              <a:spcAft>
                <a:spcPts val="0"/>
              </a:spcAft>
              <a:buClr>
                <a:srgbClr val="000000"/>
              </a:buClr>
              <a:buSzPts val="1300"/>
              <a:buFont typeface="Arial"/>
              <a:buChar char="●"/>
            </a:pPr>
            <a:r>
              <a:rPr b="0" i="0" lang="en-US" sz="1300" u="none" cap="none" strike="noStrike">
                <a:solidFill>
                  <a:srgbClr val="000000"/>
                </a:solidFill>
                <a:latin typeface="Arial"/>
                <a:ea typeface="Arial"/>
                <a:cs typeface="Arial"/>
                <a:sym typeface="Arial"/>
              </a:rPr>
              <a:t>ADHA</a:t>
            </a:r>
            <a:endParaRPr b="0" i="0" sz="1300" u="none" cap="none" strike="noStrike">
              <a:solidFill>
                <a:srgbClr val="000000"/>
              </a:solidFill>
              <a:latin typeface="Arial"/>
              <a:ea typeface="Arial"/>
              <a:cs typeface="Arial"/>
              <a:sym typeface="Arial"/>
            </a:endParaRPr>
          </a:p>
          <a:p>
            <a:pPr indent="-311150" lvl="0" marL="457200" marR="0" rtl="0" algn="l">
              <a:lnSpc>
                <a:spcPct val="115000"/>
              </a:lnSpc>
              <a:spcBef>
                <a:spcPts val="0"/>
              </a:spcBef>
              <a:spcAft>
                <a:spcPts val="0"/>
              </a:spcAft>
              <a:buClr>
                <a:srgbClr val="000000"/>
              </a:buClr>
              <a:buSzPts val="1300"/>
              <a:buFont typeface="Arial"/>
              <a:buChar char="●"/>
            </a:pPr>
            <a:r>
              <a:rPr b="0" i="0" lang="en-US" sz="1300" u="none" cap="none" strike="noStrike">
                <a:solidFill>
                  <a:srgbClr val="000000"/>
                </a:solidFill>
                <a:latin typeface="Arial"/>
                <a:ea typeface="Arial"/>
                <a:cs typeface="Arial"/>
                <a:sym typeface="Arial"/>
              </a:rPr>
              <a:t>Psoriatic</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45"/>
          <p:cNvSpPr/>
          <p:nvPr/>
        </p:nvSpPr>
        <p:spPr>
          <a:xfrm>
            <a:off x="4464217" y="2708867"/>
            <a:ext cx="1932900" cy="14271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Exploring the data and educational projects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45"/>
          <p:cNvSpPr/>
          <p:nvPr/>
        </p:nvSpPr>
        <p:spPr>
          <a:xfrm>
            <a:off x="2163467" y="2710814"/>
            <a:ext cx="1932900" cy="14271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Health Outcome</a:t>
            </a:r>
            <a:endParaRPr b="0" i="0" sz="14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Readmission</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45"/>
          <p:cNvSpPr/>
          <p:nvPr/>
        </p:nvSpPr>
        <p:spPr>
          <a:xfrm>
            <a:off x="4464217" y="1005586"/>
            <a:ext cx="1932900" cy="14271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Medications</a:t>
            </a:r>
            <a:endParaRPr b="0" i="0" sz="14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Metformin</a:t>
            </a:r>
            <a:endParaRPr b="0" i="0" sz="12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Adverse drug prediction</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45"/>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6"/>
          <p:cNvSpPr txBox="1"/>
          <p:nvPr>
            <p:ph idx="1" type="body"/>
          </p:nvPr>
        </p:nvSpPr>
        <p:spPr>
          <a:xfrm>
            <a:off x="339879" y="744736"/>
            <a:ext cx="8460300" cy="364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0" name="Google Shape;350;p46"/>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Temporal Analysis - Genetics and Health Equity had a Big Jump in 2022-Q1</a:t>
            </a:r>
            <a:endParaRPr/>
          </a:p>
        </p:txBody>
      </p:sp>
      <p:sp>
        <p:nvSpPr>
          <p:cNvPr id="351" name="Google Shape;351;p46"/>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352" name="Google Shape;352;p46"/>
          <p:cNvPicPr preferRelativeResize="0"/>
          <p:nvPr/>
        </p:nvPicPr>
        <p:blipFill>
          <a:blip r:embed="rId3">
            <a:alphaModFix/>
          </a:blip>
          <a:stretch>
            <a:fillRect/>
          </a:stretch>
        </p:blipFill>
        <p:spPr>
          <a:xfrm>
            <a:off x="1217225" y="874700"/>
            <a:ext cx="6705600" cy="37242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7"/>
          <p:cNvSpPr txBox="1"/>
          <p:nvPr>
            <p:ph type="title"/>
          </p:nvPr>
        </p:nvSpPr>
        <p:spPr>
          <a:xfrm>
            <a:off x="339879" y="1568033"/>
            <a:ext cx="8457600" cy="2092200"/>
          </a:xfrm>
          <a:prstGeom prst="rect">
            <a:avLst/>
          </a:prstGeom>
          <a:noFill/>
          <a:ln>
            <a:noFill/>
          </a:ln>
        </p:spPr>
        <p:txBody>
          <a:bodyPr anchorCtr="0" anchor="b" bIns="0" lIns="0" spcFirstLastPara="1" rIns="0" wrap="square" tIns="0">
            <a:noAutofit/>
          </a:bodyPr>
          <a:lstStyle/>
          <a:p>
            <a:pPr indent="0" lvl="0" marL="0" rtl="0" algn="l">
              <a:lnSpc>
                <a:spcPct val="114000"/>
              </a:lnSpc>
              <a:spcBef>
                <a:spcPts val="0"/>
              </a:spcBef>
              <a:spcAft>
                <a:spcPts val="0"/>
              </a:spcAft>
              <a:buSzPts val="2700"/>
              <a:buNone/>
            </a:pPr>
            <a:r>
              <a:rPr lang="en-US"/>
              <a:t>Disease Profile From Project Description</a:t>
            </a:r>
            <a:endParaRPr/>
          </a:p>
        </p:txBody>
      </p:sp>
      <p:sp>
        <p:nvSpPr>
          <p:cNvPr id="358" name="Google Shape;358;p47"/>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8"/>
          <p:cNvSpPr txBox="1"/>
          <p:nvPr>
            <p:ph type="title"/>
          </p:nvPr>
        </p:nvSpPr>
        <p:spPr>
          <a:xfrm>
            <a:off x="349400" y="285651"/>
            <a:ext cx="8447100" cy="333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Disease Extraction from Workspace Description</a:t>
            </a:r>
            <a:endParaRPr/>
          </a:p>
        </p:txBody>
      </p:sp>
      <p:sp>
        <p:nvSpPr>
          <p:cNvPr id="364" name="Google Shape;364;p48"/>
          <p:cNvSpPr txBox="1"/>
          <p:nvPr>
            <p:ph idx="1" type="body"/>
          </p:nvPr>
        </p:nvSpPr>
        <p:spPr>
          <a:xfrm>
            <a:off x="35763" y="4622918"/>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sp>
        <p:nvSpPr>
          <p:cNvPr id="365" name="Google Shape;365;p48"/>
          <p:cNvSpPr txBox="1"/>
          <p:nvPr/>
        </p:nvSpPr>
        <p:spPr>
          <a:xfrm>
            <a:off x="253000" y="620055"/>
            <a:ext cx="8685300" cy="2616600"/>
          </a:xfrm>
          <a:prstGeom prst="rect">
            <a:avLst/>
          </a:prstGeom>
          <a:noFill/>
          <a:ln>
            <a:noFill/>
          </a:ln>
        </p:spPr>
        <p:txBody>
          <a:bodyPr anchorCtr="0" anchor="t" bIns="91425" lIns="91425" spcFirstLastPara="1" rIns="91425" wrap="square" tIns="91425">
            <a:spAutoFit/>
          </a:bodyPr>
          <a:lstStyle/>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CLAMP: Tool that extracts medical terms and diseases:</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Title</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Intent</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Findings</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For Disease Focused Research: Keywords entered by researchers</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Ranked most frequent researched diseases using:</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Frequency in Title, Intent, and Finding</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Weighted terms based</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137160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366" name="Google Shape;366;p48"/>
          <p:cNvSpPr/>
          <p:nvPr/>
        </p:nvSpPr>
        <p:spPr>
          <a:xfrm>
            <a:off x="1962725" y="2967050"/>
            <a:ext cx="640200" cy="640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Researcher</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0.3</a:t>
            </a:r>
            <a:endParaRPr b="0" i="0" sz="1000" u="none" cap="none" strike="noStrike">
              <a:solidFill>
                <a:srgbClr val="000000"/>
              </a:solidFill>
              <a:latin typeface="Arial"/>
              <a:ea typeface="Arial"/>
              <a:cs typeface="Arial"/>
              <a:sym typeface="Arial"/>
            </a:endParaRPr>
          </a:p>
        </p:txBody>
      </p:sp>
      <p:sp>
        <p:nvSpPr>
          <p:cNvPr id="367" name="Google Shape;367;p48"/>
          <p:cNvSpPr/>
          <p:nvPr/>
        </p:nvSpPr>
        <p:spPr>
          <a:xfrm>
            <a:off x="2825375" y="2967050"/>
            <a:ext cx="640200" cy="640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Title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0.3</a:t>
            </a:r>
            <a:endParaRPr b="0" i="0" sz="1000" u="none" cap="none" strike="noStrike">
              <a:solidFill>
                <a:srgbClr val="000000"/>
              </a:solidFill>
              <a:latin typeface="Arial"/>
              <a:ea typeface="Arial"/>
              <a:cs typeface="Arial"/>
              <a:sym typeface="Arial"/>
            </a:endParaRPr>
          </a:p>
        </p:txBody>
      </p:sp>
      <p:sp>
        <p:nvSpPr>
          <p:cNvPr id="368" name="Google Shape;368;p48"/>
          <p:cNvSpPr/>
          <p:nvPr/>
        </p:nvSpPr>
        <p:spPr>
          <a:xfrm>
            <a:off x="3702163" y="3012800"/>
            <a:ext cx="548700" cy="54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Intent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0.2</a:t>
            </a:r>
            <a:endParaRPr b="0" i="0" sz="1000" u="none" cap="none" strike="noStrike">
              <a:solidFill>
                <a:srgbClr val="000000"/>
              </a:solidFill>
              <a:latin typeface="Arial"/>
              <a:ea typeface="Arial"/>
              <a:cs typeface="Arial"/>
              <a:sym typeface="Arial"/>
            </a:endParaRPr>
          </a:p>
        </p:txBody>
      </p:sp>
      <p:sp>
        <p:nvSpPr>
          <p:cNvPr id="369" name="Google Shape;369;p48"/>
          <p:cNvSpPr/>
          <p:nvPr/>
        </p:nvSpPr>
        <p:spPr>
          <a:xfrm>
            <a:off x="4487475" y="3012800"/>
            <a:ext cx="548700" cy="54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Finding</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0.2</a:t>
            </a:r>
            <a:endParaRPr b="0" i="0" sz="900" u="none" cap="none" strike="noStrike">
              <a:solidFill>
                <a:srgbClr val="000000"/>
              </a:solidFill>
              <a:latin typeface="Arial"/>
              <a:ea typeface="Arial"/>
              <a:cs typeface="Arial"/>
              <a:sym typeface="Arial"/>
            </a:endParaRPr>
          </a:p>
        </p:txBody>
      </p:sp>
      <p:sp>
        <p:nvSpPr>
          <p:cNvPr id="370" name="Google Shape;370;p48"/>
          <p:cNvSpPr/>
          <p:nvPr/>
        </p:nvSpPr>
        <p:spPr>
          <a:xfrm>
            <a:off x="1871375" y="3686925"/>
            <a:ext cx="822900" cy="822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Title</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0.6</a:t>
            </a:r>
            <a:endParaRPr b="0" i="0" sz="1700" u="none" cap="none" strike="noStrike">
              <a:solidFill>
                <a:srgbClr val="000000"/>
              </a:solidFill>
              <a:latin typeface="Arial"/>
              <a:ea typeface="Arial"/>
              <a:cs typeface="Arial"/>
              <a:sym typeface="Arial"/>
            </a:endParaRPr>
          </a:p>
        </p:txBody>
      </p:sp>
      <p:sp>
        <p:nvSpPr>
          <p:cNvPr id="371" name="Google Shape;371;p48"/>
          <p:cNvSpPr/>
          <p:nvPr/>
        </p:nvSpPr>
        <p:spPr>
          <a:xfrm>
            <a:off x="2923875" y="3824013"/>
            <a:ext cx="548700" cy="54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91425"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Intent</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0.2</a:t>
            </a:r>
            <a:endParaRPr b="0" i="0" sz="900" u="none" cap="none" strike="noStrike">
              <a:solidFill>
                <a:srgbClr val="000000"/>
              </a:solidFill>
              <a:latin typeface="Arial"/>
              <a:ea typeface="Arial"/>
              <a:cs typeface="Arial"/>
              <a:sym typeface="Arial"/>
            </a:endParaRPr>
          </a:p>
        </p:txBody>
      </p:sp>
      <p:sp>
        <p:nvSpPr>
          <p:cNvPr id="372" name="Google Shape;372;p48"/>
          <p:cNvSpPr/>
          <p:nvPr/>
        </p:nvSpPr>
        <p:spPr>
          <a:xfrm>
            <a:off x="3702175" y="3826588"/>
            <a:ext cx="548700" cy="54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Finding</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0.2</a:t>
            </a:r>
            <a:endParaRPr b="0" i="0" sz="900" u="none" cap="none" strike="noStrike">
              <a:solidFill>
                <a:srgbClr val="000000"/>
              </a:solidFill>
              <a:latin typeface="Arial"/>
              <a:ea typeface="Arial"/>
              <a:cs typeface="Arial"/>
              <a:sym typeface="Arial"/>
            </a:endParaRPr>
          </a:p>
        </p:txBody>
      </p:sp>
      <p:sp>
        <p:nvSpPr>
          <p:cNvPr id="373" name="Google Shape;373;p48"/>
          <p:cNvSpPr txBox="1"/>
          <p:nvPr/>
        </p:nvSpPr>
        <p:spPr>
          <a:xfrm>
            <a:off x="191600" y="3012800"/>
            <a:ext cx="1771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Workspace has researcher entered disease</a:t>
            </a:r>
            <a:endParaRPr b="0" i="0" sz="1000" u="none" cap="none" strike="noStrike">
              <a:solidFill>
                <a:srgbClr val="000000"/>
              </a:solidFill>
              <a:latin typeface="Arial"/>
              <a:ea typeface="Arial"/>
              <a:cs typeface="Arial"/>
              <a:sym typeface="Arial"/>
            </a:endParaRPr>
          </a:p>
        </p:txBody>
      </p:sp>
      <p:sp>
        <p:nvSpPr>
          <p:cNvPr id="374" name="Google Shape;374;p48"/>
          <p:cNvSpPr txBox="1"/>
          <p:nvPr/>
        </p:nvSpPr>
        <p:spPr>
          <a:xfrm>
            <a:off x="253000" y="3852075"/>
            <a:ext cx="1771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Workspace without researcher entered disease</a:t>
            </a:r>
            <a:endParaRPr b="0" i="0" sz="1000" u="none" cap="none" strike="noStrike">
              <a:solidFill>
                <a:srgbClr val="000000"/>
              </a:solidFill>
              <a:latin typeface="Arial"/>
              <a:ea typeface="Arial"/>
              <a:cs typeface="Arial"/>
              <a:sym typeface="Arial"/>
            </a:endParaRPr>
          </a:p>
        </p:txBody>
      </p:sp>
      <p:sp>
        <p:nvSpPr>
          <p:cNvPr id="375" name="Google Shape;375;p48"/>
          <p:cNvSpPr txBox="1"/>
          <p:nvPr/>
        </p:nvSpPr>
        <p:spPr>
          <a:xfrm>
            <a:off x="6920875" y="3447050"/>
            <a:ext cx="2103000" cy="8004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Hypertension term exist in title and finding in workspace 122</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Weight hypertension for Workspace 122 = 0.8</a:t>
            </a:r>
            <a:endParaRPr b="0" i="0" sz="1000" u="none" cap="none" strike="noStrike">
              <a:solidFill>
                <a:srgbClr val="000000"/>
              </a:solidFill>
              <a:latin typeface="Arial"/>
              <a:ea typeface="Arial"/>
              <a:cs typeface="Arial"/>
              <a:sym typeface="Arial"/>
            </a:endParaRPr>
          </a:p>
        </p:txBody>
      </p:sp>
      <p:sp>
        <p:nvSpPr>
          <p:cNvPr id="376" name="Google Shape;376;p48"/>
          <p:cNvSpPr txBox="1"/>
          <p:nvPr/>
        </p:nvSpPr>
        <p:spPr>
          <a:xfrm>
            <a:off x="2589225" y="3079400"/>
            <a:ext cx="3096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377" name="Google Shape;377;p48"/>
          <p:cNvSpPr txBox="1"/>
          <p:nvPr/>
        </p:nvSpPr>
        <p:spPr>
          <a:xfrm>
            <a:off x="3466600" y="3079400"/>
            <a:ext cx="3096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378" name="Google Shape;378;p48"/>
          <p:cNvSpPr txBox="1"/>
          <p:nvPr/>
        </p:nvSpPr>
        <p:spPr>
          <a:xfrm>
            <a:off x="4210913" y="3079400"/>
            <a:ext cx="3096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379" name="Google Shape;379;p48"/>
          <p:cNvSpPr txBox="1"/>
          <p:nvPr/>
        </p:nvSpPr>
        <p:spPr>
          <a:xfrm>
            <a:off x="2665425" y="3890625"/>
            <a:ext cx="3096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380" name="Google Shape;380;p48"/>
          <p:cNvSpPr txBox="1"/>
          <p:nvPr/>
        </p:nvSpPr>
        <p:spPr>
          <a:xfrm>
            <a:off x="3466600" y="3890625"/>
            <a:ext cx="3096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381" name="Google Shape;381;p48"/>
          <p:cNvSpPr/>
          <p:nvPr/>
        </p:nvSpPr>
        <p:spPr>
          <a:xfrm>
            <a:off x="5350125" y="3447050"/>
            <a:ext cx="1414800" cy="64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Term weight in Workspace</a:t>
            </a:r>
            <a:endParaRPr b="0" i="0" sz="1400" u="none" cap="none" strike="noStrike">
              <a:solidFill>
                <a:srgbClr val="000000"/>
              </a:solidFill>
              <a:latin typeface="Arial"/>
              <a:ea typeface="Arial"/>
              <a:cs typeface="Arial"/>
              <a:sym typeface="Arial"/>
            </a:endParaRPr>
          </a:p>
        </p:txBody>
      </p:sp>
      <p:cxnSp>
        <p:nvCxnSpPr>
          <p:cNvPr id="382" name="Google Shape;382;p48"/>
          <p:cNvCxnSpPr>
            <a:stCxn id="369" idx="6"/>
            <a:endCxn id="381" idx="1"/>
          </p:cNvCxnSpPr>
          <p:nvPr/>
        </p:nvCxnSpPr>
        <p:spPr>
          <a:xfrm>
            <a:off x="5036175" y="3287150"/>
            <a:ext cx="314100" cy="480000"/>
          </a:xfrm>
          <a:prstGeom prst="bentConnector3">
            <a:avLst>
              <a:gd fmla="val 49976" name="adj1"/>
            </a:avLst>
          </a:prstGeom>
          <a:noFill/>
          <a:ln cap="flat" cmpd="sng" w="9525">
            <a:solidFill>
              <a:schemeClr val="accent1"/>
            </a:solidFill>
            <a:prstDash val="solid"/>
            <a:round/>
            <a:headEnd len="sm" w="sm" type="none"/>
            <a:tailEnd len="sm" w="sm" type="none"/>
          </a:ln>
        </p:spPr>
      </p:cxnSp>
      <p:cxnSp>
        <p:nvCxnSpPr>
          <p:cNvPr id="383" name="Google Shape;383;p48"/>
          <p:cNvCxnSpPr>
            <a:stCxn id="372" idx="6"/>
            <a:endCxn id="381" idx="1"/>
          </p:cNvCxnSpPr>
          <p:nvPr/>
        </p:nvCxnSpPr>
        <p:spPr>
          <a:xfrm flipH="1" rot="10800000">
            <a:off x="4250875" y="3767038"/>
            <a:ext cx="1099200" cy="333900"/>
          </a:xfrm>
          <a:prstGeom prst="bentConnector3">
            <a:avLst>
              <a:gd fmla="val 50002" name="adj1"/>
            </a:avLst>
          </a:prstGeom>
          <a:noFill/>
          <a:ln cap="flat" cmpd="sng" w="9525">
            <a:solidFill>
              <a:schemeClr val="accent1"/>
            </a:solidFill>
            <a:prstDash val="solid"/>
            <a:round/>
            <a:headEnd len="sm" w="sm" type="none"/>
            <a:tailEnd len="sm" w="sm" type="none"/>
          </a:ln>
        </p:spPr>
      </p:cxnSp>
      <p:sp>
        <p:nvSpPr>
          <p:cNvPr id="384" name="Google Shape;384;p48"/>
          <p:cNvSpPr/>
          <p:nvPr/>
        </p:nvSpPr>
        <p:spPr>
          <a:xfrm>
            <a:off x="6920875" y="3120200"/>
            <a:ext cx="2103000" cy="333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Example</a:t>
            </a:r>
            <a:endParaRPr b="1" i="0" sz="1800" u="none" cap="none" strike="noStrike">
              <a:solidFill>
                <a:schemeClr val="lt1"/>
              </a:solidFill>
              <a:latin typeface="Arial"/>
              <a:ea typeface="Arial"/>
              <a:cs typeface="Arial"/>
              <a:sym typeface="Arial"/>
            </a:endParaRPr>
          </a:p>
        </p:txBody>
      </p:sp>
      <p:sp>
        <p:nvSpPr>
          <p:cNvPr id="385" name="Google Shape;385;p48"/>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9"/>
          <p:cNvSpPr txBox="1"/>
          <p:nvPr>
            <p:ph type="title"/>
          </p:nvPr>
        </p:nvSpPr>
        <p:spPr>
          <a:xfrm>
            <a:off x="349400" y="285648"/>
            <a:ext cx="8447100" cy="25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Top 30 CUIs in </a:t>
            </a:r>
            <a:r>
              <a:rPr i="1" lang="en-US"/>
              <a:t>All of Us</a:t>
            </a:r>
            <a:r>
              <a:rPr lang="en-US"/>
              <a:t> Workspaces Extracted from Titles</a:t>
            </a:r>
            <a:endParaRPr/>
          </a:p>
        </p:txBody>
      </p:sp>
      <p:sp>
        <p:nvSpPr>
          <p:cNvPr id="391" name="Google Shape;391;p49"/>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pic>
        <p:nvPicPr>
          <p:cNvPr id="392" name="Google Shape;392;p49"/>
          <p:cNvPicPr preferRelativeResize="0"/>
          <p:nvPr/>
        </p:nvPicPr>
        <p:blipFill rotWithShape="1">
          <a:blip r:embed="rId3">
            <a:alphaModFix/>
          </a:blip>
          <a:srcRect b="0" l="0" r="0" t="3948"/>
          <a:stretch/>
        </p:blipFill>
        <p:spPr>
          <a:xfrm>
            <a:off x="1064438" y="612237"/>
            <a:ext cx="7015126" cy="4249224"/>
          </a:xfrm>
          <a:prstGeom prst="rect">
            <a:avLst/>
          </a:prstGeom>
          <a:noFill/>
          <a:ln>
            <a:noFill/>
          </a:ln>
        </p:spPr>
      </p:pic>
      <p:sp>
        <p:nvSpPr>
          <p:cNvPr id="393" name="Google Shape;393;p49"/>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0"/>
          <p:cNvSpPr txBox="1"/>
          <p:nvPr>
            <p:ph type="title"/>
          </p:nvPr>
        </p:nvSpPr>
        <p:spPr>
          <a:xfrm>
            <a:off x="107550" y="285650"/>
            <a:ext cx="8920500" cy="285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Top 30 CUIs in </a:t>
            </a:r>
            <a:r>
              <a:rPr i="1" lang="en-US"/>
              <a:t>All of Us</a:t>
            </a:r>
            <a:r>
              <a:rPr lang="en-US"/>
              <a:t> Workspaces Extracted from Title, Intent, &amp; Findings</a:t>
            </a:r>
            <a:endParaRPr/>
          </a:p>
          <a:p>
            <a:pPr indent="0" lvl="0" marL="0" rtl="0" algn="l">
              <a:lnSpc>
                <a:spcPct val="266666"/>
              </a:lnSpc>
              <a:spcBef>
                <a:spcPts val="0"/>
              </a:spcBef>
              <a:spcAft>
                <a:spcPts val="0"/>
              </a:spcAft>
              <a:buSzPts val="700"/>
              <a:buNone/>
            </a:pPr>
            <a:r>
              <a:t/>
            </a:r>
            <a:endParaRPr/>
          </a:p>
        </p:txBody>
      </p:sp>
      <p:sp>
        <p:nvSpPr>
          <p:cNvPr id="399" name="Google Shape;399;p50"/>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pic>
        <p:nvPicPr>
          <p:cNvPr id="400" name="Google Shape;400;p50"/>
          <p:cNvPicPr preferRelativeResize="0"/>
          <p:nvPr/>
        </p:nvPicPr>
        <p:blipFill rotWithShape="1">
          <a:blip r:embed="rId3">
            <a:alphaModFix/>
          </a:blip>
          <a:srcRect b="0" l="0" r="0" t="0"/>
          <a:stretch/>
        </p:blipFill>
        <p:spPr>
          <a:xfrm>
            <a:off x="660400" y="655725"/>
            <a:ext cx="6915156" cy="4073700"/>
          </a:xfrm>
          <a:prstGeom prst="rect">
            <a:avLst/>
          </a:prstGeom>
          <a:noFill/>
          <a:ln>
            <a:noFill/>
          </a:ln>
        </p:spPr>
      </p:pic>
      <p:sp>
        <p:nvSpPr>
          <p:cNvPr id="401" name="Google Shape;401;p50"/>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1"/>
          <p:cNvSpPr txBox="1"/>
          <p:nvPr>
            <p:ph type="title"/>
          </p:nvPr>
        </p:nvSpPr>
        <p:spPr>
          <a:xfrm>
            <a:off x="339879" y="1568033"/>
            <a:ext cx="8457600" cy="2092200"/>
          </a:xfrm>
          <a:prstGeom prst="rect">
            <a:avLst/>
          </a:prstGeom>
          <a:noFill/>
          <a:ln>
            <a:noFill/>
          </a:ln>
        </p:spPr>
        <p:txBody>
          <a:bodyPr anchorCtr="0" anchor="b" bIns="0" lIns="0" spcFirstLastPara="1" rIns="0" wrap="square" tIns="0">
            <a:noAutofit/>
          </a:bodyPr>
          <a:lstStyle/>
          <a:p>
            <a:pPr indent="0" lvl="0" marL="0" rtl="0" algn="l">
              <a:lnSpc>
                <a:spcPct val="114000"/>
              </a:lnSpc>
              <a:spcBef>
                <a:spcPts val="0"/>
              </a:spcBef>
              <a:spcAft>
                <a:spcPts val="0"/>
              </a:spcAft>
              <a:buSzPts val="2700"/>
              <a:buNone/>
            </a:pPr>
            <a:r>
              <a:rPr lang="en-US"/>
              <a:t>Disease In Each Scientific Map Category</a:t>
            </a:r>
            <a:endParaRPr/>
          </a:p>
        </p:txBody>
      </p:sp>
      <p:sp>
        <p:nvSpPr>
          <p:cNvPr id="407" name="Google Shape;407;p51"/>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2"/>
          <p:cNvSpPr txBox="1"/>
          <p:nvPr>
            <p:ph type="title"/>
          </p:nvPr>
        </p:nvSpPr>
        <p:spPr>
          <a:xfrm>
            <a:off x="349400" y="285646"/>
            <a:ext cx="8447100" cy="285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Top Diseases Studied in 2981 Workspaces per Scientific Category </a:t>
            </a:r>
            <a:endParaRPr/>
          </a:p>
        </p:txBody>
      </p:sp>
      <p:sp>
        <p:nvSpPr>
          <p:cNvPr id="413" name="Google Shape;413;p52"/>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sp>
        <p:nvSpPr>
          <p:cNvPr id="414" name="Google Shape;414;p52"/>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pic>
        <p:nvPicPr>
          <p:cNvPr id="415" name="Google Shape;415;p52"/>
          <p:cNvPicPr preferRelativeResize="0"/>
          <p:nvPr/>
        </p:nvPicPr>
        <p:blipFill>
          <a:blip r:embed="rId3">
            <a:alphaModFix/>
          </a:blip>
          <a:stretch>
            <a:fillRect/>
          </a:stretch>
        </p:blipFill>
        <p:spPr>
          <a:xfrm>
            <a:off x="533375" y="723946"/>
            <a:ext cx="7767665" cy="371315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3"/>
          <p:cNvSpPr txBox="1"/>
          <p:nvPr>
            <p:ph type="title"/>
          </p:nvPr>
        </p:nvSpPr>
        <p:spPr>
          <a:xfrm>
            <a:off x="339879" y="1568033"/>
            <a:ext cx="8457600" cy="2092200"/>
          </a:xfrm>
          <a:prstGeom prst="rect">
            <a:avLst/>
          </a:prstGeom>
          <a:noFill/>
          <a:ln>
            <a:noFill/>
          </a:ln>
        </p:spPr>
        <p:txBody>
          <a:bodyPr anchorCtr="0" anchor="b" bIns="0" lIns="0" spcFirstLastPara="1" rIns="0" wrap="square" tIns="0">
            <a:noAutofit/>
          </a:bodyPr>
          <a:lstStyle/>
          <a:p>
            <a:pPr indent="0" lvl="0" marL="0" rtl="0" algn="l">
              <a:lnSpc>
                <a:spcPct val="114000"/>
              </a:lnSpc>
              <a:spcBef>
                <a:spcPts val="0"/>
              </a:spcBef>
              <a:spcAft>
                <a:spcPts val="0"/>
              </a:spcAft>
              <a:buSzPts val="2700"/>
              <a:buNone/>
            </a:pPr>
            <a:r>
              <a:rPr lang="en-US"/>
              <a:t>Analysis Common Used </a:t>
            </a:r>
            <a:r>
              <a:rPr i="1" lang="en-US"/>
              <a:t>All of Us </a:t>
            </a:r>
            <a:r>
              <a:rPr lang="en-US"/>
              <a:t>Domains When using All of Us Research Programs Graphic Tools</a:t>
            </a:r>
            <a:endParaRPr/>
          </a:p>
        </p:txBody>
      </p:sp>
      <p:sp>
        <p:nvSpPr>
          <p:cNvPr id="421" name="Google Shape;421;p53"/>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4"/>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All of Us Cohort and Dataset Builders</a:t>
            </a:r>
            <a:endParaRPr/>
          </a:p>
        </p:txBody>
      </p:sp>
      <p:sp>
        <p:nvSpPr>
          <p:cNvPr id="427" name="Google Shape;427;p54"/>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pic>
        <p:nvPicPr>
          <p:cNvPr id="428" name="Google Shape;428;p54"/>
          <p:cNvPicPr preferRelativeResize="0"/>
          <p:nvPr/>
        </p:nvPicPr>
        <p:blipFill rotWithShape="1">
          <a:blip r:embed="rId3">
            <a:alphaModFix/>
          </a:blip>
          <a:srcRect b="0" l="0" r="0" t="0"/>
          <a:stretch/>
        </p:blipFill>
        <p:spPr>
          <a:xfrm>
            <a:off x="4630738" y="810180"/>
            <a:ext cx="3990975" cy="3257550"/>
          </a:xfrm>
          <a:prstGeom prst="rect">
            <a:avLst/>
          </a:prstGeom>
          <a:noFill/>
          <a:ln>
            <a:noFill/>
          </a:ln>
        </p:spPr>
      </p:pic>
      <p:sp>
        <p:nvSpPr>
          <p:cNvPr id="429" name="Google Shape;429;p54"/>
          <p:cNvSpPr txBox="1"/>
          <p:nvPr/>
        </p:nvSpPr>
        <p:spPr>
          <a:xfrm>
            <a:off x="288075" y="742800"/>
            <a:ext cx="4342800" cy="23397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Arial"/>
              <a:buChar char="●"/>
            </a:pPr>
            <a:r>
              <a:rPr lang="en-US"/>
              <a:t>Information</a:t>
            </a:r>
            <a:r>
              <a:rPr b="0" i="0" lang="en-US" sz="1400" u="none" cap="none" strike="noStrike">
                <a:solidFill>
                  <a:srgbClr val="000000"/>
                </a:solidFill>
                <a:latin typeface="Arial"/>
                <a:ea typeface="Arial"/>
                <a:cs typeface="Arial"/>
                <a:sym typeface="Arial"/>
              </a:rPr>
              <a:t> about cohort including:</a:t>
            </a:r>
            <a:endParaRPr b="0" i="0" sz="1400" u="none" cap="none" strike="noStrike">
              <a:solidFill>
                <a:srgbClr val="000000"/>
              </a:solidFill>
              <a:latin typeface="Arial"/>
              <a:ea typeface="Arial"/>
              <a:cs typeface="Arial"/>
              <a:sym typeface="Arial"/>
            </a:endParaRPr>
          </a:p>
          <a:p>
            <a:pPr indent="-31750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Cohort identifier</a:t>
            </a:r>
            <a:endParaRPr b="0" i="0" sz="1400" u="none" cap="none" strike="noStrike">
              <a:solidFill>
                <a:srgbClr val="000000"/>
              </a:solidFill>
              <a:latin typeface="Arial"/>
              <a:ea typeface="Arial"/>
              <a:cs typeface="Arial"/>
              <a:sym typeface="Arial"/>
            </a:endParaRPr>
          </a:p>
          <a:p>
            <a:pPr indent="-31750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Data domain: condition, Procedures</a:t>
            </a:r>
            <a:endParaRPr b="0" i="0" sz="1400" u="none" cap="none" strike="noStrike">
              <a:solidFill>
                <a:srgbClr val="000000"/>
              </a:solidFill>
              <a:latin typeface="Arial"/>
              <a:ea typeface="Arial"/>
              <a:cs typeface="Arial"/>
              <a:sym typeface="Arial"/>
            </a:endParaRPr>
          </a:p>
          <a:p>
            <a:pPr indent="-31750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Concept type: SNOMED, ICD</a:t>
            </a:r>
            <a:endParaRPr b="0" i="0" sz="1400" u="none" cap="none" strike="noStrike">
              <a:solidFill>
                <a:srgbClr val="000000"/>
              </a:solidFill>
              <a:latin typeface="Arial"/>
              <a:ea typeface="Arial"/>
              <a:cs typeface="Arial"/>
              <a:sym typeface="Arial"/>
            </a:endParaRPr>
          </a:p>
          <a:p>
            <a:pPr indent="-31750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Concept names</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For 2981 workspaces:</a:t>
            </a:r>
            <a:endParaRPr b="0" i="0" sz="1400" u="none" cap="none" strike="noStrike">
              <a:solidFill>
                <a:srgbClr val="000000"/>
              </a:solidFill>
              <a:latin typeface="Arial"/>
              <a:ea typeface="Arial"/>
              <a:cs typeface="Arial"/>
              <a:sym typeface="Arial"/>
            </a:endParaRPr>
          </a:p>
          <a:p>
            <a:pPr indent="-31750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2079 workspaces used cohort builder</a:t>
            </a:r>
            <a:endParaRPr b="0" i="0" sz="1400" u="none" cap="none" strike="noStrike">
              <a:solidFill>
                <a:srgbClr val="000000"/>
              </a:solidFill>
              <a:latin typeface="Arial"/>
              <a:ea typeface="Arial"/>
              <a:cs typeface="Arial"/>
              <a:sym typeface="Arial"/>
            </a:endParaRPr>
          </a:p>
          <a:p>
            <a:pPr indent="-31750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On average, workspaces had three to four cohorts</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54"/>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5"/>
          <p:cNvSpPr txBox="1"/>
          <p:nvPr>
            <p:ph idx="1" type="body"/>
          </p:nvPr>
        </p:nvSpPr>
        <p:spPr>
          <a:xfrm>
            <a:off x="339879" y="744736"/>
            <a:ext cx="8460300" cy="36462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SzPts val="1000"/>
              <a:buNone/>
            </a:pPr>
            <a:r>
              <a:t/>
            </a:r>
            <a:endParaRPr/>
          </a:p>
        </p:txBody>
      </p:sp>
      <p:sp>
        <p:nvSpPr>
          <p:cNvPr id="436" name="Google Shape;436;p55"/>
          <p:cNvSpPr txBox="1"/>
          <p:nvPr>
            <p:ph type="title"/>
          </p:nvPr>
        </p:nvSpPr>
        <p:spPr>
          <a:xfrm>
            <a:off x="349400" y="285650"/>
            <a:ext cx="8655300" cy="285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Workspaces Cohorts that Uses Person, conditions, or both are the Most Common Domain</a:t>
            </a:r>
            <a:endParaRPr/>
          </a:p>
          <a:p>
            <a:pPr indent="0" lvl="0" marL="0" rtl="0" algn="l">
              <a:lnSpc>
                <a:spcPct val="100000"/>
              </a:lnSpc>
              <a:spcBef>
                <a:spcPts val="0"/>
              </a:spcBef>
              <a:spcAft>
                <a:spcPts val="0"/>
              </a:spcAft>
              <a:buSzPts val="700"/>
              <a:buNone/>
            </a:pPr>
            <a:r>
              <a:rPr lang="en-US"/>
              <a:t>&lt;ost common</a:t>
            </a:r>
            <a:endParaRPr/>
          </a:p>
        </p:txBody>
      </p:sp>
      <p:sp>
        <p:nvSpPr>
          <p:cNvPr id="437" name="Google Shape;437;p55"/>
          <p:cNvSpPr txBox="1"/>
          <p:nvPr>
            <p:ph idx="2"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pic>
        <p:nvPicPr>
          <p:cNvPr id="438" name="Google Shape;438;p55"/>
          <p:cNvPicPr preferRelativeResize="0"/>
          <p:nvPr/>
        </p:nvPicPr>
        <p:blipFill rotWithShape="1">
          <a:blip r:embed="rId3">
            <a:alphaModFix/>
          </a:blip>
          <a:srcRect b="0" l="0" r="0" t="0"/>
          <a:stretch/>
        </p:blipFill>
        <p:spPr>
          <a:xfrm>
            <a:off x="130616" y="798225"/>
            <a:ext cx="8771310" cy="3592699"/>
          </a:xfrm>
          <a:prstGeom prst="rect">
            <a:avLst/>
          </a:prstGeom>
          <a:noFill/>
          <a:ln>
            <a:noFill/>
          </a:ln>
        </p:spPr>
      </p:pic>
      <p:sp>
        <p:nvSpPr>
          <p:cNvPr id="439" name="Google Shape;439;p55"/>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6"/>
          <p:cNvSpPr txBox="1"/>
          <p:nvPr>
            <p:ph type="title"/>
          </p:nvPr>
        </p:nvSpPr>
        <p:spPr>
          <a:xfrm>
            <a:off x="339879" y="1568033"/>
            <a:ext cx="8457600" cy="2092200"/>
          </a:xfrm>
          <a:prstGeom prst="rect">
            <a:avLst/>
          </a:prstGeom>
          <a:noFill/>
          <a:ln>
            <a:noFill/>
          </a:ln>
        </p:spPr>
        <p:txBody>
          <a:bodyPr anchorCtr="0" anchor="b" bIns="0" lIns="0" spcFirstLastPara="1" rIns="0" wrap="square" tIns="0">
            <a:noAutofit/>
          </a:bodyPr>
          <a:lstStyle/>
          <a:p>
            <a:pPr indent="0" lvl="0" marL="0" rtl="0" algn="l">
              <a:lnSpc>
                <a:spcPct val="114000"/>
              </a:lnSpc>
              <a:spcBef>
                <a:spcPts val="0"/>
              </a:spcBef>
              <a:spcAft>
                <a:spcPts val="0"/>
              </a:spcAft>
              <a:buSzPts val="2700"/>
              <a:buNone/>
            </a:pPr>
            <a:r>
              <a:rPr lang="en-US"/>
              <a:t>Workspaces Further Analysis</a:t>
            </a:r>
            <a:endParaRPr/>
          </a:p>
        </p:txBody>
      </p:sp>
      <p:sp>
        <p:nvSpPr>
          <p:cNvPr id="445" name="Google Shape;445;p56"/>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7"/>
          <p:cNvSpPr txBox="1"/>
          <p:nvPr>
            <p:ph idx="1" type="body"/>
          </p:nvPr>
        </p:nvSpPr>
        <p:spPr>
          <a:xfrm>
            <a:off x="5756200" y="744725"/>
            <a:ext cx="3044100" cy="36462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US"/>
              <a:t>M</a:t>
            </a:r>
            <a:r>
              <a:rPr lang="en-US"/>
              <a:t>ean:  36.167537</a:t>
            </a:r>
            <a:endParaRPr/>
          </a:p>
          <a:p>
            <a:pPr indent="-292100" lvl="0" marL="457200" rtl="0" algn="l">
              <a:spcBef>
                <a:spcPts val="0"/>
              </a:spcBef>
              <a:spcAft>
                <a:spcPts val="0"/>
              </a:spcAft>
              <a:buSzPts val="1000"/>
              <a:buChar char="⦿"/>
            </a:pPr>
            <a:r>
              <a:rPr lang="en-US"/>
              <a:t>Median: 4.946999</a:t>
            </a:r>
            <a:endParaRPr/>
          </a:p>
          <a:p>
            <a:pPr indent="-292100" lvl="0" marL="457200" rtl="0" algn="l">
              <a:spcBef>
                <a:spcPts val="0"/>
              </a:spcBef>
              <a:spcAft>
                <a:spcPts val="0"/>
              </a:spcAft>
              <a:buSzPts val="1000"/>
              <a:buChar char="⦿"/>
            </a:pPr>
            <a:r>
              <a:rPr lang="en-US"/>
              <a:t>SD: 207.581636</a:t>
            </a:r>
            <a:endParaRPr/>
          </a:p>
          <a:p>
            <a:pPr indent="-292100" lvl="0" marL="457200" rtl="0" algn="l">
              <a:lnSpc>
                <a:spcPct val="115000"/>
              </a:lnSpc>
              <a:spcBef>
                <a:spcPts val="0"/>
              </a:spcBef>
              <a:spcAft>
                <a:spcPts val="0"/>
              </a:spcAft>
              <a:buSzPts val="1000"/>
              <a:buChar char="⦿"/>
            </a:pPr>
            <a:r>
              <a:rPr lang="en-US"/>
              <a:t>Minimum:  0.000573</a:t>
            </a:r>
            <a:endParaRPr/>
          </a:p>
          <a:p>
            <a:pPr indent="-292100" lvl="0" marL="457200" rtl="0" algn="l">
              <a:spcBef>
                <a:spcPts val="0"/>
              </a:spcBef>
              <a:spcAft>
                <a:spcPts val="0"/>
              </a:spcAft>
              <a:buSzPts val="1000"/>
              <a:buChar char="⦿"/>
            </a:pPr>
            <a:r>
              <a:rPr lang="en-US"/>
              <a:t>Maximum</a:t>
            </a:r>
            <a:r>
              <a:rPr lang="en-US"/>
              <a:t>: 9812.10, 15818.365</a:t>
            </a:r>
            <a:endParaRPr sz="1050">
              <a:solidFill>
                <a:srgbClr val="000000"/>
              </a:solidFill>
            </a:endParaRPr>
          </a:p>
          <a:p>
            <a:pPr indent="0" lvl="0" marL="457200" rtl="0" algn="l">
              <a:spcBef>
                <a:spcPts val="0"/>
              </a:spcBef>
              <a:spcAft>
                <a:spcPts val="0"/>
              </a:spcAft>
              <a:buNone/>
            </a:pPr>
            <a:r>
              <a:t/>
            </a:r>
            <a:endParaRPr/>
          </a:p>
        </p:txBody>
      </p:sp>
      <p:sp>
        <p:nvSpPr>
          <p:cNvPr id="451" name="Google Shape;451;p57"/>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Cost in All Workspace</a:t>
            </a:r>
            <a:endParaRPr/>
          </a:p>
        </p:txBody>
      </p:sp>
      <p:sp>
        <p:nvSpPr>
          <p:cNvPr id="452" name="Google Shape;452;p57"/>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453" name="Google Shape;453;p57"/>
          <p:cNvPicPr preferRelativeResize="0"/>
          <p:nvPr/>
        </p:nvPicPr>
        <p:blipFill>
          <a:blip r:embed="rId3">
            <a:alphaModFix/>
          </a:blip>
          <a:stretch>
            <a:fillRect/>
          </a:stretch>
        </p:blipFill>
        <p:spPr>
          <a:xfrm>
            <a:off x="397600" y="744725"/>
            <a:ext cx="5218262" cy="38338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8"/>
          <p:cNvSpPr txBox="1"/>
          <p:nvPr>
            <p:ph idx="1" type="body"/>
          </p:nvPr>
        </p:nvSpPr>
        <p:spPr>
          <a:xfrm>
            <a:off x="339879" y="744736"/>
            <a:ext cx="8460300" cy="364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9" name="Google Shape;459;p58"/>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Cost in All Workspace</a:t>
            </a:r>
            <a:endParaRPr/>
          </a:p>
        </p:txBody>
      </p:sp>
      <p:sp>
        <p:nvSpPr>
          <p:cNvPr id="460" name="Google Shape;460;p58"/>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461" name="Google Shape;461;p58"/>
          <p:cNvPicPr preferRelativeResize="0"/>
          <p:nvPr/>
        </p:nvPicPr>
        <p:blipFill>
          <a:blip r:embed="rId3">
            <a:alphaModFix/>
          </a:blip>
          <a:stretch>
            <a:fillRect/>
          </a:stretch>
        </p:blipFill>
        <p:spPr>
          <a:xfrm>
            <a:off x="339875" y="679450"/>
            <a:ext cx="5218262" cy="3833825"/>
          </a:xfrm>
          <a:prstGeom prst="rect">
            <a:avLst/>
          </a:prstGeom>
          <a:noFill/>
          <a:ln>
            <a:noFill/>
          </a:ln>
        </p:spPr>
      </p:pic>
      <p:pic>
        <p:nvPicPr>
          <p:cNvPr id="462" name="Google Shape;462;p58"/>
          <p:cNvPicPr preferRelativeResize="0"/>
          <p:nvPr/>
        </p:nvPicPr>
        <p:blipFill>
          <a:blip r:embed="rId4">
            <a:alphaModFix/>
          </a:blip>
          <a:stretch>
            <a:fillRect/>
          </a:stretch>
        </p:blipFill>
        <p:spPr>
          <a:xfrm>
            <a:off x="2403160" y="619125"/>
            <a:ext cx="4333730" cy="325595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59"/>
          <p:cNvSpPr txBox="1"/>
          <p:nvPr>
            <p:ph idx="1" type="body"/>
          </p:nvPr>
        </p:nvSpPr>
        <p:spPr>
          <a:xfrm>
            <a:off x="339879" y="744736"/>
            <a:ext cx="8460300" cy="36462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US"/>
              <a:t>One project in Lifestyle had more than 15,000</a:t>
            </a:r>
            <a:endParaRPr/>
          </a:p>
        </p:txBody>
      </p:sp>
      <p:sp>
        <p:nvSpPr>
          <p:cNvPr id="468" name="Google Shape;468;p59"/>
          <p:cNvSpPr txBox="1"/>
          <p:nvPr>
            <p:ph type="title"/>
          </p:nvPr>
        </p:nvSpPr>
        <p:spPr>
          <a:xfrm>
            <a:off x="349400" y="285645"/>
            <a:ext cx="8447100" cy="28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Cost of Workspaces per </a:t>
            </a:r>
            <a:r>
              <a:rPr lang="en-US"/>
              <a:t>Scientific Category</a:t>
            </a:r>
            <a:r>
              <a:rPr lang="en-US"/>
              <a:t> </a:t>
            </a:r>
            <a:endParaRPr/>
          </a:p>
        </p:txBody>
      </p:sp>
      <p:sp>
        <p:nvSpPr>
          <p:cNvPr id="469" name="Google Shape;469;p59"/>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470" name="Google Shape;470;p59"/>
          <p:cNvPicPr preferRelativeResize="0"/>
          <p:nvPr/>
        </p:nvPicPr>
        <p:blipFill>
          <a:blip r:embed="rId3">
            <a:alphaModFix/>
          </a:blip>
          <a:stretch>
            <a:fillRect/>
          </a:stretch>
        </p:blipFill>
        <p:spPr>
          <a:xfrm>
            <a:off x="1478500" y="1058475"/>
            <a:ext cx="5483880" cy="35949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0"/>
          <p:cNvSpPr txBox="1"/>
          <p:nvPr>
            <p:ph idx="1" type="body"/>
          </p:nvPr>
        </p:nvSpPr>
        <p:spPr>
          <a:xfrm>
            <a:off x="339879" y="744736"/>
            <a:ext cx="8460300" cy="36462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US"/>
              <a:t>&lt;1:</a:t>
            </a:r>
            <a:endParaRPr/>
          </a:p>
          <a:p>
            <a:pPr indent="-279400" lvl="1" marL="914400" rtl="0" algn="l">
              <a:spcBef>
                <a:spcPts val="0"/>
              </a:spcBef>
              <a:spcAft>
                <a:spcPts val="0"/>
              </a:spcAft>
              <a:buSzPts val="800"/>
              <a:buChar char="•"/>
            </a:pPr>
            <a:r>
              <a:rPr lang="en-US"/>
              <a:t>363 workspaces</a:t>
            </a:r>
            <a:endParaRPr/>
          </a:p>
          <a:p>
            <a:pPr indent="-292100" lvl="0" marL="457200" rtl="0" algn="l">
              <a:spcBef>
                <a:spcPts val="0"/>
              </a:spcBef>
              <a:spcAft>
                <a:spcPts val="0"/>
              </a:spcAft>
              <a:buSzPts val="1000"/>
              <a:buChar char="⦿"/>
            </a:pPr>
            <a:r>
              <a:rPr lang="en-US"/>
              <a:t>&gt;15000</a:t>
            </a:r>
            <a:endParaRPr/>
          </a:p>
          <a:p>
            <a:pPr indent="-279400" lvl="1" marL="914400" rtl="0" algn="l">
              <a:spcBef>
                <a:spcPts val="0"/>
              </a:spcBef>
              <a:spcAft>
                <a:spcPts val="0"/>
              </a:spcAft>
              <a:buSzPts val="800"/>
              <a:buChar char="•"/>
            </a:pPr>
            <a:r>
              <a:rPr lang="en-US"/>
              <a:t>Fitbit_mental(depression&amp;anxiety)</a:t>
            </a:r>
            <a:endParaRPr/>
          </a:p>
          <a:p>
            <a:pPr indent="-279400" lvl="1" marL="914400" rtl="0" algn="l">
              <a:spcBef>
                <a:spcPts val="0"/>
              </a:spcBef>
              <a:spcAft>
                <a:spcPts val="0"/>
              </a:spcAft>
              <a:buSzPts val="800"/>
              <a:buChar char="•"/>
            </a:pPr>
            <a:r>
              <a:t/>
            </a:r>
            <a:endParaRPr/>
          </a:p>
          <a:p>
            <a:pPr indent="-292100" lvl="0" marL="457200" rtl="0" algn="l">
              <a:spcBef>
                <a:spcPts val="0"/>
              </a:spcBef>
              <a:spcAft>
                <a:spcPts val="0"/>
              </a:spcAft>
              <a:buSzPts val="1000"/>
              <a:buChar char="⦿"/>
            </a:pPr>
            <a:r>
              <a:rPr lang="en-US"/>
              <a:t>&gt;3000</a:t>
            </a:r>
            <a:endParaRPr/>
          </a:p>
          <a:p>
            <a:pPr indent="-279400" lvl="1" marL="914400" rtl="0" algn="l">
              <a:spcBef>
                <a:spcPts val="0"/>
              </a:spcBef>
              <a:spcAft>
                <a:spcPts val="0"/>
              </a:spcAft>
              <a:buSzPts val="800"/>
              <a:buChar char="•"/>
            </a:pPr>
            <a:r>
              <a:rPr lang="en-US"/>
              <a:t>Genetics: GWAS, </a:t>
            </a:r>
            <a:r>
              <a:rPr lang="en-US"/>
              <a:t>Pathogenic</a:t>
            </a:r>
            <a:r>
              <a:rPr lang="en-US"/>
              <a:t> variants</a:t>
            </a:r>
            <a:endParaRPr/>
          </a:p>
          <a:p>
            <a:pPr indent="-279400" lvl="1" marL="914400" rtl="0" algn="l">
              <a:spcBef>
                <a:spcPts val="0"/>
              </a:spcBef>
              <a:spcAft>
                <a:spcPts val="0"/>
              </a:spcAft>
              <a:buSzPts val="800"/>
              <a:buChar char="•"/>
            </a:pPr>
            <a:r>
              <a:rPr lang="en-US"/>
              <a:t>COVID</a:t>
            </a:r>
            <a:endParaRPr/>
          </a:p>
          <a:p>
            <a:pPr indent="-279400" lvl="1" marL="914400" rtl="0" algn="l">
              <a:spcBef>
                <a:spcPts val="0"/>
              </a:spcBef>
              <a:spcAft>
                <a:spcPts val="0"/>
              </a:spcAft>
              <a:buSzPts val="800"/>
              <a:buChar char="•"/>
            </a:pPr>
            <a:r>
              <a:rPr lang="en-US"/>
              <a:t>Wearable</a:t>
            </a:r>
            <a:endParaRPr/>
          </a:p>
          <a:p>
            <a:pPr indent="-279400" lvl="1" marL="914400" rtl="0" algn="l">
              <a:spcBef>
                <a:spcPts val="0"/>
              </a:spcBef>
              <a:spcAft>
                <a:spcPts val="0"/>
              </a:spcAft>
              <a:buSzPts val="800"/>
              <a:buChar char="•"/>
            </a:pPr>
            <a:r>
              <a:rPr lang="en-US"/>
              <a:t>Mental health</a:t>
            </a:r>
            <a:endParaRPr/>
          </a:p>
          <a:p>
            <a:pPr indent="-279400" lvl="1" marL="914400" rtl="0" algn="l">
              <a:spcBef>
                <a:spcPts val="0"/>
              </a:spcBef>
              <a:spcAft>
                <a:spcPts val="0"/>
              </a:spcAft>
              <a:buSzPts val="800"/>
              <a:buChar char="•"/>
            </a:pPr>
            <a:r>
              <a:rPr lang="en-US"/>
              <a:t>Deep learning</a:t>
            </a:r>
            <a:endParaRPr/>
          </a:p>
        </p:txBody>
      </p:sp>
      <p:sp>
        <p:nvSpPr>
          <p:cNvPr id="476" name="Google Shape;476;p60"/>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Project with High Cost</a:t>
            </a:r>
            <a:endParaRPr/>
          </a:p>
        </p:txBody>
      </p:sp>
      <p:sp>
        <p:nvSpPr>
          <p:cNvPr id="477" name="Google Shape;477;p60"/>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1"/>
          <p:cNvSpPr txBox="1"/>
          <p:nvPr>
            <p:ph idx="1" type="body"/>
          </p:nvPr>
        </p:nvSpPr>
        <p:spPr>
          <a:xfrm>
            <a:off x="339879" y="744736"/>
            <a:ext cx="8460300" cy="3646200"/>
          </a:xfrm>
          <a:prstGeom prst="rect">
            <a:avLst/>
          </a:prstGeom>
          <a:noFill/>
          <a:ln>
            <a:noFill/>
          </a:ln>
        </p:spPr>
        <p:txBody>
          <a:bodyPr anchorCtr="0" anchor="t" bIns="0" lIns="0" spcFirstLastPara="1" rIns="0" wrap="square" tIns="0">
            <a:noAutofit/>
          </a:bodyPr>
          <a:lstStyle/>
          <a:p>
            <a:pPr indent="-323850" lvl="0" marL="457200" rtl="0" algn="l">
              <a:lnSpc>
                <a:spcPct val="114000"/>
              </a:lnSpc>
              <a:spcBef>
                <a:spcPts val="0"/>
              </a:spcBef>
              <a:spcAft>
                <a:spcPts val="0"/>
              </a:spcAft>
              <a:buSzPts val="1500"/>
              <a:buFont typeface="Arial"/>
              <a:buChar char="⦿"/>
            </a:pPr>
            <a:r>
              <a:t/>
            </a:r>
            <a:endParaRPr/>
          </a:p>
          <a:p>
            <a:pPr indent="-184150" lvl="1" marL="914400" rtl="0" algn="l">
              <a:lnSpc>
                <a:spcPct val="114000"/>
              </a:lnSpc>
              <a:spcBef>
                <a:spcPts val="0"/>
              </a:spcBef>
              <a:spcAft>
                <a:spcPts val="0"/>
              </a:spcAft>
              <a:buSzPts val="1500"/>
              <a:buNone/>
            </a:pPr>
            <a:r>
              <a:t/>
            </a:r>
            <a:endParaRPr/>
          </a:p>
          <a:p>
            <a:pPr indent="-228092" lvl="0" marL="457200" rtl="0" algn="l">
              <a:lnSpc>
                <a:spcPct val="120000"/>
              </a:lnSpc>
              <a:spcBef>
                <a:spcPts val="0"/>
              </a:spcBef>
              <a:spcAft>
                <a:spcPts val="0"/>
              </a:spcAft>
              <a:buSzPts val="1008"/>
              <a:buNone/>
            </a:pPr>
            <a:r>
              <a:t/>
            </a:r>
            <a:endParaRPr/>
          </a:p>
        </p:txBody>
      </p:sp>
      <p:sp>
        <p:nvSpPr>
          <p:cNvPr id="483" name="Google Shape;483;p61"/>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484" name="Google Shape;484;p61"/>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Visualization</a:t>
            </a:r>
            <a:endParaRPr/>
          </a:p>
        </p:txBody>
      </p:sp>
      <p:sp>
        <p:nvSpPr>
          <p:cNvPr id="485" name="Google Shape;485;p61"/>
          <p:cNvSpPr txBox="1"/>
          <p:nvPr>
            <p:ph idx="2"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228600" lvl="0" marL="457200" rtl="0" algn="ctr">
              <a:lnSpc>
                <a:spcPct val="114000"/>
              </a:lnSpc>
              <a:spcBef>
                <a:spcPts val="0"/>
              </a:spcBef>
              <a:spcAft>
                <a:spcPts val="0"/>
              </a:spcAft>
              <a:buClr>
                <a:schemeClr val="lt1"/>
              </a:buClr>
              <a:buSzPts val="800"/>
              <a:buNone/>
            </a:pPr>
            <a:r>
              <a:t/>
            </a:r>
            <a:endParaRPr/>
          </a:p>
        </p:txBody>
      </p:sp>
      <p:pic>
        <p:nvPicPr>
          <p:cNvPr id="486" name="Google Shape;486;p61"/>
          <p:cNvPicPr preferRelativeResize="0"/>
          <p:nvPr/>
        </p:nvPicPr>
        <p:blipFill>
          <a:blip r:embed="rId3">
            <a:alphaModFix/>
          </a:blip>
          <a:stretch>
            <a:fillRect/>
          </a:stretch>
        </p:blipFill>
        <p:spPr>
          <a:xfrm>
            <a:off x="1828800" y="719138"/>
            <a:ext cx="5486400" cy="3705225"/>
          </a:xfrm>
          <a:prstGeom prst="rect">
            <a:avLst/>
          </a:prstGeom>
          <a:noFill/>
          <a:ln>
            <a:noFill/>
          </a:ln>
        </p:spPr>
      </p:pic>
      <p:sp>
        <p:nvSpPr>
          <p:cNvPr id="487" name="Google Shape;487;p61"/>
          <p:cNvSpPr/>
          <p:nvPr/>
        </p:nvSpPr>
        <p:spPr>
          <a:xfrm>
            <a:off x="2173700" y="2580525"/>
            <a:ext cx="1429500" cy="9612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62"/>
          <p:cNvSpPr txBox="1"/>
          <p:nvPr>
            <p:ph idx="1" type="body"/>
          </p:nvPr>
        </p:nvSpPr>
        <p:spPr>
          <a:xfrm>
            <a:off x="339879" y="744736"/>
            <a:ext cx="8460300" cy="364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3" name="Google Shape;493;p62"/>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4" name="Google Shape;494;p62"/>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495" name="Google Shape;495;p62"/>
          <p:cNvPicPr preferRelativeResize="0"/>
          <p:nvPr/>
        </p:nvPicPr>
        <p:blipFill>
          <a:blip r:embed="rId3">
            <a:alphaModFix/>
          </a:blip>
          <a:stretch>
            <a:fillRect/>
          </a:stretch>
        </p:blipFill>
        <p:spPr>
          <a:xfrm>
            <a:off x="2024063" y="719138"/>
            <a:ext cx="5095875" cy="3705225"/>
          </a:xfrm>
          <a:prstGeom prst="rect">
            <a:avLst/>
          </a:prstGeom>
          <a:noFill/>
          <a:ln>
            <a:noFill/>
          </a:ln>
        </p:spPr>
      </p:pic>
      <p:sp>
        <p:nvSpPr>
          <p:cNvPr id="496" name="Google Shape;496;p62"/>
          <p:cNvSpPr/>
          <p:nvPr/>
        </p:nvSpPr>
        <p:spPr>
          <a:xfrm>
            <a:off x="2216125" y="3120175"/>
            <a:ext cx="1572000" cy="116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63"/>
          <p:cNvSpPr txBox="1"/>
          <p:nvPr>
            <p:ph idx="1" type="body"/>
          </p:nvPr>
        </p:nvSpPr>
        <p:spPr>
          <a:xfrm>
            <a:off x="339879" y="744736"/>
            <a:ext cx="8460300" cy="364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sz="1050">
              <a:solidFill>
                <a:srgbClr val="000000"/>
              </a:solidFill>
            </a:endParaRPr>
          </a:p>
          <a:p>
            <a:pPr indent="0" lvl="0" marL="0" rtl="0" algn="l">
              <a:spcBef>
                <a:spcPts val="0"/>
              </a:spcBef>
              <a:spcAft>
                <a:spcPts val="0"/>
              </a:spcAft>
              <a:buNone/>
            </a:pPr>
            <a:r>
              <a:t/>
            </a:r>
            <a:endParaRPr/>
          </a:p>
        </p:txBody>
      </p:sp>
      <p:sp>
        <p:nvSpPr>
          <p:cNvPr id="502" name="Google Shape;502;p63"/>
          <p:cNvSpPr txBox="1"/>
          <p:nvPr>
            <p:ph type="title"/>
          </p:nvPr>
        </p:nvSpPr>
        <p:spPr>
          <a:xfrm>
            <a:off x="349400" y="285648"/>
            <a:ext cx="8447100" cy="28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When A User Clicks on Diabetes Ranked by Term Weights</a:t>
            </a:r>
            <a:endParaRPr/>
          </a:p>
        </p:txBody>
      </p:sp>
      <p:sp>
        <p:nvSpPr>
          <p:cNvPr id="503" name="Google Shape;503;p63"/>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sp>
        <p:nvSpPr>
          <p:cNvPr id="504" name="Google Shape;504;p63"/>
          <p:cNvSpPr/>
          <p:nvPr/>
        </p:nvSpPr>
        <p:spPr>
          <a:xfrm>
            <a:off x="384600" y="755575"/>
            <a:ext cx="8132400" cy="956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b="1" lang="en-US" sz="1600">
                <a:solidFill>
                  <a:schemeClr val="dk1"/>
                </a:solidFill>
              </a:rPr>
              <a:t>Basis of Diabetes and Diabetes-related Complications</a:t>
            </a:r>
            <a:endParaRPr b="1" sz="1600">
              <a:solidFill>
                <a:schemeClr val="dk1"/>
              </a:solidFill>
            </a:endParaRPr>
          </a:p>
          <a:p>
            <a:pPr indent="0" lvl="0" marL="0" rtl="0" algn="l">
              <a:lnSpc>
                <a:spcPct val="115000"/>
              </a:lnSpc>
              <a:spcBef>
                <a:spcPts val="0"/>
              </a:spcBef>
              <a:spcAft>
                <a:spcPts val="0"/>
              </a:spcAft>
              <a:buNone/>
            </a:pPr>
            <a:r>
              <a:rPr i="1" lang="en-US" sz="1600">
                <a:solidFill>
                  <a:schemeClr val="dk1"/>
                </a:solidFill>
              </a:rPr>
              <a:t>The primary goal of the proposed analyses is to understand the genetic basis of diabetes and diabetes-related complications, including kidney disease…..</a:t>
            </a:r>
            <a:endParaRPr b="1" sz="1600">
              <a:solidFill>
                <a:schemeClr val="dk1"/>
              </a:solidFill>
            </a:endParaRPr>
          </a:p>
        </p:txBody>
      </p:sp>
      <p:sp>
        <p:nvSpPr>
          <p:cNvPr id="505" name="Google Shape;505;p63"/>
          <p:cNvSpPr/>
          <p:nvPr/>
        </p:nvSpPr>
        <p:spPr>
          <a:xfrm>
            <a:off x="384600" y="1939925"/>
            <a:ext cx="8132400" cy="956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b="1" lang="en-US" sz="1600">
                <a:solidFill>
                  <a:schemeClr val="dk1"/>
                </a:solidFill>
              </a:rPr>
              <a:t>Diabetes</a:t>
            </a:r>
            <a:endParaRPr b="1" sz="1600">
              <a:solidFill>
                <a:schemeClr val="dk1"/>
              </a:solidFill>
            </a:endParaRPr>
          </a:p>
          <a:p>
            <a:pPr indent="0" lvl="0" marL="0" rtl="0" algn="l">
              <a:lnSpc>
                <a:spcPct val="115000"/>
              </a:lnSpc>
              <a:spcBef>
                <a:spcPts val="0"/>
              </a:spcBef>
              <a:spcAft>
                <a:spcPts val="0"/>
              </a:spcAft>
              <a:buNone/>
            </a:pPr>
            <a:r>
              <a:rPr i="1" lang="en-US" sz="1600">
                <a:solidFill>
                  <a:schemeClr val="dk1"/>
                </a:solidFill>
              </a:rPr>
              <a:t>People from different group suffered diabetes disproportionately, what is the key risk factors associated with diabetes?</a:t>
            </a:r>
            <a:endParaRPr b="1" sz="1600">
              <a:solidFill>
                <a:schemeClr val="dk1"/>
              </a:solidFill>
            </a:endParaRPr>
          </a:p>
        </p:txBody>
      </p:sp>
      <p:sp>
        <p:nvSpPr>
          <p:cNvPr id="506" name="Google Shape;506;p63"/>
          <p:cNvSpPr/>
          <p:nvPr/>
        </p:nvSpPr>
        <p:spPr>
          <a:xfrm>
            <a:off x="384600" y="3124275"/>
            <a:ext cx="8200800" cy="1389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b="1" lang="en-US" sz="1600">
                <a:solidFill>
                  <a:schemeClr val="dk1"/>
                </a:solidFill>
              </a:rPr>
              <a:t>Diabetes</a:t>
            </a:r>
            <a:endParaRPr b="1" sz="1600">
              <a:solidFill>
                <a:schemeClr val="dk1"/>
              </a:solidFill>
            </a:endParaRPr>
          </a:p>
          <a:p>
            <a:pPr indent="0" lvl="0" marL="0" rtl="0" algn="l">
              <a:lnSpc>
                <a:spcPct val="115000"/>
              </a:lnSpc>
              <a:spcBef>
                <a:spcPts val="0"/>
              </a:spcBef>
              <a:spcAft>
                <a:spcPts val="0"/>
              </a:spcAft>
              <a:buNone/>
            </a:pPr>
            <a:r>
              <a:rPr i="1" lang="en-US" sz="1600">
                <a:solidFill>
                  <a:schemeClr val="dk1"/>
                </a:solidFill>
              </a:rPr>
              <a:t>The long term goal of our work is to improve the diagnosis and clinical management of diabetes subtypes by translating recent advances in our understanding of genetic risk factors for diabetes.  We….</a:t>
            </a:r>
            <a:endParaRPr sz="1050"/>
          </a:p>
          <a:p>
            <a:pPr indent="0" lvl="0" marL="0" rtl="0" algn="l">
              <a:lnSpc>
                <a:spcPct val="115000"/>
              </a:lnSpc>
              <a:spcBef>
                <a:spcPts val="0"/>
              </a:spcBef>
              <a:spcAft>
                <a:spcPts val="0"/>
              </a:spcAft>
              <a:buNone/>
            </a:pPr>
            <a:r>
              <a:t/>
            </a:r>
            <a:endParaRPr i="1" sz="16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64"/>
          <p:cNvSpPr txBox="1"/>
          <p:nvPr>
            <p:ph idx="1" type="body"/>
          </p:nvPr>
        </p:nvSpPr>
        <p:spPr>
          <a:xfrm>
            <a:off x="339879" y="744736"/>
            <a:ext cx="8460300" cy="36462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US"/>
              <a:t>Project inclusions:</a:t>
            </a:r>
            <a:endParaRPr/>
          </a:p>
          <a:p>
            <a:pPr indent="-279400" lvl="1" marL="914400" rtl="0" algn="l">
              <a:spcBef>
                <a:spcPts val="0"/>
              </a:spcBef>
              <a:spcAft>
                <a:spcPts val="0"/>
              </a:spcAft>
              <a:buSzPts val="800"/>
              <a:buChar char="•"/>
            </a:pPr>
            <a:r>
              <a:rPr lang="en-US"/>
              <a:t>Defining</a:t>
            </a:r>
            <a:r>
              <a:rPr lang="en-US"/>
              <a:t> Active:</a:t>
            </a:r>
            <a:endParaRPr/>
          </a:p>
          <a:p>
            <a:pPr indent="-273050" lvl="2" marL="1371600" rtl="0" algn="l">
              <a:spcBef>
                <a:spcPts val="0"/>
              </a:spcBef>
              <a:spcAft>
                <a:spcPts val="0"/>
              </a:spcAft>
              <a:buSzPts val="700"/>
              <a:buChar char="o"/>
            </a:pPr>
            <a:r>
              <a:rPr lang="en-US"/>
              <a:t>Time of creation: Keeping projects only in last year</a:t>
            </a:r>
            <a:endParaRPr/>
          </a:p>
          <a:p>
            <a:pPr indent="-273050" lvl="2" marL="1371600" rtl="0" algn="l">
              <a:spcBef>
                <a:spcPts val="0"/>
              </a:spcBef>
              <a:spcAft>
                <a:spcPts val="0"/>
              </a:spcAft>
              <a:buSzPts val="700"/>
              <a:buChar char="o"/>
            </a:pPr>
            <a:r>
              <a:rPr lang="en-US"/>
              <a:t>Cost</a:t>
            </a:r>
            <a:endParaRPr/>
          </a:p>
          <a:p>
            <a:pPr indent="-292100" lvl="0" marL="457200" rtl="0" algn="l">
              <a:spcBef>
                <a:spcPts val="0"/>
              </a:spcBef>
              <a:spcAft>
                <a:spcPts val="0"/>
              </a:spcAft>
              <a:buSzPts val="1000"/>
              <a:buChar char="⦿"/>
            </a:pPr>
            <a:r>
              <a:rPr lang="en-US"/>
              <a:t>Any specific use cases for NIH</a:t>
            </a:r>
            <a:endParaRPr/>
          </a:p>
          <a:p>
            <a:pPr indent="-292100" lvl="0" marL="457200" rtl="0" algn="l">
              <a:spcBef>
                <a:spcPts val="0"/>
              </a:spcBef>
              <a:spcAft>
                <a:spcPts val="0"/>
              </a:spcAft>
              <a:buSzPts val="1000"/>
              <a:buChar char="⦿"/>
            </a:pPr>
            <a:r>
              <a:rPr lang="en-US"/>
              <a:t>Submissions:</a:t>
            </a:r>
            <a:endParaRPr/>
          </a:p>
          <a:p>
            <a:pPr indent="-279400" lvl="1" marL="914400" rtl="0" algn="l">
              <a:spcBef>
                <a:spcPts val="0"/>
              </a:spcBef>
              <a:spcAft>
                <a:spcPts val="0"/>
              </a:spcAft>
              <a:buSzPts val="800"/>
              <a:buChar char="•"/>
            </a:pPr>
            <a:r>
              <a:rPr lang="en-US"/>
              <a:t>Podium</a:t>
            </a:r>
            <a:r>
              <a:rPr lang="en-US"/>
              <a:t> </a:t>
            </a:r>
            <a:r>
              <a:rPr lang="en-US"/>
              <a:t>abstract</a:t>
            </a:r>
            <a:r>
              <a:rPr lang="en-US"/>
              <a:t> to AMIA </a:t>
            </a:r>
            <a:r>
              <a:rPr lang="en-US"/>
              <a:t>symposium</a:t>
            </a:r>
            <a:r>
              <a:rPr lang="en-US"/>
              <a:t> </a:t>
            </a:r>
            <a:endParaRPr/>
          </a:p>
          <a:p>
            <a:pPr indent="-279400" lvl="1" marL="914400" rtl="0" algn="l">
              <a:spcBef>
                <a:spcPts val="0"/>
              </a:spcBef>
              <a:spcAft>
                <a:spcPts val="0"/>
              </a:spcAft>
              <a:buSzPts val="800"/>
              <a:buChar char="•"/>
            </a:pPr>
            <a:r>
              <a:rPr lang="en-US"/>
              <a:t>Lighting Talk for F2F meeting</a:t>
            </a:r>
            <a:endParaRPr/>
          </a:p>
        </p:txBody>
      </p:sp>
      <p:sp>
        <p:nvSpPr>
          <p:cNvPr id="512" name="Google Shape;512;p64"/>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Points To Discuss</a:t>
            </a:r>
            <a:endParaRPr/>
          </a:p>
        </p:txBody>
      </p:sp>
      <p:sp>
        <p:nvSpPr>
          <p:cNvPr id="513" name="Google Shape;513;p64"/>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65"/>
          <p:cNvSpPr txBox="1"/>
          <p:nvPr>
            <p:ph idx="1" type="body"/>
          </p:nvPr>
        </p:nvSpPr>
        <p:spPr>
          <a:xfrm>
            <a:off x="339879" y="744736"/>
            <a:ext cx="8460300" cy="3646200"/>
          </a:xfrm>
          <a:prstGeom prst="rect">
            <a:avLst/>
          </a:prstGeom>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292100" lvl="0" marL="457200" rtl="0" algn="l">
              <a:lnSpc>
                <a:spcPct val="115000"/>
              </a:lnSpc>
              <a:spcBef>
                <a:spcPts val="0"/>
              </a:spcBef>
              <a:spcAft>
                <a:spcPts val="0"/>
              </a:spcAft>
              <a:buClr>
                <a:srgbClr val="0432FF"/>
              </a:buClr>
              <a:buSzPts val="1000"/>
              <a:buFont typeface="Arial"/>
              <a:buChar char="⦿"/>
            </a:pPr>
            <a:r>
              <a:rPr lang="en-US" sz="1500"/>
              <a:t>Understanding gaps in the scientific priorities roadmap (SPR) that need catalysis or stimulus from NIH</a:t>
            </a:r>
            <a:endParaRPr sz="1500"/>
          </a:p>
          <a:p>
            <a:pPr indent="-292100" lvl="0" marL="457200" rtl="0" algn="l">
              <a:lnSpc>
                <a:spcPct val="115000"/>
              </a:lnSpc>
              <a:spcBef>
                <a:spcPts val="0"/>
              </a:spcBef>
              <a:spcAft>
                <a:spcPts val="0"/>
              </a:spcAft>
              <a:buClr>
                <a:srgbClr val="0432FF"/>
              </a:buClr>
              <a:buSzPts val="1000"/>
              <a:buFont typeface="Arial"/>
              <a:buChar char="⦿"/>
            </a:pPr>
            <a:r>
              <a:rPr lang="en-US" sz="1500"/>
              <a:t>Understanding the impact of program announcements on getting researchers to the RWB (temporal evaluations)</a:t>
            </a:r>
            <a:endParaRPr sz="1500"/>
          </a:p>
          <a:p>
            <a:pPr indent="-260350" lvl="1" marL="914400" rtl="0" algn="l">
              <a:lnSpc>
                <a:spcPct val="115000"/>
              </a:lnSpc>
              <a:spcBef>
                <a:spcPts val="0"/>
              </a:spcBef>
              <a:spcAft>
                <a:spcPts val="0"/>
              </a:spcAft>
              <a:buSzPts val="500"/>
              <a:buChar char="•"/>
            </a:pPr>
            <a:r>
              <a:rPr i="1" lang="en-US" sz="1200"/>
              <a:t>Identifying</a:t>
            </a:r>
            <a:r>
              <a:rPr i="1" lang="en-US" sz="1200"/>
              <a:t> </a:t>
            </a:r>
            <a:r>
              <a:rPr i="1" lang="en-US" sz="1200"/>
              <a:t>announcement, may be point change analysis</a:t>
            </a:r>
            <a:endParaRPr i="1" sz="1200"/>
          </a:p>
          <a:p>
            <a:pPr indent="-292100" lvl="0" marL="457200" rtl="0" algn="l">
              <a:lnSpc>
                <a:spcPct val="115000"/>
              </a:lnSpc>
              <a:spcBef>
                <a:spcPts val="0"/>
              </a:spcBef>
              <a:spcAft>
                <a:spcPts val="0"/>
              </a:spcAft>
              <a:buClr>
                <a:srgbClr val="0432FF"/>
              </a:buClr>
              <a:buSzPts val="1000"/>
              <a:buFont typeface="Arial"/>
              <a:buChar char="⦿"/>
            </a:pPr>
            <a:r>
              <a:rPr lang="en-US" sz="1500"/>
              <a:t>Some more granularities around specific areas of disease focus within the different domains (8 focus areas + tools) can provide opportunities to develop programs with specific ICs</a:t>
            </a:r>
            <a:endParaRPr sz="1500"/>
          </a:p>
          <a:p>
            <a:pPr indent="-292100" lvl="0" marL="457200" rtl="0" algn="l">
              <a:lnSpc>
                <a:spcPct val="115000"/>
              </a:lnSpc>
              <a:spcBef>
                <a:spcPts val="0"/>
              </a:spcBef>
              <a:spcAft>
                <a:spcPts val="0"/>
              </a:spcAft>
              <a:buClr>
                <a:srgbClr val="0432FF"/>
              </a:buClr>
              <a:buSzPts val="1000"/>
              <a:buFont typeface="Arial"/>
              <a:buChar char="⦿"/>
            </a:pPr>
            <a:r>
              <a:rPr lang="en-US" sz="1500"/>
              <a:t>Grist for newsletter and program stories and highlights of the science from the community</a:t>
            </a:r>
            <a:endParaRPr sz="1500"/>
          </a:p>
          <a:p>
            <a:pPr indent="-292100" lvl="0" marL="457200" rtl="0" algn="l">
              <a:lnSpc>
                <a:spcPct val="115000"/>
              </a:lnSpc>
              <a:spcBef>
                <a:spcPts val="0"/>
              </a:spcBef>
              <a:spcAft>
                <a:spcPts val="0"/>
              </a:spcAft>
              <a:buClr>
                <a:srgbClr val="0432FF"/>
              </a:buClr>
              <a:buSzPts val="1000"/>
              <a:buFont typeface="Arial"/>
              <a:buChar char="⦿"/>
            </a:pPr>
            <a:r>
              <a:rPr lang="en-US" sz="1500"/>
              <a:t>Learning about areas that could benefit from a translational strategy.</a:t>
            </a:r>
            <a:endParaRPr sz="1500"/>
          </a:p>
          <a:p>
            <a:pPr indent="-292100" lvl="0" marL="457200" rtl="0" algn="l">
              <a:lnSpc>
                <a:spcPct val="115000"/>
              </a:lnSpc>
              <a:spcBef>
                <a:spcPts val="0"/>
              </a:spcBef>
              <a:spcAft>
                <a:spcPts val="0"/>
              </a:spcAft>
              <a:buClr>
                <a:srgbClr val="0432FF"/>
              </a:buClr>
              <a:buSzPts val="1000"/>
              <a:buFont typeface="Arial"/>
              <a:buChar char="⦿"/>
            </a:pPr>
            <a:r>
              <a:rPr lang="en-US" sz="1500"/>
              <a:t>Learning about science that was not on our roadmap – but should be ?</a:t>
            </a:r>
            <a:endParaRPr sz="1500"/>
          </a:p>
          <a:p>
            <a:pPr indent="-285750" lvl="0" marL="457200" rtl="0" algn="l">
              <a:lnSpc>
                <a:spcPct val="115000"/>
              </a:lnSpc>
              <a:spcBef>
                <a:spcPts val="0"/>
              </a:spcBef>
              <a:spcAft>
                <a:spcPts val="0"/>
              </a:spcAft>
              <a:buSzPts val="900"/>
              <a:buChar char="⦿"/>
            </a:pPr>
            <a:r>
              <a:rPr i="1" lang="en-US" sz="1500"/>
              <a:t>E</a:t>
            </a:r>
            <a:r>
              <a:rPr i="1" lang="en-US" sz="1500"/>
              <a:t>valuation of impact - a well characterized catalogue of research projects paired with publications and grant citations (and/or other downstream metrics); </a:t>
            </a:r>
            <a:endParaRPr i="1" sz="1500"/>
          </a:p>
          <a:p>
            <a:pPr indent="-285750" lvl="0" marL="457200" rtl="0" algn="l">
              <a:lnSpc>
                <a:spcPct val="115000"/>
              </a:lnSpc>
              <a:spcBef>
                <a:spcPts val="0"/>
              </a:spcBef>
              <a:spcAft>
                <a:spcPts val="0"/>
              </a:spcAft>
              <a:buSzPts val="900"/>
              <a:buChar char="⦿"/>
            </a:pPr>
            <a:r>
              <a:rPr i="1" lang="en-US" sz="1500"/>
              <a:t>Resource planning guidance (projects like this cost X);</a:t>
            </a:r>
            <a:r>
              <a:rPr i="1" lang="en-US" sz="1500"/>
              <a:t> </a:t>
            </a:r>
            <a:endParaRPr i="1" sz="1500"/>
          </a:p>
          <a:p>
            <a:pPr indent="-285750" lvl="0" marL="457200" rtl="0" algn="l">
              <a:lnSpc>
                <a:spcPct val="115000"/>
              </a:lnSpc>
              <a:spcBef>
                <a:spcPts val="0"/>
              </a:spcBef>
              <a:spcAft>
                <a:spcPts val="0"/>
              </a:spcAft>
              <a:buSzPts val="900"/>
              <a:buChar char="⦿"/>
            </a:pPr>
            <a:r>
              <a:rPr i="1" lang="en-US" sz="1500"/>
              <a:t>Social engineering - finding collaborators (researcher)</a:t>
            </a:r>
            <a:endParaRPr i="1" sz="1500"/>
          </a:p>
          <a:p>
            <a:pPr indent="-323850" lvl="0" marL="457200" rtl="0" algn="l">
              <a:lnSpc>
                <a:spcPct val="115000"/>
              </a:lnSpc>
              <a:spcBef>
                <a:spcPts val="0"/>
              </a:spcBef>
              <a:spcAft>
                <a:spcPts val="0"/>
              </a:spcAft>
              <a:buSzPts val="1500"/>
              <a:buChar char="⦿"/>
            </a:pPr>
            <a:r>
              <a:rPr i="1" lang="en-US" sz="1500"/>
              <a:t>IC representation/engagement</a:t>
            </a:r>
            <a:endParaRPr i="1" sz="1500"/>
          </a:p>
          <a:p>
            <a:pPr indent="0" lvl="0" marL="0" rtl="0" algn="l">
              <a:spcBef>
                <a:spcPts val="0"/>
              </a:spcBef>
              <a:spcAft>
                <a:spcPts val="0"/>
              </a:spcAft>
              <a:buNone/>
            </a:pPr>
            <a:r>
              <a:t/>
            </a:r>
            <a:endParaRPr sz="1500"/>
          </a:p>
        </p:txBody>
      </p:sp>
      <p:sp>
        <p:nvSpPr>
          <p:cNvPr id="519" name="Google Shape;519;p65"/>
          <p:cNvSpPr txBox="1"/>
          <p:nvPr>
            <p:ph type="title"/>
          </p:nvPr>
        </p:nvSpPr>
        <p:spPr>
          <a:xfrm>
            <a:off x="349400" y="285645"/>
            <a:ext cx="8447100" cy="346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sz="1700"/>
              <a:t>Topics to Discuss - Geoff’s email</a:t>
            </a:r>
            <a:endParaRPr sz="1700"/>
          </a:p>
        </p:txBody>
      </p:sp>
      <p:sp>
        <p:nvSpPr>
          <p:cNvPr id="520" name="Google Shape;520;p65"/>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66"/>
          <p:cNvSpPr txBox="1"/>
          <p:nvPr>
            <p:ph idx="1" type="body"/>
          </p:nvPr>
        </p:nvSpPr>
        <p:spPr>
          <a:xfrm>
            <a:off x="339879" y="744736"/>
            <a:ext cx="8460300" cy="36462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US"/>
              <a:t>Adding why we are doing this and areas of impact</a:t>
            </a:r>
            <a:endParaRPr/>
          </a:p>
          <a:p>
            <a:pPr indent="-292100" lvl="0" marL="457200" rtl="0" algn="l">
              <a:spcBef>
                <a:spcPts val="0"/>
              </a:spcBef>
              <a:spcAft>
                <a:spcPts val="0"/>
              </a:spcAft>
              <a:buSzPts val="1000"/>
              <a:buChar char="⦿"/>
            </a:pPr>
            <a:r>
              <a:rPr lang="en-US"/>
              <a:t>Impact vs </a:t>
            </a:r>
            <a:r>
              <a:rPr lang="en-US"/>
              <a:t>productivity: overtime</a:t>
            </a:r>
            <a:endParaRPr/>
          </a:p>
          <a:p>
            <a:pPr indent="-292100" lvl="0" marL="457200" rtl="0" algn="l">
              <a:spcBef>
                <a:spcPts val="0"/>
              </a:spcBef>
              <a:spcAft>
                <a:spcPts val="0"/>
              </a:spcAft>
              <a:buSzPts val="1000"/>
              <a:buChar char="⦿"/>
            </a:pPr>
            <a:r>
              <a:rPr lang="en-US"/>
              <a:t>Methods: </a:t>
            </a:r>
            <a:endParaRPr/>
          </a:p>
          <a:p>
            <a:pPr indent="-292100" lvl="0" marL="457200" rtl="0" algn="l">
              <a:spcBef>
                <a:spcPts val="0"/>
              </a:spcBef>
              <a:spcAft>
                <a:spcPts val="0"/>
              </a:spcAft>
              <a:buSzPts val="1000"/>
              <a:buChar char="⦿"/>
            </a:pPr>
            <a:r>
              <a:t/>
            </a:r>
            <a:endParaRPr/>
          </a:p>
          <a:p>
            <a:pPr indent="-292100" lvl="0" marL="457200" rtl="0" algn="l">
              <a:spcBef>
                <a:spcPts val="0"/>
              </a:spcBef>
              <a:spcAft>
                <a:spcPts val="0"/>
              </a:spcAft>
              <a:buSzPts val="1000"/>
              <a:buChar char="⦿"/>
            </a:pPr>
            <a:r>
              <a:t/>
            </a:r>
            <a:endParaRPr/>
          </a:p>
        </p:txBody>
      </p:sp>
      <p:sp>
        <p:nvSpPr>
          <p:cNvPr id="526" name="Google Shape;526;p66"/>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Meeting Notes</a:t>
            </a:r>
            <a:endParaRPr/>
          </a:p>
        </p:txBody>
      </p:sp>
      <p:sp>
        <p:nvSpPr>
          <p:cNvPr id="527" name="Google Shape;527;p66"/>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67"/>
          <p:cNvSpPr txBox="1"/>
          <p:nvPr>
            <p:ph type="title"/>
          </p:nvPr>
        </p:nvSpPr>
        <p:spPr>
          <a:xfrm>
            <a:off x="339879" y="1568033"/>
            <a:ext cx="8457600" cy="2092200"/>
          </a:xfrm>
          <a:prstGeom prst="rect">
            <a:avLst/>
          </a:prstGeom>
          <a:noFill/>
          <a:ln>
            <a:noFill/>
          </a:ln>
        </p:spPr>
        <p:txBody>
          <a:bodyPr anchorCtr="0" anchor="b" bIns="0" lIns="0" spcFirstLastPara="1" rIns="0" wrap="square" tIns="0">
            <a:noAutofit/>
          </a:bodyPr>
          <a:lstStyle/>
          <a:p>
            <a:pPr indent="0" lvl="0" marL="0" rtl="0" algn="l">
              <a:lnSpc>
                <a:spcPct val="114000"/>
              </a:lnSpc>
              <a:spcBef>
                <a:spcPts val="0"/>
              </a:spcBef>
              <a:spcAft>
                <a:spcPts val="0"/>
              </a:spcAft>
              <a:buSzPts val="2700"/>
              <a:buNone/>
            </a:pPr>
            <a:r>
              <a:rPr lang="en-US"/>
              <a:t>Extra Slides</a:t>
            </a:r>
            <a:endParaRPr/>
          </a:p>
        </p:txBody>
      </p:sp>
      <p:sp>
        <p:nvSpPr>
          <p:cNvPr id="533" name="Google Shape;533;p67"/>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68"/>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Sample of Projects with Cost less</a:t>
            </a:r>
            <a:endParaRPr/>
          </a:p>
        </p:txBody>
      </p:sp>
      <p:sp>
        <p:nvSpPr>
          <p:cNvPr id="539" name="Google Shape;539;p68"/>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graphicFrame>
        <p:nvGraphicFramePr>
          <p:cNvPr id="540" name="Google Shape;540;p68"/>
          <p:cNvGraphicFramePr/>
          <p:nvPr/>
        </p:nvGraphicFramePr>
        <p:xfrm>
          <a:off x="462900" y="845967"/>
          <a:ext cx="3000000" cy="3000000"/>
        </p:xfrm>
        <a:graphic>
          <a:graphicData uri="http://schemas.openxmlformats.org/drawingml/2006/table">
            <a:tbl>
              <a:tblPr>
                <a:noFill/>
                <a:tableStyleId>{21075E54-8EE1-4DF8-AC3F-35C2FC0C33FF}</a:tableStyleId>
              </a:tblPr>
              <a:tblGrid>
                <a:gridCol w="3745525"/>
                <a:gridCol w="4472650"/>
              </a:tblGrid>
              <a:tr h="381200">
                <a:tc>
                  <a:txBody>
                    <a:bodyPr/>
                    <a:lstStyle/>
                    <a:p>
                      <a:pPr indent="0" lvl="0" marL="0" rtl="0" algn="l">
                        <a:lnSpc>
                          <a:spcPct val="100000"/>
                        </a:lnSpc>
                        <a:spcBef>
                          <a:spcPts val="0"/>
                        </a:spcBef>
                        <a:spcAft>
                          <a:spcPts val="0"/>
                        </a:spcAft>
                        <a:buNone/>
                      </a:pPr>
                      <a:r>
                        <a:rPr b="1" lang="en-US"/>
                        <a:t>Title</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US"/>
                        <a:t>Description</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200">
                <a:tc>
                  <a:txBody>
                    <a:bodyPr/>
                    <a:lstStyle/>
                    <a:p>
                      <a:pPr indent="0" lvl="0" marL="0" rtl="0" algn="l">
                        <a:lnSpc>
                          <a:spcPct val="100000"/>
                        </a:lnSpc>
                        <a:spcBef>
                          <a:spcPts val="0"/>
                        </a:spcBef>
                        <a:spcAft>
                          <a:spcPts val="0"/>
                        </a:spcAft>
                        <a:buNone/>
                      </a:pPr>
                      <a:r>
                        <a:rPr lang="en-US"/>
                        <a:t>Asthma</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a:t>Exploring diversity of childhood onset asthma....</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200">
                <a:tc>
                  <a:txBody>
                    <a:bodyPr/>
                    <a:lstStyle/>
                    <a:p>
                      <a:pPr indent="0" lvl="0" marL="0" rtl="0" algn="l">
                        <a:lnSpc>
                          <a:spcPct val="100000"/>
                        </a:lnSpc>
                        <a:spcBef>
                          <a:spcPts val="0"/>
                        </a:spcBef>
                        <a:spcAft>
                          <a:spcPts val="0"/>
                        </a:spcAft>
                        <a:buNone/>
                      </a:pPr>
                      <a:r>
                        <a:rPr lang="en-US"/>
                        <a:t>SmokingCessation</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a:t>Examine receipt of smoking cessation treatment...</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200">
                <a:tc>
                  <a:txBody>
                    <a:bodyPr/>
                    <a:lstStyle/>
                    <a:p>
                      <a:pPr indent="0" lvl="0" marL="0" rtl="0" algn="l">
                        <a:lnSpc>
                          <a:spcPct val="100000"/>
                        </a:lnSpc>
                        <a:spcBef>
                          <a:spcPts val="0"/>
                        </a:spcBef>
                        <a:spcAft>
                          <a:spcPts val="0"/>
                        </a:spcAft>
                        <a:buNone/>
                      </a:pPr>
                      <a:r>
                        <a:rPr lang="en-US"/>
                        <a:t>miRNA research</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a:t>Understanding genetic variation in the human g...</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200">
                <a:tc>
                  <a:txBody>
                    <a:bodyPr/>
                    <a:lstStyle/>
                    <a:p>
                      <a:pPr indent="0" lvl="0" marL="0" rtl="0" algn="l">
                        <a:lnSpc>
                          <a:spcPct val="100000"/>
                        </a:lnSpc>
                        <a:spcBef>
                          <a:spcPts val="0"/>
                        </a:spcBef>
                        <a:spcAft>
                          <a:spcPts val="0"/>
                        </a:spcAft>
                        <a:buNone/>
                      </a:pPr>
                      <a:r>
                        <a:rPr lang="en-US"/>
                        <a:t>PPD GWAS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a:t>This project will be a part of my K01 grant (M...</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200">
                <a:tc>
                  <a:txBody>
                    <a:bodyPr/>
                    <a:lstStyle/>
                    <a:p>
                      <a:pPr indent="0" lvl="0" marL="0" rtl="0" algn="l">
                        <a:lnSpc>
                          <a:spcPct val="100000"/>
                        </a:lnSpc>
                        <a:spcBef>
                          <a:spcPts val="900"/>
                        </a:spcBef>
                        <a:spcAft>
                          <a:spcPts val="0"/>
                        </a:spcAft>
                        <a:buNone/>
                      </a:pPr>
                      <a:r>
                        <a:rPr lang="en-US"/>
                        <a:t>Phenotype Creation</a:t>
                      </a:r>
                      <a:endParaRPr/>
                    </a:p>
                  </a:txBody>
                  <a:tcPr marT="57150" marB="57150" marR="57150" marL="571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a:t>We seek to understand the association between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200">
                <a:tc>
                  <a:txBody>
                    <a:bodyPr/>
                    <a:lstStyle/>
                    <a:p>
                      <a:pPr indent="0" lvl="0" marL="0" rtl="0" algn="l">
                        <a:lnSpc>
                          <a:spcPct val="100000"/>
                        </a:lnSpc>
                        <a:spcBef>
                          <a:spcPts val="0"/>
                        </a:spcBef>
                        <a:spcAft>
                          <a:spcPts val="0"/>
                        </a:spcAft>
                        <a:buNone/>
                      </a:pPr>
                      <a:r>
                        <a:rPr lang="en-US"/>
                        <a:t>Von Willebrand Disease</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a:t>I intend to study the association of genetic v...</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200">
                <a:tc>
                  <a:txBody>
                    <a:bodyPr/>
                    <a:lstStyle/>
                    <a:p>
                      <a:pPr indent="0" lvl="0" marL="0" rtl="0" algn="l">
                        <a:lnSpc>
                          <a:spcPct val="100000"/>
                        </a:lnSpc>
                        <a:spcBef>
                          <a:spcPts val="0"/>
                        </a:spcBef>
                        <a:spcAft>
                          <a:spcPts val="0"/>
                        </a:spcAft>
                        <a:buNone/>
                      </a:pPr>
                      <a:r>
                        <a:rPr lang="en-US"/>
                        <a:t>Social Determinants of Colorectal Cancer</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a:t>I plan to explore the social determinants of c...</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97625">
                <a:tc>
                  <a:txBody>
                    <a:bodyPr/>
                    <a:lstStyle/>
                    <a:p>
                      <a:pPr indent="0" lvl="0" marL="0" rtl="0" algn="l">
                        <a:lnSpc>
                          <a:spcPct val="100000"/>
                        </a:lnSpc>
                        <a:spcBef>
                          <a:spcPts val="0"/>
                        </a:spcBef>
                        <a:spcAft>
                          <a:spcPts val="0"/>
                        </a:spcAft>
                        <a:buNone/>
                      </a:pPr>
                      <a:r>
                        <a:rPr lang="en-US"/>
                        <a:t>Surveys- Application of IRT and CTT</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a:t>The purpose of this study is to apply item res...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69"/>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Methods - Coding &amp; Data Analysis</a:t>
            </a:r>
            <a:endParaRPr/>
          </a:p>
        </p:txBody>
      </p:sp>
      <p:graphicFrame>
        <p:nvGraphicFramePr>
          <p:cNvPr id="546" name="Google Shape;546;p69"/>
          <p:cNvGraphicFramePr/>
          <p:nvPr/>
        </p:nvGraphicFramePr>
        <p:xfrm>
          <a:off x="671400" y="1070300"/>
          <a:ext cx="3000000" cy="3000000"/>
        </p:xfrm>
        <a:graphic>
          <a:graphicData uri="http://schemas.openxmlformats.org/drawingml/2006/table">
            <a:tbl>
              <a:tblPr>
                <a:noFill/>
                <a:tableStyleId>{1F72A87E-A3FF-4E5E-B4B5-989F89C345AF}</a:tableStyleId>
              </a:tblPr>
              <a:tblGrid>
                <a:gridCol w="1809750"/>
                <a:gridCol w="1809750"/>
                <a:gridCol w="1809750"/>
                <a:gridCol w="1809750"/>
              </a:tblGrid>
              <a:tr h="359875">
                <a:tc gridSpan="4">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solidFill>
                            <a:schemeClr val="dk1"/>
                          </a:solidFill>
                        </a:rPr>
                        <a:t>Number of Coding Scheme Elements Prioritized by Focus Area</a:t>
                      </a:r>
                      <a:endParaRPr b="1" sz="1200" u="none" cap="none" strike="noStrike">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solidFill>
                      <a:schemeClr val="accent3"/>
                    </a:solidFill>
                  </a:tcPr>
                </a:tc>
                <a:tc hMerge="1"/>
                <a:tc hMerge="1"/>
                <a:tc hMerge="1"/>
              </a:tr>
              <a:tr h="359875">
                <a:tc gridSpan="4">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solidFill>
                            <a:schemeClr val="dk1"/>
                          </a:solidFill>
                        </a:rPr>
                        <a:t>Translation</a:t>
                      </a:r>
                      <a:endParaRPr b="1" sz="1200" u="none" cap="none" strike="noStrike">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hMerge="1"/>
                <a:tc hMerge="1"/>
                <a:tc hMerge="1"/>
              </a:tr>
              <a:tr h="690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Prevalent Common &amp; Rare Conditions (</a:t>
                      </a:r>
                      <a:r>
                        <a:rPr b="1" lang="en-US" sz="1200" u="none" cap="none" strike="noStrike">
                          <a:solidFill>
                            <a:schemeClr val="accent4"/>
                          </a:solidFill>
                        </a:rPr>
                        <a:t>1599</a:t>
                      </a:r>
                      <a:r>
                        <a:rPr b="1" lang="en-US" sz="1200" u="none" cap="none" strike="noStrike">
                          <a:solidFill>
                            <a:schemeClr val="dk1"/>
                          </a:solidFill>
                        </a:rPr>
                        <a:t>/</a:t>
                      </a:r>
                      <a:r>
                        <a:rPr b="1" lang="en-US" sz="1200" u="none" cap="none" strike="noStrike">
                          <a:solidFill>
                            <a:schemeClr val="dk2"/>
                          </a:solidFill>
                        </a:rPr>
                        <a:t>1</a:t>
                      </a:r>
                      <a:r>
                        <a:rPr lang="en-US" sz="1200" u="none" cap="none" strike="noStrike">
                          <a:solidFill>
                            <a:schemeClr val="dk1"/>
                          </a:solidFill>
                        </a:rPr>
                        <a:t>)</a:t>
                      </a:r>
                      <a:endParaRPr sz="1200" u="none" cap="none" strike="noStrike">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Maternal &amp; Child Health</a:t>
                      </a:r>
                      <a:endParaRPr sz="1200" u="none" cap="none" strike="noStrike">
                        <a:solidFill>
                          <a:schemeClr val="dk1"/>
                        </a:solidFill>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a:t>
                      </a:r>
                      <a:r>
                        <a:rPr b="1" lang="en-US" sz="1200" u="none" cap="none" strike="noStrike">
                          <a:solidFill>
                            <a:schemeClr val="accent4"/>
                          </a:solidFill>
                        </a:rPr>
                        <a:t>155</a:t>
                      </a:r>
                      <a:r>
                        <a:rPr b="1" lang="en-US" sz="1200" u="none" cap="none" strike="noStrike">
                          <a:solidFill>
                            <a:schemeClr val="dk1"/>
                          </a:solidFill>
                        </a:rPr>
                        <a:t>/</a:t>
                      </a:r>
                      <a:r>
                        <a:rPr b="1" lang="en-US" sz="1200" u="none" cap="none" strike="noStrike">
                          <a:solidFill>
                            <a:schemeClr val="dk2"/>
                          </a:solidFill>
                        </a:rPr>
                        <a:t>2</a:t>
                      </a:r>
                      <a:r>
                        <a:rPr lang="en-US" sz="1200" u="none" cap="none" strike="noStrike">
                          <a:solidFill>
                            <a:schemeClr val="dk1"/>
                          </a:solidFill>
                        </a:rPr>
                        <a:t>)</a:t>
                      </a:r>
                      <a:endParaRPr sz="1200" u="none" cap="none" strike="noStrike">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Health Aging &amp; Resilience Across Lifespan </a:t>
                      </a:r>
                      <a:endParaRPr sz="1200" u="none" cap="none" strike="noStrike">
                        <a:solidFill>
                          <a:schemeClr val="dk1"/>
                        </a:solidFill>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a:t>
                      </a:r>
                      <a:r>
                        <a:rPr b="1" lang="en-US" sz="1200" u="none" cap="none" strike="noStrike">
                          <a:solidFill>
                            <a:schemeClr val="accent4"/>
                          </a:solidFill>
                        </a:rPr>
                        <a:t>52</a:t>
                      </a:r>
                      <a:r>
                        <a:rPr b="1" lang="en-US" sz="1200" u="none" cap="none" strike="noStrike">
                          <a:solidFill>
                            <a:schemeClr val="dk1"/>
                          </a:solidFill>
                        </a:rPr>
                        <a:t>/</a:t>
                      </a:r>
                      <a:r>
                        <a:rPr b="1" lang="en-US" sz="1200" u="none" cap="none" strike="noStrike">
                          <a:solidFill>
                            <a:schemeClr val="accent2"/>
                          </a:solidFill>
                        </a:rPr>
                        <a:t>2</a:t>
                      </a:r>
                      <a:r>
                        <a:rPr lang="en-US" sz="1200" u="none" cap="none" strike="noStrike">
                          <a:solidFill>
                            <a:schemeClr val="dk1"/>
                          </a:solidFill>
                        </a:rPr>
                        <a:t>)</a:t>
                      </a:r>
                      <a:endParaRPr sz="1200" u="none" cap="none" strike="noStrike">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Return of Results on Individual &amp; Population Health </a:t>
                      </a:r>
                      <a:endParaRPr sz="1200" u="none" cap="none" strike="noStrike">
                        <a:solidFill>
                          <a:schemeClr val="dk1"/>
                        </a:solidFill>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a:t>
                      </a:r>
                      <a:r>
                        <a:rPr b="1" lang="en-US" sz="1200" u="none" cap="none" strike="noStrike">
                          <a:solidFill>
                            <a:schemeClr val="accent4"/>
                          </a:solidFill>
                        </a:rPr>
                        <a:t>38</a:t>
                      </a:r>
                      <a:r>
                        <a:rPr b="1" lang="en-US" sz="1200" u="none" cap="none" strike="noStrike">
                          <a:solidFill>
                            <a:schemeClr val="dk1"/>
                          </a:solidFill>
                        </a:rPr>
                        <a:t>/</a:t>
                      </a:r>
                      <a:r>
                        <a:rPr b="1" lang="en-US" sz="1200" u="none" cap="none" strike="noStrike">
                          <a:solidFill>
                            <a:schemeClr val="accent2"/>
                          </a:solidFill>
                        </a:rPr>
                        <a:t>0</a:t>
                      </a:r>
                      <a:r>
                        <a:rPr lang="en-US" sz="1200" u="none" cap="none" strike="noStrike">
                          <a:solidFill>
                            <a:schemeClr val="dk1"/>
                          </a:solidFill>
                        </a:rPr>
                        <a:t>)</a:t>
                      </a:r>
                      <a:endParaRPr sz="1200" u="none" cap="none" strike="noStrike">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359875">
                <a:tc gridSpan="4">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solidFill>
                            <a:schemeClr val="dk1"/>
                          </a:solidFill>
                        </a:rPr>
                        <a:t>Modifiers</a:t>
                      </a:r>
                      <a:endParaRPr b="1" sz="1200" u="none" cap="none" strike="noStrike">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hMerge="1"/>
                <a:tc hMerge="1"/>
                <a:tc hMerge="1"/>
              </a:tr>
              <a:tr h="51820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Lifestyle, Substance, &amp; Behavioral Health (</a:t>
                      </a:r>
                      <a:r>
                        <a:rPr b="1" lang="en-US" sz="1200" u="none" cap="none" strike="noStrike">
                          <a:solidFill>
                            <a:schemeClr val="accent4"/>
                          </a:solidFill>
                        </a:rPr>
                        <a:t>103</a:t>
                      </a:r>
                      <a:r>
                        <a:rPr b="1" lang="en-US" sz="1200" u="none" cap="none" strike="noStrike">
                          <a:solidFill>
                            <a:schemeClr val="dk1"/>
                          </a:solidFill>
                        </a:rPr>
                        <a:t>/</a:t>
                      </a:r>
                      <a:r>
                        <a:rPr b="1" lang="en-US" sz="1200" u="none" cap="none" strike="noStrike">
                          <a:solidFill>
                            <a:schemeClr val="dk2"/>
                          </a:solidFill>
                        </a:rPr>
                        <a:t>0</a:t>
                      </a:r>
                      <a:r>
                        <a:rPr lang="en-US" sz="1200" u="none" cap="none" strike="noStrike">
                          <a:solidFill>
                            <a:schemeClr val="dk1"/>
                          </a:solidFill>
                        </a:rPr>
                        <a:t>)</a:t>
                      </a:r>
                      <a:endParaRPr sz="1200" u="none" cap="none" strike="noStrike">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Environment </a:t>
                      </a:r>
                      <a:endParaRPr sz="1200" u="none" cap="none" strike="noStrike">
                        <a:solidFill>
                          <a:schemeClr val="dk1"/>
                        </a:solidFill>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a:t>
                      </a:r>
                      <a:r>
                        <a:rPr b="1" lang="en-US" sz="1200" u="none" cap="none" strike="noStrike">
                          <a:solidFill>
                            <a:schemeClr val="accent4"/>
                          </a:solidFill>
                        </a:rPr>
                        <a:t>99</a:t>
                      </a:r>
                      <a:r>
                        <a:rPr b="1" lang="en-US" sz="1200" u="none" cap="none" strike="noStrike">
                          <a:solidFill>
                            <a:schemeClr val="dk1"/>
                          </a:solidFill>
                        </a:rPr>
                        <a:t>/</a:t>
                      </a:r>
                      <a:r>
                        <a:rPr b="1" lang="en-US" sz="1200" u="none" cap="none" strike="noStrike">
                          <a:solidFill>
                            <a:schemeClr val="accent2"/>
                          </a:solidFill>
                        </a:rPr>
                        <a:t>0</a:t>
                      </a:r>
                      <a:r>
                        <a:rPr lang="en-US" sz="1200" u="none" cap="none" strike="noStrike">
                          <a:solidFill>
                            <a:schemeClr val="dk1"/>
                          </a:solidFill>
                        </a:rPr>
                        <a:t>)</a:t>
                      </a:r>
                      <a:endParaRPr sz="1200" u="none" cap="none" strike="noStrike">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Health Equity </a:t>
                      </a:r>
                      <a:endParaRPr sz="1200" u="none" cap="none" strike="noStrike">
                        <a:solidFill>
                          <a:schemeClr val="dk1"/>
                        </a:solidFill>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a:t>
                      </a:r>
                      <a:r>
                        <a:rPr b="1" lang="en-US" sz="1200" u="none" cap="none" strike="noStrike">
                          <a:solidFill>
                            <a:schemeClr val="accent4"/>
                          </a:solidFill>
                        </a:rPr>
                        <a:t>117</a:t>
                      </a:r>
                      <a:r>
                        <a:rPr b="1" lang="en-US" sz="1200" u="none" cap="none" strike="noStrike">
                          <a:solidFill>
                            <a:schemeClr val="dk1"/>
                          </a:solidFill>
                        </a:rPr>
                        <a:t>/</a:t>
                      </a:r>
                      <a:r>
                        <a:rPr b="1" lang="en-US" sz="1200" u="none" cap="none" strike="noStrike">
                          <a:solidFill>
                            <a:schemeClr val="accent2"/>
                          </a:solidFill>
                        </a:rPr>
                        <a:t>11</a:t>
                      </a:r>
                      <a:r>
                        <a:rPr lang="en-US" sz="1200" u="none" cap="none" strike="noStrike">
                          <a:solidFill>
                            <a:schemeClr val="dk1"/>
                          </a:solidFill>
                        </a:rPr>
                        <a:t>)</a:t>
                      </a:r>
                      <a:endParaRPr sz="1200" u="none" cap="none" strike="noStrike">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Genetics &amp; Biology</a:t>
                      </a:r>
                      <a:endParaRPr sz="1200" u="none" cap="none" strike="noStrike">
                        <a:solidFill>
                          <a:schemeClr val="dk1"/>
                        </a:solidFill>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a:t>
                      </a:r>
                      <a:r>
                        <a:rPr b="1" lang="en-US" sz="1200" u="none" cap="none" strike="noStrike">
                          <a:solidFill>
                            <a:schemeClr val="accent4"/>
                          </a:solidFill>
                        </a:rPr>
                        <a:t>405</a:t>
                      </a:r>
                      <a:r>
                        <a:rPr b="1" lang="en-US" sz="1200" u="none" cap="none" strike="noStrike">
                          <a:solidFill>
                            <a:schemeClr val="dk1"/>
                          </a:solidFill>
                        </a:rPr>
                        <a:t>/</a:t>
                      </a:r>
                      <a:r>
                        <a:rPr b="1" lang="en-US" sz="1200" u="none" cap="none" strike="noStrike">
                          <a:solidFill>
                            <a:schemeClr val="accent2"/>
                          </a:solidFill>
                        </a:rPr>
                        <a:t>1</a:t>
                      </a:r>
                      <a:r>
                        <a:rPr lang="en-US" sz="1200" u="none" cap="none" strike="noStrike">
                          <a:solidFill>
                            <a:schemeClr val="dk1"/>
                          </a:solidFill>
                        </a:rPr>
                        <a:t>)</a:t>
                      </a:r>
                      <a:endParaRPr sz="1200" u="none" cap="none" strike="noStrike">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345450">
                <a:tc gridSpan="4">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chemeClr val="dk1"/>
                          </a:solidFill>
                        </a:rPr>
                        <a:t>Total: </a:t>
                      </a:r>
                      <a:r>
                        <a:rPr lang="en-US" sz="1200" u="none" cap="none" strike="noStrike">
                          <a:solidFill>
                            <a:schemeClr val="dk1"/>
                          </a:solidFill>
                        </a:rPr>
                        <a:t>2,302 keywords selected (</a:t>
                      </a:r>
                      <a:r>
                        <a:rPr lang="en-US" sz="1200" u="none" cap="none" strike="noStrike">
                          <a:solidFill>
                            <a:schemeClr val="accent4"/>
                          </a:solidFill>
                        </a:rPr>
                        <a:t>red</a:t>
                      </a:r>
                      <a:r>
                        <a:rPr lang="en-US" sz="1200" u="none" cap="none" strike="noStrike">
                          <a:solidFill>
                            <a:schemeClr val="dk1"/>
                          </a:solidFill>
                        </a:rPr>
                        <a:t>); 17 workspace description field variables selected in total (</a:t>
                      </a:r>
                      <a:r>
                        <a:rPr lang="en-US" sz="1200" u="none" cap="none" strike="noStrike">
                          <a:solidFill>
                            <a:schemeClr val="dk2"/>
                          </a:solidFill>
                        </a:rPr>
                        <a:t>blue</a:t>
                      </a:r>
                      <a:r>
                        <a:rPr lang="en-US" sz="1200" u="none" cap="none" strike="noStrike">
                          <a:solidFill>
                            <a:schemeClr val="dk1"/>
                          </a:solidFill>
                        </a:rPr>
                        <a:t>). </a:t>
                      </a:r>
                      <a:endParaRPr sz="1200" u="none" cap="none" strike="noStrike">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hMerge="1"/>
                <a:tc hMerge="1"/>
                <a:tc hMerge="1"/>
              </a:tr>
            </a:tbl>
          </a:graphicData>
        </a:graphic>
      </p:graphicFrame>
      <p:sp>
        <p:nvSpPr>
          <p:cNvPr id="547" name="Google Shape;547;p69"/>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0"/>
          <p:cNvSpPr txBox="1"/>
          <p:nvPr>
            <p:ph type="title"/>
          </p:nvPr>
        </p:nvSpPr>
        <p:spPr>
          <a:xfrm>
            <a:off x="349400" y="285647"/>
            <a:ext cx="8447100" cy="285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1603 Projects have 2-3 Categories identified using Keywords, Purpose, &amp; Population</a:t>
            </a:r>
            <a:endParaRPr/>
          </a:p>
        </p:txBody>
      </p:sp>
      <p:sp>
        <p:nvSpPr>
          <p:cNvPr id="553" name="Google Shape;553;p70"/>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sp>
        <p:nvSpPr>
          <p:cNvPr id="554" name="Google Shape;554;p70"/>
          <p:cNvSpPr txBox="1"/>
          <p:nvPr/>
        </p:nvSpPr>
        <p:spPr>
          <a:xfrm>
            <a:off x="349400" y="850050"/>
            <a:ext cx="3446700" cy="15774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Number of projects with multiple categories 2407 workspaces</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Number of projects with one category 444 workspaces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5" name="Google Shape;555;p70"/>
          <p:cNvPicPr preferRelativeResize="0"/>
          <p:nvPr/>
        </p:nvPicPr>
        <p:blipFill rotWithShape="1">
          <a:blip r:embed="rId3">
            <a:alphaModFix/>
          </a:blip>
          <a:srcRect b="0" l="0" r="0" t="0"/>
          <a:stretch/>
        </p:blipFill>
        <p:spPr>
          <a:xfrm>
            <a:off x="3948500" y="723947"/>
            <a:ext cx="4659805" cy="3713155"/>
          </a:xfrm>
          <a:prstGeom prst="rect">
            <a:avLst/>
          </a:prstGeom>
          <a:noFill/>
          <a:ln>
            <a:noFill/>
          </a:ln>
        </p:spPr>
      </p:pic>
      <p:sp>
        <p:nvSpPr>
          <p:cNvPr id="556" name="Google Shape;556;p70"/>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71"/>
          <p:cNvSpPr txBox="1"/>
          <p:nvPr>
            <p:ph idx="1" type="body"/>
          </p:nvPr>
        </p:nvSpPr>
        <p:spPr>
          <a:xfrm>
            <a:off x="339879" y="744736"/>
            <a:ext cx="8460300" cy="36462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SzPts val="1000"/>
              <a:buNone/>
            </a:pPr>
            <a:r>
              <a:t/>
            </a:r>
            <a:endParaRPr/>
          </a:p>
        </p:txBody>
      </p:sp>
      <p:sp>
        <p:nvSpPr>
          <p:cNvPr id="562" name="Google Shape;562;p71"/>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Number of Categories Assigned for Each Workspaces</a:t>
            </a:r>
            <a:endParaRPr/>
          </a:p>
        </p:txBody>
      </p:sp>
      <p:sp>
        <p:nvSpPr>
          <p:cNvPr id="563" name="Google Shape;563;p71"/>
          <p:cNvSpPr txBox="1"/>
          <p:nvPr>
            <p:ph idx="2"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pic>
        <p:nvPicPr>
          <p:cNvPr id="564" name="Google Shape;564;p71"/>
          <p:cNvPicPr preferRelativeResize="0"/>
          <p:nvPr/>
        </p:nvPicPr>
        <p:blipFill rotWithShape="1">
          <a:blip r:embed="rId3">
            <a:alphaModFix/>
          </a:blip>
          <a:srcRect b="0" l="0" r="0" t="0"/>
          <a:stretch/>
        </p:blipFill>
        <p:spPr>
          <a:xfrm>
            <a:off x="742050" y="990575"/>
            <a:ext cx="3295875" cy="2585550"/>
          </a:xfrm>
          <a:prstGeom prst="rect">
            <a:avLst/>
          </a:prstGeom>
          <a:noFill/>
          <a:ln>
            <a:noFill/>
          </a:ln>
        </p:spPr>
      </p:pic>
      <p:sp>
        <p:nvSpPr>
          <p:cNvPr id="565" name="Google Shape;565;p71"/>
          <p:cNvSpPr txBox="1"/>
          <p:nvPr/>
        </p:nvSpPr>
        <p:spPr>
          <a:xfrm>
            <a:off x="1208025" y="3577850"/>
            <a:ext cx="2457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Using Limited Keywords only</a:t>
            </a:r>
            <a:endParaRPr b="0" i="0" sz="1300" u="none" cap="none" strike="noStrike">
              <a:solidFill>
                <a:srgbClr val="000000"/>
              </a:solidFill>
              <a:latin typeface="Arial"/>
              <a:ea typeface="Arial"/>
              <a:cs typeface="Arial"/>
              <a:sym typeface="Arial"/>
            </a:endParaRPr>
          </a:p>
        </p:txBody>
      </p:sp>
      <p:pic>
        <p:nvPicPr>
          <p:cNvPr id="566" name="Google Shape;566;p71"/>
          <p:cNvPicPr preferRelativeResize="0"/>
          <p:nvPr/>
        </p:nvPicPr>
        <p:blipFill rotWithShape="1">
          <a:blip r:embed="rId4">
            <a:alphaModFix/>
          </a:blip>
          <a:srcRect b="0" l="0" r="0" t="0"/>
          <a:stretch/>
        </p:blipFill>
        <p:spPr>
          <a:xfrm>
            <a:off x="5003875" y="990572"/>
            <a:ext cx="3244700" cy="2585550"/>
          </a:xfrm>
          <a:prstGeom prst="rect">
            <a:avLst/>
          </a:prstGeom>
          <a:noFill/>
          <a:ln>
            <a:noFill/>
          </a:ln>
        </p:spPr>
      </p:pic>
      <p:sp>
        <p:nvSpPr>
          <p:cNvPr id="567" name="Google Shape;567;p71"/>
          <p:cNvSpPr txBox="1"/>
          <p:nvPr/>
        </p:nvSpPr>
        <p:spPr>
          <a:xfrm>
            <a:off x="5435775" y="3576125"/>
            <a:ext cx="28413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Using Limited Keywords and Research Purpose</a:t>
            </a:r>
            <a:endParaRPr b="0" i="0" sz="1300" u="none" cap="none" strike="noStrike">
              <a:solidFill>
                <a:srgbClr val="000000"/>
              </a:solidFill>
              <a:latin typeface="Arial"/>
              <a:ea typeface="Arial"/>
              <a:cs typeface="Arial"/>
              <a:sym typeface="Arial"/>
            </a:endParaRPr>
          </a:p>
        </p:txBody>
      </p:sp>
      <p:sp>
        <p:nvSpPr>
          <p:cNvPr id="568" name="Google Shape;568;p71"/>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72"/>
          <p:cNvSpPr txBox="1"/>
          <p:nvPr>
            <p:ph type="title"/>
          </p:nvPr>
        </p:nvSpPr>
        <p:spPr>
          <a:xfrm>
            <a:off x="349400" y="285648"/>
            <a:ext cx="8447100" cy="285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Top 30 CUIs in </a:t>
            </a:r>
            <a:r>
              <a:rPr i="1" lang="en-US"/>
              <a:t>All of Us</a:t>
            </a:r>
            <a:r>
              <a:rPr lang="en-US"/>
              <a:t> Workspaces Extracted from Study Intent</a:t>
            </a:r>
            <a:endParaRPr/>
          </a:p>
        </p:txBody>
      </p:sp>
      <p:sp>
        <p:nvSpPr>
          <p:cNvPr id="574" name="Google Shape;574;p72"/>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pic>
        <p:nvPicPr>
          <p:cNvPr id="575" name="Google Shape;575;p72"/>
          <p:cNvPicPr preferRelativeResize="0"/>
          <p:nvPr/>
        </p:nvPicPr>
        <p:blipFill rotWithShape="1">
          <a:blip r:embed="rId3">
            <a:alphaModFix/>
          </a:blip>
          <a:srcRect b="0" l="0" r="0" t="3948"/>
          <a:stretch/>
        </p:blipFill>
        <p:spPr>
          <a:xfrm>
            <a:off x="910850" y="664063"/>
            <a:ext cx="6547801" cy="3678137"/>
          </a:xfrm>
          <a:prstGeom prst="rect">
            <a:avLst/>
          </a:prstGeom>
          <a:noFill/>
          <a:ln>
            <a:noFill/>
          </a:ln>
        </p:spPr>
      </p:pic>
      <p:sp>
        <p:nvSpPr>
          <p:cNvPr id="576" name="Google Shape;576;p72"/>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73"/>
          <p:cNvSpPr txBox="1"/>
          <p:nvPr>
            <p:ph type="title"/>
          </p:nvPr>
        </p:nvSpPr>
        <p:spPr>
          <a:xfrm>
            <a:off x="74050" y="256425"/>
            <a:ext cx="8973000" cy="169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Top 30 CUIs in </a:t>
            </a:r>
            <a:r>
              <a:rPr i="1" lang="en-US"/>
              <a:t>All of Us</a:t>
            </a:r>
            <a:r>
              <a:rPr lang="en-US"/>
              <a:t> Workspaces Extracted from Anticipated Findings</a:t>
            </a:r>
            <a:endParaRPr/>
          </a:p>
        </p:txBody>
      </p:sp>
      <p:sp>
        <p:nvSpPr>
          <p:cNvPr id="582" name="Google Shape;582;p73"/>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pic>
        <p:nvPicPr>
          <p:cNvPr id="583" name="Google Shape;583;p73"/>
          <p:cNvPicPr preferRelativeResize="0"/>
          <p:nvPr/>
        </p:nvPicPr>
        <p:blipFill rotWithShape="1">
          <a:blip r:embed="rId3">
            <a:alphaModFix/>
          </a:blip>
          <a:srcRect b="0" l="0" r="0" t="3717"/>
          <a:stretch/>
        </p:blipFill>
        <p:spPr>
          <a:xfrm>
            <a:off x="647700" y="640825"/>
            <a:ext cx="6704024" cy="4040724"/>
          </a:xfrm>
          <a:prstGeom prst="rect">
            <a:avLst/>
          </a:prstGeom>
          <a:noFill/>
          <a:ln>
            <a:noFill/>
          </a:ln>
        </p:spPr>
      </p:pic>
      <p:sp>
        <p:nvSpPr>
          <p:cNvPr id="584" name="Google Shape;584;p73"/>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74"/>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graphicFrame>
        <p:nvGraphicFramePr>
          <p:cNvPr id="590" name="Google Shape;590;p74"/>
          <p:cNvGraphicFramePr/>
          <p:nvPr/>
        </p:nvGraphicFramePr>
        <p:xfrm>
          <a:off x="165200" y="326938"/>
          <a:ext cx="3000000" cy="3000000"/>
        </p:xfrm>
        <a:graphic>
          <a:graphicData uri="http://schemas.openxmlformats.org/drawingml/2006/table">
            <a:tbl>
              <a:tblPr>
                <a:noFill/>
                <a:tableStyleId>{1F72A87E-A3FF-4E5E-B4B5-989F89C345AF}</a:tableStyleId>
              </a:tblPr>
              <a:tblGrid>
                <a:gridCol w="1109925"/>
                <a:gridCol w="1093475"/>
                <a:gridCol w="1101700"/>
                <a:gridCol w="1101700"/>
                <a:gridCol w="1101700"/>
                <a:gridCol w="1101700"/>
                <a:gridCol w="1101700"/>
                <a:gridCol w="1101700"/>
              </a:tblGrid>
              <a:tr h="155175">
                <a:tc>
                  <a:txBody>
                    <a:bodyPr/>
                    <a:lstStyle/>
                    <a:p>
                      <a:pPr indent="0" lvl="0" marL="0" marR="0" rtl="0" algn="l">
                        <a:lnSpc>
                          <a:spcPct val="100000"/>
                        </a:lnSpc>
                        <a:spcBef>
                          <a:spcPts val="0"/>
                        </a:spcBef>
                        <a:spcAft>
                          <a:spcPts val="0"/>
                        </a:spcAft>
                        <a:buClr>
                          <a:srgbClr val="000000"/>
                        </a:buClr>
                        <a:buSzPts val="800"/>
                        <a:buFont typeface="Arial"/>
                        <a:buNone/>
                      </a:pPr>
                      <a:r>
                        <a:rPr b="1" lang="en-US" sz="800" u="none" cap="none" strike="noStrike"/>
                        <a:t>Common and rare conditions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b="1" lang="en-US" sz="800" u="none" cap="none" strike="noStrike"/>
                        <a:t>Maternal and child health</a:t>
                      </a:r>
                      <a:endParaRPr b="1"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b="1" lang="en-US" sz="800" u="none" cap="none" strike="noStrike"/>
                        <a:t>healthy aging and resilience</a:t>
                      </a:r>
                      <a:endParaRPr b="1"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b="1" lang="en-US" sz="800" u="none" cap="none" strike="noStrike"/>
                        <a:t>Return of results on individual, population</a:t>
                      </a:r>
                      <a:endParaRPr b="1"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b="1" lang="en-US" sz="800" u="none" cap="none" strike="noStrike"/>
                        <a:t>Lifestyle Substance, behavioral </a:t>
                      </a:r>
                      <a:endParaRPr b="1"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b="1" lang="en-US" sz="800" u="none" cap="none" strike="noStrike"/>
                        <a:t>Environment</a:t>
                      </a:r>
                      <a:endParaRPr b="1"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b="1" lang="en-US" sz="800" u="none" cap="none" strike="noStrike"/>
                        <a:t>Health equity</a:t>
                      </a:r>
                      <a:endParaRPr b="1"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b="1" lang="en-US" sz="800" u="none" cap="none" strike="noStrike"/>
                        <a:t>Genetics and biology</a:t>
                      </a:r>
                      <a:endParaRPr b="1"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0775">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COVID-19</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Dermatitis, Atopic</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Alzheimer's Disease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COVID-19</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COVID-19</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Cardiovascular Diseases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COVID-19</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Diabetes Mellitus, Non-Insulin-Dependent</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8325">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Hypertensive disease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Eclampsia</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Dementia</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Glaucoma</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Hypertensive disease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0775">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Polycystic Ovary Syndrome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COVID-19</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 of prostate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Glaucoma</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 of prostate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Diabetes Mellitus, Non-Insulin-Dependent</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 of breast</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8125">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Diabetes Mellitus, Non-Insulin-Dependent</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Endometriosis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Cardiovascular Diseases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Cardiovascular Diseases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Genome-Wide Association Study</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49675">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 of breast</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Gestational Diabetes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Degenerative polyarthritis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Diabetes Mellitus, Non-Insulin-Dependent</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 of lung</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 of breast</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Diabetes Mellitus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Glaucoma</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4725">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Diabetes Mellitus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Bacterial Vaginosis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HIV</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Diabetes Mellitus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Obesity</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Diabetes Mellitus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Cardiovascular Diseases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 of prostate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6450">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Alzheimer's Disease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Pre-Eclampsia</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Diabetes Mellitus, Non-Insulin-Dependent</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 of breast</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Mental disorders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Obesity</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 of breast</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Diabetes Mellitus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2325">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Cardiovascular Diseases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Turner Syndrome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Hypertensive disease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Obesity</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Mental Depression</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Asthma</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 of prostate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COVID-19</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1100">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 of prostate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Obesity</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Cardiovascular Diseases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HIV</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Body mass index</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COVID-19</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Alzheimer's Disease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 of pancreas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0350">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 of pancreas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Depression, Postpartum</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Inappropriate ADH Syndrome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 of lung</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HIV</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Alzheimer's Disease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Genome-Wide Association Study</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Alzheimer's Disease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4325">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Genome-Wide Association Study</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Scoliosis, unspecified</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Headache Disorders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Mental Depression</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Hypertensive disease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 of lung</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 of pancreas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Cardiovascular Diseases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8550">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 of lung</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Attention deficit hyperactivity disorder</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Diabetes Mellitus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Mental disorders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Opioids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 of pancreas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Glaucoma</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Hypertensive disease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3225">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Asthma</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COVID-19</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Pancreatitis, Chronic</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Hypertensive disease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Diabetes Mellitus, Non-Insulin-Dependent</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Diabetes Mellitus, Non-Insulin-Dependent</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Mental disorders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Body mass index</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7250">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Obesity</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Cardiovascular Diseases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Neurodegenerative Disorders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Major Depressive Disorder</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Malignant neoplasm of prostate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Dementia</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Mental Depression</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Chronic Kidney Diseases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1700">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Chronic Obstructive Airway Disease</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latin typeface="Calibri"/>
                          <a:ea typeface="Calibri"/>
                          <a:cs typeface="Calibri"/>
                          <a:sym typeface="Calibri"/>
                        </a:rPr>
                        <a:t>Congenital heart disease</a:t>
                      </a:r>
                      <a:endParaRPr sz="800" u="none" cap="none" strike="noStrike">
                        <a:latin typeface="Calibri"/>
                        <a:ea typeface="Calibri"/>
                        <a:cs typeface="Calibri"/>
                        <a:sym typeface="Calibri"/>
                      </a:endParaRPr>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Mild cognitive disorder</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Asthma</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Diabetes Mellitus</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Mental Depression</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Obesity</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t>Diabetes Mellitus, Non-Insulin-Dependent</a:t>
                      </a:r>
                      <a:endParaRPr sz="800" u="none" cap="none" strike="noStrike"/>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591" name="Google Shape;591;p74"/>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75"/>
          <p:cNvSpPr txBox="1"/>
          <p:nvPr>
            <p:ph idx="1" type="body"/>
          </p:nvPr>
        </p:nvSpPr>
        <p:spPr>
          <a:xfrm>
            <a:off x="339879" y="744736"/>
            <a:ext cx="8460300" cy="36462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SzPts val="1000"/>
              <a:buNone/>
            </a:pPr>
            <a:r>
              <a:t/>
            </a:r>
            <a:endParaRPr/>
          </a:p>
        </p:txBody>
      </p:sp>
      <p:sp>
        <p:nvSpPr>
          <p:cNvPr id="597" name="Google Shape;597;p75"/>
          <p:cNvSpPr txBox="1"/>
          <p:nvPr>
            <p:ph type="title"/>
          </p:nvPr>
        </p:nvSpPr>
        <p:spPr>
          <a:xfrm>
            <a:off x="349400" y="285650"/>
            <a:ext cx="8640600" cy="285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12533 Cohort Built in 2079 Workspace, Mainly Conditions used To Build Cohorts</a:t>
            </a:r>
            <a:endParaRPr/>
          </a:p>
        </p:txBody>
      </p:sp>
      <p:sp>
        <p:nvSpPr>
          <p:cNvPr id="598" name="Google Shape;598;p75"/>
          <p:cNvSpPr txBox="1"/>
          <p:nvPr>
            <p:ph idx="2"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p>
            <a:pPr indent="0" lvl="0" marL="0" rtl="0" algn="ctr">
              <a:lnSpc>
                <a:spcPct val="114000"/>
              </a:lnSpc>
              <a:spcBef>
                <a:spcPts val="0"/>
              </a:spcBef>
              <a:spcAft>
                <a:spcPts val="0"/>
              </a:spcAft>
              <a:buSzPts val="800"/>
              <a:buNone/>
            </a:pPr>
            <a:r>
              <a:t/>
            </a:r>
            <a:endParaRPr/>
          </a:p>
        </p:txBody>
      </p:sp>
      <p:pic>
        <p:nvPicPr>
          <p:cNvPr id="599" name="Google Shape;599;p75"/>
          <p:cNvPicPr preferRelativeResize="0"/>
          <p:nvPr/>
        </p:nvPicPr>
        <p:blipFill rotWithShape="1">
          <a:blip r:embed="rId3">
            <a:alphaModFix/>
          </a:blip>
          <a:srcRect b="0" l="0" r="0" t="0"/>
          <a:stretch/>
        </p:blipFill>
        <p:spPr>
          <a:xfrm>
            <a:off x="4994138" y="736500"/>
            <a:ext cx="3724574" cy="4000700"/>
          </a:xfrm>
          <a:prstGeom prst="rect">
            <a:avLst/>
          </a:prstGeom>
          <a:noFill/>
          <a:ln>
            <a:noFill/>
          </a:ln>
        </p:spPr>
      </p:pic>
      <p:pic>
        <p:nvPicPr>
          <p:cNvPr id="600" name="Google Shape;600;p75"/>
          <p:cNvPicPr preferRelativeResize="0"/>
          <p:nvPr/>
        </p:nvPicPr>
        <p:blipFill rotWithShape="1">
          <a:blip r:embed="rId4">
            <a:alphaModFix/>
          </a:blip>
          <a:srcRect b="0" l="0" r="0" t="0"/>
          <a:stretch/>
        </p:blipFill>
        <p:spPr>
          <a:xfrm>
            <a:off x="495550" y="707262"/>
            <a:ext cx="3779025" cy="4059175"/>
          </a:xfrm>
          <a:prstGeom prst="rect">
            <a:avLst/>
          </a:prstGeom>
          <a:noFill/>
          <a:ln>
            <a:noFill/>
          </a:ln>
        </p:spPr>
      </p:pic>
      <p:sp>
        <p:nvSpPr>
          <p:cNvPr id="601" name="Google Shape;601;p75"/>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76"/>
          <p:cNvSpPr txBox="1"/>
          <p:nvPr>
            <p:ph type="title"/>
          </p:nvPr>
        </p:nvSpPr>
        <p:spPr>
          <a:xfrm>
            <a:off x="339880" y="1358578"/>
            <a:ext cx="8457600" cy="1381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Older slides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77"/>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Background </a:t>
            </a:r>
            <a:endParaRPr/>
          </a:p>
        </p:txBody>
      </p:sp>
      <p:sp>
        <p:nvSpPr>
          <p:cNvPr id="612" name="Google Shape;612;p77"/>
          <p:cNvSpPr txBox="1"/>
          <p:nvPr>
            <p:ph idx="1" type="body"/>
          </p:nvPr>
        </p:nvSpPr>
        <p:spPr>
          <a:xfrm>
            <a:off x="0" y="4496025"/>
            <a:ext cx="9144000" cy="647400"/>
          </a:xfrm>
          <a:prstGeom prst="rect">
            <a:avLst/>
          </a:prstGeom>
        </p:spPr>
        <p:txBody>
          <a:bodyPr anchorCtr="0" anchor="b" bIns="171425" lIns="342875" spcFirstLastPara="1" rIns="342875" wrap="square" tIns="171425">
            <a:noAutofit/>
          </a:bodyPr>
          <a:lstStyle/>
          <a:p>
            <a:pPr indent="0" lvl="0" marL="0" rtl="0" algn="l">
              <a:lnSpc>
                <a:spcPct val="115000"/>
              </a:lnSpc>
              <a:spcBef>
                <a:spcPts val="0"/>
              </a:spcBef>
              <a:spcAft>
                <a:spcPts val="0"/>
              </a:spcAft>
              <a:buNone/>
            </a:pPr>
            <a:r>
              <a:t/>
            </a:r>
            <a:endParaRPr b="0" i="1" sz="1200"/>
          </a:p>
          <a:p>
            <a:pPr indent="0" lvl="0" marL="0" rtl="0" algn="l">
              <a:lnSpc>
                <a:spcPct val="115000"/>
              </a:lnSpc>
              <a:spcBef>
                <a:spcPts val="0"/>
              </a:spcBef>
              <a:spcAft>
                <a:spcPts val="0"/>
              </a:spcAft>
              <a:buNone/>
            </a:pPr>
            <a:r>
              <a:t/>
            </a:r>
            <a:endParaRPr sz="1200"/>
          </a:p>
        </p:txBody>
      </p:sp>
      <p:sp>
        <p:nvSpPr>
          <p:cNvPr id="613" name="Google Shape;613;p77"/>
          <p:cNvSpPr txBox="1"/>
          <p:nvPr/>
        </p:nvSpPr>
        <p:spPr>
          <a:xfrm>
            <a:off x="227800" y="694713"/>
            <a:ext cx="8447100" cy="16068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a:solidFill>
                  <a:schemeClr val="dk1"/>
                </a:solidFill>
              </a:rPr>
              <a:t>8 focus areas support development of </a:t>
            </a:r>
            <a:r>
              <a:rPr lang="en-US">
                <a:solidFill>
                  <a:schemeClr val="dk1"/>
                </a:solidFill>
              </a:rPr>
              <a:t>an organized</a:t>
            </a:r>
            <a:r>
              <a:rPr lang="en-US">
                <a:solidFill>
                  <a:schemeClr val="dk1"/>
                </a:solidFill>
              </a:rPr>
              <a:t> </a:t>
            </a:r>
            <a:r>
              <a:rPr i="1" lang="en-US">
                <a:solidFill>
                  <a:schemeClr val="dk1"/>
                </a:solidFill>
              </a:rPr>
              <a:t>All of Us </a:t>
            </a:r>
            <a:r>
              <a:rPr lang="en-US">
                <a:solidFill>
                  <a:schemeClr val="dk1"/>
                </a:solidFill>
              </a:rPr>
              <a:t>research portfolio to evaluate &amp; monitor the new</a:t>
            </a:r>
            <a:r>
              <a:rPr i="1" lang="en-US">
                <a:solidFill>
                  <a:schemeClr val="dk1"/>
                </a:solidFill>
              </a:rPr>
              <a:t> </a:t>
            </a:r>
            <a:r>
              <a:rPr lang="en-US">
                <a:solidFill>
                  <a:schemeClr val="dk1"/>
                </a:solidFill>
              </a:rPr>
              <a:t>scientific framework. </a:t>
            </a:r>
            <a:endParaRPr>
              <a:solidFill>
                <a:schemeClr val="dk1"/>
              </a:solidFill>
            </a:endParaRPr>
          </a:p>
          <a:p>
            <a:pPr indent="0" lvl="0" marL="0" rtl="0" algn="just">
              <a:spcBef>
                <a:spcPts val="0"/>
              </a:spcBef>
              <a:spcAft>
                <a:spcPts val="0"/>
              </a:spcAft>
              <a:buNone/>
            </a:pPr>
            <a:r>
              <a:t/>
            </a:r>
            <a:endParaRPr sz="1600">
              <a:solidFill>
                <a:schemeClr val="dk1"/>
              </a:solidFill>
            </a:endParaRPr>
          </a:p>
          <a:p>
            <a:pPr indent="0" lvl="0" marL="0" rtl="0" algn="just">
              <a:spcBef>
                <a:spcPts val="0"/>
              </a:spcBef>
              <a:spcAft>
                <a:spcPts val="0"/>
              </a:spcAft>
              <a:buNone/>
            </a:pPr>
            <a:r>
              <a:t/>
            </a:r>
            <a:endParaRPr sz="1600">
              <a:solidFill>
                <a:schemeClr val="dk1"/>
              </a:solidFill>
            </a:endParaRPr>
          </a:p>
          <a:p>
            <a:pPr indent="0" lvl="0" marL="0" rtl="0" algn="l">
              <a:lnSpc>
                <a:spcPct val="115000"/>
              </a:lnSpc>
              <a:spcBef>
                <a:spcPts val="0"/>
              </a:spcBef>
              <a:spcAft>
                <a:spcPts val="0"/>
              </a:spcAft>
              <a:buNone/>
            </a:pPr>
            <a:r>
              <a:t/>
            </a:r>
            <a:endParaRPr sz="1600">
              <a:solidFill>
                <a:schemeClr val="dk1"/>
              </a:solidFill>
            </a:endParaRPr>
          </a:p>
          <a:p>
            <a:pPr indent="0" lvl="0" marL="0" rtl="0" algn="l">
              <a:spcBef>
                <a:spcPts val="0"/>
              </a:spcBef>
              <a:spcAft>
                <a:spcPts val="1000"/>
              </a:spcAft>
              <a:buNone/>
            </a:pPr>
            <a:r>
              <a:t/>
            </a:r>
            <a:endParaRPr i="1">
              <a:solidFill>
                <a:schemeClr val="dk1"/>
              </a:solidFill>
            </a:endParaRPr>
          </a:p>
        </p:txBody>
      </p:sp>
      <p:pic>
        <p:nvPicPr>
          <p:cNvPr id="614" name="Google Shape;614;p77"/>
          <p:cNvPicPr preferRelativeResize="0"/>
          <p:nvPr/>
        </p:nvPicPr>
        <p:blipFill>
          <a:blip r:embed="rId3">
            <a:alphaModFix/>
          </a:blip>
          <a:stretch>
            <a:fillRect/>
          </a:stretch>
        </p:blipFill>
        <p:spPr>
          <a:xfrm>
            <a:off x="1604775" y="1562163"/>
            <a:ext cx="5934449" cy="2720924"/>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78"/>
          <p:cNvSpPr txBox="1"/>
          <p:nvPr>
            <p:ph type="title"/>
          </p:nvPr>
        </p:nvSpPr>
        <p:spPr>
          <a:xfrm>
            <a:off x="349400" y="285648"/>
            <a:ext cx="8447100" cy="26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Project In </a:t>
            </a:r>
            <a:r>
              <a:rPr i="1" lang="en-US"/>
              <a:t>All of Us</a:t>
            </a:r>
            <a:r>
              <a:rPr lang="en-US"/>
              <a:t> Directory Description Sources - Free Text</a:t>
            </a:r>
            <a:endParaRPr/>
          </a:p>
          <a:p>
            <a:pPr indent="0" lvl="0" marL="0" rtl="0" algn="l">
              <a:spcBef>
                <a:spcPts val="0"/>
              </a:spcBef>
              <a:spcAft>
                <a:spcPts val="0"/>
              </a:spcAft>
              <a:buNone/>
            </a:pPr>
            <a:r>
              <a:t/>
            </a:r>
            <a:endParaRPr/>
          </a:p>
        </p:txBody>
      </p:sp>
      <p:sp>
        <p:nvSpPr>
          <p:cNvPr id="620" name="Google Shape;620;p78"/>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621" name="Google Shape;621;p78"/>
          <p:cNvPicPr preferRelativeResize="0"/>
          <p:nvPr/>
        </p:nvPicPr>
        <p:blipFill>
          <a:blip r:embed="rId3">
            <a:alphaModFix/>
          </a:blip>
          <a:stretch>
            <a:fillRect/>
          </a:stretch>
        </p:blipFill>
        <p:spPr>
          <a:xfrm>
            <a:off x="633588" y="675963"/>
            <a:ext cx="6197274" cy="37915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79"/>
          <p:cNvSpPr txBox="1"/>
          <p:nvPr>
            <p:ph type="title"/>
          </p:nvPr>
        </p:nvSpPr>
        <p:spPr>
          <a:xfrm>
            <a:off x="349400" y="285648"/>
            <a:ext cx="8447100" cy="270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Project In </a:t>
            </a:r>
            <a:r>
              <a:rPr i="1" lang="en-US"/>
              <a:t>All of Us</a:t>
            </a:r>
            <a:r>
              <a:rPr lang="en-US"/>
              <a:t> Directory Description - Other MetaData</a:t>
            </a:r>
            <a:endParaRPr/>
          </a:p>
          <a:p>
            <a:pPr indent="0" lvl="0" marL="0" rtl="0" algn="l">
              <a:spcBef>
                <a:spcPts val="0"/>
              </a:spcBef>
              <a:spcAft>
                <a:spcPts val="0"/>
              </a:spcAft>
              <a:buNone/>
            </a:pPr>
            <a:r>
              <a:t/>
            </a:r>
            <a:endParaRPr/>
          </a:p>
        </p:txBody>
      </p:sp>
      <p:sp>
        <p:nvSpPr>
          <p:cNvPr id="627" name="Google Shape;627;p79"/>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628" name="Google Shape;628;p79"/>
          <p:cNvPicPr preferRelativeResize="0"/>
          <p:nvPr/>
        </p:nvPicPr>
        <p:blipFill rotWithShape="1">
          <a:blip r:embed="rId3">
            <a:alphaModFix/>
          </a:blip>
          <a:srcRect b="0" l="0" r="6050" t="0"/>
          <a:stretch/>
        </p:blipFill>
        <p:spPr>
          <a:xfrm>
            <a:off x="342900" y="632775"/>
            <a:ext cx="5328597" cy="3880501"/>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80"/>
          <p:cNvSpPr txBox="1"/>
          <p:nvPr>
            <p:ph idx="1" type="body"/>
          </p:nvPr>
        </p:nvSpPr>
        <p:spPr>
          <a:xfrm>
            <a:off x="339879" y="744736"/>
            <a:ext cx="8460300" cy="364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34" name="Google Shape;634;p80"/>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Project In </a:t>
            </a:r>
            <a:r>
              <a:rPr i="1" lang="en-US"/>
              <a:t>All of Us</a:t>
            </a:r>
            <a:r>
              <a:rPr lang="en-US"/>
              <a:t> Directory Description - Other MetaData</a:t>
            </a:r>
            <a:endParaRPr/>
          </a:p>
        </p:txBody>
      </p:sp>
      <p:sp>
        <p:nvSpPr>
          <p:cNvPr id="635" name="Google Shape;635;p80"/>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636" name="Google Shape;636;p80"/>
          <p:cNvPicPr preferRelativeResize="0"/>
          <p:nvPr/>
        </p:nvPicPr>
        <p:blipFill>
          <a:blip r:embed="rId3">
            <a:alphaModFix/>
          </a:blip>
          <a:stretch>
            <a:fillRect/>
          </a:stretch>
        </p:blipFill>
        <p:spPr>
          <a:xfrm>
            <a:off x="1717850" y="571500"/>
            <a:ext cx="5138575" cy="401522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81"/>
          <p:cNvSpPr txBox="1"/>
          <p:nvPr>
            <p:ph type="title"/>
          </p:nvPr>
        </p:nvSpPr>
        <p:spPr>
          <a:xfrm>
            <a:off x="349400" y="285647"/>
            <a:ext cx="8447100" cy="287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Methods - Output of Analyzing Workspaces</a:t>
            </a:r>
            <a:endParaRPr/>
          </a:p>
        </p:txBody>
      </p:sp>
      <p:sp>
        <p:nvSpPr>
          <p:cNvPr id="642" name="Google Shape;642;p81"/>
          <p:cNvSpPr/>
          <p:nvPr/>
        </p:nvSpPr>
        <p:spPr>
          <a:xfrm>
            <a:off x="1515125" y="789550"/>
            <a:ext cx="2297400" cy="287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rPr>
              <a:t>Free Text</a:t>
            </a:r>
            <a:endParaRPr>
              <a:solidFill>
                <a:schemeClr val="lt1"/>
              </a:solidFill>
            </a:endParaRPr>
          </a:p>
        </p:txBody>
      </p:sp>
      <p:sp>
        <p:nvSpPr>
          <p:cNvPr id="643" name="Google Shape;643;p81"/>
          <p:cNvSpPr/>
          <p:nvPr/>
        </p:nvSpPr>
        <p:spPr>
          <a:xfrm>
            <a:off x="1515125" y="1042100"/>
            <a:ext cx="22974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Title, intent, and finding</a:t>
            </a:r>
            <a:endParaRPr/>
          </a:p>
        </p:txBody>
      </p:sp>
      <p:sp>
        <p:nvSpPr>
          <p:cNvPr id="644" name="Google Shape;644;p81"/>
          <p:cNvSpPr/>
          <p:nvPr/>
        </p:nvSpPr>
        <p:spPr>
          <a:xfrm>
            <a:off x="347075" y="1042100"/>
            <a:ext cx="1089600" cy="4389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Source</a:t>
            </a:r>
            <a:endParaRPr/>
          </a:p>
        </p:txBody>
      </p:sp>
      <p:sp>
        <p:nvSpPr>
          <p:cNvPr id="645" name="Google Shape;645;p81"/>
          <p:cNvSpPr/>
          <p:nvPr/>
        </p:nvSpPr>
        <p:spPr>
          <a:xfrm>
            <a:off x="4343975" y="1067100"/>
            <a:ext cx="13911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Research Purpose</a:t>
            </a:r>
            <a:endParaRPr/>
          </a:p>
        </p:txBody>
      </p:sp>
      <p:sp>
        <p:nvSpPr>
          <p:cNvPr id="646" name="Google Shape;646;p81"/>
          <p:cNvSpPr/>
          <p:nvPr/>
        </p:nvSpPr>
        <p:spPr>
          <a:xfrm>
            <a:off x="4343975" y="780000"/>
            <a:ext cx="4684500" cy="287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rPr>
              <a:t>Meta Data</a:t>
            </a:r>
            <a:endParaRPr>
              <a:solidFill>
                <a:schemeClr val="lt1"/>
              </a:solidFill>
            </a:endParaRPr>
          </a:p>
        </p:txBody>
      </p:sp>
      <p:sp>
        <p:nvSpPr>
          <p:cNvPr id="647" name="Google Shape;647;p81"/>
          <p:cNvSpPr/>
          <p:nvPr/>
        </p:nvSpPr>
        <p:spPr>
          <a:xfrm>
            <a:off x="5735075" y="1067100"/>
            <a:ext cx="16467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Population of </a:t>
            </a:r>
            <a:r>
              <a:rPr lang="en-US"/>
              <a:t>interest</a:t>
            </a:r>
            <a:endParaRPr/>
          </a:p>
        </p:txBody>
      </p:sp>
      <p:sp>
        <p:nvSpPr>
          <p:cNvPr id="648" name="Google Shape;648;p81"/>
          <p:cNvSpPr/>
          <p:nvPr/>
        </p:nvSpPr>
        <p:spPr>
          <a:xfrm>
            <a:off x="347075" y="1939800"/>
            <a:ext cx="1089600" cy="4389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Extracted Information</a:t>
            </a:r>
            <a:endParaRPr/>
          </a:p>
        </p:txBody>
      </p:sp>
      <p:sp>
        <p:nvSpPr>
          <p:cNvPr id="649" name="Google Shape;649;p81"/>
          <p:cNvSpPr/>
          <p:nvPr/>
        </p:nvSpPr>
        <p:spPr>
          <a:xfrm>
            <a:off x="1515125" y="1939925"/>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a:t>Scientific</a:t>
            </a:r>
            <a:r>
              <a:rPr lang="en-US"/>
              <a:t> categories</a:t>
            </a:r>
            <a:endParaRPr/>
          </a:p>
          <a:p>
            <a:pPr indent="0" lvl="0" marL="457200" rtl="0" algn="l">
              <a:spcBef>
                <a:spcPts val="0"/>
              </a:spcBef>
              <a:spcAft>
                <a:spcPts val="0"/>
              </a:spcAft>
              <a:buNone/>
            </a:pPr>
            <a:r>
              <a:t/>
            </a:r>
            <a:endParaRPr/>
          </a:p>
        </p:txBody>
      </p:sp>
      <p:sp>
        <p:nvSpPr>
          <p:cNvPr id="650" name="Google Shape;650;p81"/>
          <p:cNvSpPr/>
          <p:nvPr/>
        </p:nvSpPr>
        <p:spPr>
          <a:xfrm>
            <a:off x="7381775" y="1067100"/>
            <a:ext cx="16467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Cohort </a:t>
            </a:r>
            <a:r>
              <a:rPr lang="en-US"/>
              <a:t>Information</a:t>
            </a:r>
            <a:r>
              <a:rPr lang="en-US"/>
              <a:t> </a:t>
            </a:r>
            <a:endParaRPr/>
          </a:p>
        </p:txBody>
      </p:sp>
      <p:sp>
        <p:nvSpPr>
          <p:cNvPr id="651" name="Google Shape;651;p81"/>
          <p:cNvSpPr/>
          <p:nvPr/>
        </p:nvSpPr>
        <p:spPr>
          <a:xfrm>
            <a:off x="4028138" y="1939925"/>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a:t>Diseases analyzed by researchers</a:t>
            </a:r>
            <a:endParaRPr/>
          </a:p>
          <a:p>
            <a:pPr indent="0" lvl="0" marL="0" rtl="0" algn="l">
              <a:spcBef>
                <a:spcPts val="0"/>
              </a:spcBef>
              <a:spcAft>
                <a:spcPts val="0"/>
              </a:spcAft>
              <a:buNone/>
            </a:pPr>
            <a:r>
              <a:t/>
            </a:r>
            <a:endParaRPr/>
          </a:p>
        </p:txBody>
      </p:sp>
      <p:sp>
        <p:nvSpPr>
          <p:cNvPr id="652" name="Google Shape;652;p81"/>
          <p:cNvSpPr/>
          <p:nvPr/>
        </p:nvSpPr>
        <p:spPr>
          <a:xfrm>
            <a:off x="6626225" y="1939925"/>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spcBef>
                <a:spcPts val="0"/>
              </a:spcBef>
              <a:spcAft>
                <a:spcPts val="0"/>
              </a:spcAft>
              <a:buNone/>
            </a:pPr>
            <a:r>
              <a:rPr lang="en-US"/>
              <a:t>Data domain used</a:t>
            </a:r>
            <a:endParaRPr/>
          </a:p>
        </p:txBody>
      </p:sp>
      <p:cxnSp>
        <p:nvCxnSpPr>
          <p:cNvPr id="653" name="Google Shape;653;p81"/>
          <p:cNvCxnSpPr>
            <a:stCxn id="643" idx="2"/>
            <a:endCxn id="649" idx="0"/>
          </p:cNvCxnSpPr>
          <p:nvPr/>
        </p:nvCxnSpPr>
        <p:spPr>
          <a:xfrm flipH="1" rot="-5400000">
            <a:off x="2434625" y="1710200"/>
            <a:ext cx="459000" cy="600"/>
          </a:xfrm>
          <a:prstGeom prst="bentConnector3">
            <a:avLst>
              <a:gd fmla="val 49992" name="adj1"/>
            </a:avLst>
          </a:prstGeom>
          <a:noFill/>
          <a:ln cap="flat" cmpd="sng" w="9525">
            <a:solidFill>
              <a:schemeClr val="dk2"/>
            </a:solidFill>
            <a:prstDash val="solid"/>
            <a:round/>
            <a:headEnd len="med" w="med" type="none"/>
            <a:tailEnd len="med" w="med" type="none"/>
          </a:ln>
        </p:spPr>
      </p:cxnSp>
      <p:cxnSp>
        <p:nvCxnSpPr>
          <p:cNvPr id="654" name="Google Shape;654;p81"/>
          <p:cNvCxnSpPr>
            <a:stCxn id="645" idx="2"/>
            <a:endCxn id="649" idx="0"/>
          </p:cNvCxnSpPr>
          <p:nvPr/>
        </p:nvCxnSpPr>
        <p:spPr>
          <a:xfrm rot="5400000">
            <a:off x="3634775" y="535050"/>
            <a:ext cx="433800" cy="2375700"/>
          </a:xfrm>
          <a:prstGeom prst="bentConnector3">
            <a:avLst>
              <a:gd fmla="val 50014" name="adj1"/>
            </a:avLst>
          </a:prstGeom>
          <a:noFill/>
          <a:ln cap="flat" cmpd="sng" w="9525">
            <a:solidFill>
              <a:schemeClr val="dk2"/>
            </a:solidFill>
            <a:prstDash val="solid"/>
            <a:round/>
            <a:headEnd len="med" w="med" type="none"/>
            <a:tailEnd len="med" w="med" type="none"/>
          </a:ln>
        </p:spPr>
      </p:cxnSp>
      <p:cxnSp>
        <p:nvCxnSpPr>
          <p:cNvPr id="655" name="Google Shape;655;p81"/>
          <p:cNvCxnSpPr>
            <a:stCxn id="647" idx="2"/>
            <a:endCxn id="649" idx="0"/>
          </p:cNvCxnSpPr>
          <p:nvPr/>
        </p:nvCxnSpPr>
        <p:spPr>
          <a:xfrm rot="5400000">
            <a:off x="4394225" y="-224400"/>
            <a:ext cx="433800" cy="3894600"/>
          </a:xfrm>
          <a:prstGeom prst="bentConnector3">
            <a:avLst>
              <a:gd fmla="val 50014" name="adj1"/>
            </a:avLst>
          </a:prstGeom>
          <a:noFill/>
          <a:ln cap="flat" cmpd="sng" w="9525">
            <a:solidFill>
              <a:schemeClr val="dk2"/>
            </a:solidFill>
            <a:prstDash val="solid"/>
            <a:round/>
            <a:headEnd len="med" w="med" type="none"/>
            <a:tailEnd len="med" w="med" type="none"/>
          </a:ln>
        </p:spPr>
      </p:cxnSp>
      <p:cxnSp>
        <p:nvCxnSpPr>
          <p:cNvPr id="656" name="Google Shape;656;p81"/>
          <p:cNvCxnSpPr>
            <a:stCxn id="643" idx="2"/>
            <a:endCxn id="651" idx="0"/>
          </p:cNvCxnSpPr>
          <p:nvPr/>
        </p:nvCxnSpPr>
        <p:spPr>
          <a:xfrm flipH="1" rot="-5400000">
            <a:off x="3690875" y="453950"/>
            <a:ext cx="459000" cy="2513100"/>
          </a:xfrm>
          <a:prstGeom prst="bentConnector3">
            <a:avLst>
              <a:gd fmla="val 28126" name="adj1"/>
            </a:avLst>
          </a:prstGeom>
          <a:noFill/>
          <a:ln cap="flat" cmpd="sng" w="9525">
            <a:solidFill>
              <a:schemeClr val="dk1"/>
            </a:solidFill>
            <a:prstDash val="solid"/>
            <a:round/>
            <a:headEnd len="med" w="med" type="none"/>
            <a:tailEnd len="med" w="med" type="none"/>
          </a:ln>
        </p:spPr>
      </p:cxnSp>
      <p:cxnSp>
        <p:nvCxnSpPr>
          <p:cNvPr id="657" name="Google Shape;657;p81"/>
          <p:cNvCxnSpPr>
            <a:stCxn id="650" idx="2"/>
            <a:endCxn id="651" idx="0"/>
          </p:cNvCxnSpPr>
          <p:nvPr/>
        </p:nvCxnSpPr>
        <p:spPr>
          <a:xfrm rot="5400000">
            <a:off x="6474125" y="208800"/>
            <a:ext cx="433800" cy="3028200"/>
          </a:xfrm>
          <a:prstGeom prst="bentConnector3">
            <a:avLst>
              <a:gd fmla="val 23997" name="adj1"/>
            </a:avLst>
          </a:prstGeom>
          <a:noFill/>
          <a:ln cap="flat" cmpd="sng" w="9525">
            <a:solidFill>
              <a:schemeClr val="dk1"/>
            </a:solidFill>
            <a:prstDash val="solid"/>
            <a:round/>
            <a:headEnd len="med" w="med" type="none"/>
            <a:tailEnd len="med" w="med" type="none"/>
          </a:ln>
        </p:spPr>
      </p:cxnSp>
      <p:cxnSp>
        <p:nvCxnSpPr>
          <p:cNvPr id="658" name="Google Shape;658;p81"/>
          <p:cNvCxnSpPr>
            <a:stCxn id="650" idx="2"/>
            <a:endCxn id="652" idx="0"/>
          </p:cNvCxnSpPr>
          <p:nvPr/>
        </p:nvCxnSpPr>
        <p:spPr>
          <a:xfrm rot="5400000">
            <a:off x="7773125" y="1507800"/>
            <a:ext cx="433800" cy="430200"/>
          </a:xfrm>
          <a:prstGeom prst="bentConnector3">
            <a:avLst>
              <a:gd fmla="val 50014"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82"/>
          <p:cNvSpPr txBox="1"/>
          <p:nvPr>
            <p:ph type="title"/>
          </p:nvPr>
        </p:nvSpPr>
        <p:spPr>
          <a:xfrm>
            <a:off x="349400" y="285647"/>
            <a:ext cx="8447100" cy="287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Methods - Output of Analyzing Workspaces</a:t>
            </a:r>
            <a:endParaRPr/>
          </a:p>
        </p:txBody>
      </p:sp>
      <p:sp>
        <p:nvSpPr>
          <p:cNvPr id="664" name="Google Shape;664;p82"/>
          <p:cNvSpPr/>
          <p:nvPr/>
        </p:nvSpPr>
        <p:spPr>
          <a:xfrm>
            <a:off x="1515125" y="789550"/>
            <a:ext cx="2297400" cy="287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rPr>
              <a:t>Free Text</a:t>
            </a:r>
            <a:endParaRPr>
              <a:solidFill>
                <a:schemeClr val="lt1"/>
              </a:solidFill>
            </a:endParaRPr>
          </a:p>
        </p:txBody>
      </p:sp>
      <p:sp>
        <p:nvSpPr>
          <p:cNvPr id="665" name="Google Shape;665;p82"/>
          <p:cNvSpPr/>
          <p:nvPr/>
        </p:nvSpPr>
        <p:spPr>
          <a:xfrm>
            <a:off x="1515125" y="1042100"/>
            <a:ext cx="22974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Title, intent, and finding</a:t>
            </a:r>
            <a:endParaRPr/>
          </a:p>
        </p:txBody>
      </p:sp>
      <p:sp>
        <p:nvSpPr>
          <p:cNvPr id="666" name="Google Shape;666;p82"/>
          <p:cNvSpPr/>
          <p:nvPr/>
        </p:nvSpPr>
        <p:spPr>
          <a:xfrm>
            <a:off x="347075" y="1042100"/>
            <a:ext cx="1089600" cy="4389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Source</a:t>
            </a:r>
            <a:endParaRPr/>
          </a:p>
        </p:txBody>
      </p:sp>
      <p:sp>
        <p:nvSpPr>
          <p:cNvPr id="667" name="Google Shape;667;p82"/>
          <p:cNvSpPr/>
          <p:nvPr/>
        </p:nvSpPr>
        <p:spPr>
          <a:xfrm>
            <a:off x="4343975" y="1067100"/>
            <a:ext cx="13911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Research Purpose</a:t>
            </a:r>
            <a:endParaRPr/>
          </a:p>
        </p:txBody>
      </p:sp>
      <p:sp>
        <p:nvSpPr>
          <p:cNvPr id="668" name="Google Shape;668;p82"/>
          <p:cNvSpPr/>
          <p:nvPr/>
        </p:nvSpPr>
        <p:spPr>
          <a:xfrm>
            <a:off x="4343975" y="780000"/>
            <a:ext cx="4684500" cy="287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rPr>
              <a:t>Meta Data</a:t>
            </a:r>
            <a:endParaRPr>
              <a:solidFill>
                <a:schemeClr val="lt1"/>
              </a:solidFill>
            </a:endParaRPr>
          </a:p>
        </p:txBody>
      </p:sp>
      <p:sp>
        <p:nvSpPr>
          <p:cNvPr id="669" name="Google Shape;669;p82"/>
          <p:cNvSpPr/>
          <p:nvPr/>
        </p:nvSpPr>
        <p:spPr>
          <a:xfrm>
            <a:off x="5735075" y="1067100"/>
            <a:ext cx="16467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Population of interest</a:t>
            </a:r>
            <a:endParaRPr/>
          </a:p>
        </p:txBody>
      </p:sp>
      <p:sp>
        <p:nvSpPr>
          <p:cNvPr id="670" name="Google Shape;670;p82"/>
          <p:cNvSpPr/>
          <p:nvPr/>
        </p:nvSpPr>
        <p:spPr>
          <a:xfrm>
            <a:off x="347075" y="1939800"/>
            <a:ext cx="1089600" cy="4389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Extracted Information</a:t>
            </a:r>
            <a:endParaRPr/>
          </a:p>
        </p:txBody>
      </p:sp>
      <p:sp>
        <p:nvSpPr>
          <p:cNvPr id="671" name="Google Shape;671;p82"/>
          <p:cNvSpPr/>
          <p:nvPr/>
        </p:nvSpPr>
        <p:spPr>
          <a:xfrm>
            <a:off x="1515125" y="1939925"/>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a:t>Scientific categories</a:t>
            </a:r>
            <a:endParaRPr/>
          </a:p>
          <a:p>
            <a:pPr indent="0" lvl="0" marL="457200" rtl="0" algn="l">
              <a:spcBef>
                <a:spcPts val="0"/>
              </a:spcBef>
              <a:spcAft>
                <a:spcPts val="0"/>
              </a:spcAft>
              <a:buNone/>
            </a:pPr>
            <a:r>
              <a:t/>
            </a:r>
            <a:endParaRPr/>
          </a:p>
        </p:txBody>
      </p:sp>
      <p:sp>
        <p:nvSpPr>
          <p:cNvPr id="672" name="Google Shape;672;p82"/>
          <p:cNvSpPr/>
          <p:nvPr/>
        </p:nvSpPr>
        <p:spPr>
          <a:xfrm>
            <a:off x="7381775" y="1067100"/>
            <a:ext cx="16467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Cohort Information </a:t>
            </a:r>
            <a:endParaRPr/>
          </a:p>
        </p:txBody>
      </p:sp>
      <p:sp>
        <p:nvSpPr>
          <p:cNvPr id="673" name="Google Shape;673;p82"/>
          <p:cNvSpPr/>
          <p:nvPr/>
        </p:nvSpPr>
        <p:spPr>
          <a:xfrm>
            <a:off x="4028138" y="1939925"/>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a:solidFill>
                  <a:srgbClr val="888888"/>
                </a:solidFill>
              </a:rPr>
              <a:t>Diseases analyzed by researchers</a:t>
            </a:r>
            <a:endParaRPr>
              <a:solidFill>
                <a:srgbClr val="888888"/>
              </a:solidFill>
            </a:endParaRPr>
          </a:p>
          <a:p>
            <a:pPr indent="0" lvl="0" marL="0" rtl="0" algn="l">
              <a:spcBef>
                <a:spcPts val="0"/>
              </a:spcBef>
              <a:spcAft>
                <a:spcPts val="0"/>
              </a:spcAft>
              <a:buNone/>
            </a:pPr>
            <a:r>
              <a:t/>
            </a:r>
            <a:endParaRPr>
              <a:solidFill>
                <a:srgbClr val="888888"/>
              </a:solidFill>
            </a:endParaRPr>
          </a:p>
        </p:txBody>
      </p:sp>
      <p:sp>
        <p:nvSpPr>
          <p:cNvPr id="674" name="Google Shape;674;p82"/>
          <p:cNvSpPr/>
          <p:nvPr/>
        </p:nvSpPr>
        <p:spPr>
          <a:xfrm>
            <a:off x="6626225" y="1939925"/>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888888"/>
                </a:solidFill>
              </a:rPr>
              <a:t>Data domain used</a:t>
            </a:r>
            <a:endParaRPr>
              <a:solidFill>
                <a:srgbClr val="888888"/>
              </a:solidFill>
            </a:endParaRPr>
          </a:p>
        </p:txBody>
      </p:sp>
      <p:cxnSp>
        <p:nvCxnSpPr>
          <p:cNvPr id="675" name="Google Shape;675;p82"/>
          <p:cNvCxnSpPr>
            <a:stCxn id="665" idx="2"/>
            <a:endCxn id="671" idx="0"/>
          </p:cNvCxnSpPr>
          <p:nvPr/>
        </p:nvCxnSpPr>
        <p:spPr>
          <a:xfrm flipH="1" rot="-5400000">
            <a:off x="2434625" y="1710200"/>
            <a:ext cx="459000" cy="600"/>
          </a:xfrm>
          <a:prstGeom prst="bentConnector3">
            <a:avLst>
              <a:gd fmla="val 49992" name="adj1"/>
            </a:avLst>
          </a:prstGeom>
          <a:noFill/>
          <a:ln cap="flat" cmpd="sng" w="9525">
            <a:solidFill>
              <a:schemeClr val="dk2"/>
            </a:solidFill>
            <a:prstDash val="solid"/>
            <a:round/>
            <a:headEnd len="med" w="med" type="none"/>
            <a:tailEnd len="med" w="med" type="none"/>
          </a:ln>
        </p:spPr>
      </p:cxnSp>
      <p:cxnSp>
        <p:nvCxnSpPr>
          <p:cNvPr id="676" name="Google Shape;676;p82"/>
          <p:cNvCxnSpPr>
            <a:stCxn id="667" idx="2"/>
            <a:endCxn id="671" idx="0"/>
          </p:cNvCxnSpPr>
          <p:nvPr/>
        </p:nvCxnSpPr>
        <p:spPr>
          <a:xfrm rot="5400000">
            <a:off x="3634775" y="535050"/>
            <a:ext cx="433800" cy="2375700"/>
          </a:xfrm>
          <a:prstGeom prst="bentConnector3">
            <a:avLst>
              <a:gd fmla="val 50014" name="adj1"/>
            </a:avLst>
          </a:prstGeom>
          <a:noFill/>
          <a:ln cap="flat" cmpd="sng" w="9525">
            <a:solidFill>
              <a:schemeClr val="dk2"/>
            </a:solidFill>
            <a:prstDash val="solid"/>
            <a:round/>
            <a:headEnd len="med" w="med" type="none"/>
            <a:tailEnd len="med" w="med" type="none"/>
          </a:ln>
        </p:spPr>
      </p:cxnSp>
      <p:cxnSp>
        <p:nvCxnSpPr>
          <p:cNvPr id="677" name="Google Shape;677;p82"/>
          <p:cNvCxnSpPr>
            <a:stCxn id="669" idx="2"/>
            <a:endCxn id="671" idx="0"/>
          </p:cNvCxnSpPr>
          <p:nvPr/>
        </p:nvCxnSpPr>
        <p:spPr>
          <a:xfrm rot="5400000">
            <a:off x="4394225" y="-224400"/>
            <a:ext cx="433800" cy="3894600"/>
          </a:xfrm>
          <a:prstGeom prst="bentConnector3">
            <a:avLst>
              <a:gd fmla="val 50014" name="adj1"/>
            </a:avLst>
          </a:prstGeom>
          <a:noFill/>
          <a:ln cap="flat" cmpd="sng" w="9525">
            <a:solidFill>
              <a:schemeClr val="dk2"/>
            </a:solidFill>
            <a:prstDash val="solid"/>
            <a:round/>
            <a:headEnd len="med" w="med" type="none"/>
            <a:tailEnd len="med" w="med" type="none"/>
          </a:ln>
        </p:spPr>
      </p:cxnSp>
      <p:cxnSp>
        <p:nvCxnSpPr>
          <p:cNvPr id="678" name="Google Shape;678;p82"/>
          <p:cNvCxnSpPr>
            <a:stCxn id="665" idx="2"/>
            <a:endCxn id="673" idx="0"/>
          </p:cNvCxnSpPr>
          <p:nvPr/>
        </p:nvCxnSpPr>
        <p:spPr>
          <a:xfrm flipH="1" rot="-5400000">
            <a:off x="3690875" y="453950"/>
            <a:ext cx="459000" cy="2513100"/>
          </a:xfrm>
          <a:prstGeom prst="bentConnector3">
            <a:avLst>
              <a:gd fmla="val 28126" name="adj1"/>
            </a:avLst>
          </a:prstGeom>
          <a:noFill/>
          <a:ln cap="flat" cmpd="sng" w="9525">
            <a:solidFill>
              <a:srgbClr val="D9D9D9"/>
            </a:solidFill>
            <a:prstDash val="solid"/>
            <a:round/>
            <a:headEnd len="med" w="med" type="none"/>
            <a:tailEnd len="med" w="med" type="none"/>
          </a:ln>
        </p:spPr>
      </p:cxnSp>
      <p:cxnSp>
        <p:nvCxnSpPr>
          <p:cNvPr id="679" name="Google Shape;679;p82"/>
          <p:cNvCxnSpPr>
            <a:stCxn id="672" idx="2"/>
            <a:endCxn id="673" idx="0"/>
          </p:cNvCxnSpPr>
          <p:nvPr/>
        </p:nvCxnSpPr>
        <p:spPr>
          <a:xfrm rot="5400000">
            <a:off x="6474125" y="208800"/>
            <a:ext cx="433800" cy="3028200"/>
          </a:xfrm>
          <a:prstGeom prst="bentConnector3">
            <a:avLst>
              <a:gd fmla="val 23997" name="adj1"/>
            </a:avLst>
          </a:prstGeom>
          <a:noFill/>
          <a:ln cap="flat" cmpd="sng" w="9525">
            <a:solidFill>
              <a:srgbClr val="D9D9D9"/>
            </a:solidFill>
            <a:prstDash val="solid"/>
            <a:round/>
            <a:headEnd len="med" w="med" type="none"/>
            <a:tailEnd len="med" w="med" type="none"/>
          </a:ln>
        </p:spPr>
      </p:cxnSp>
      <p:cxnSp>
        <p:nvCxnSpPr>
          <p:cNvPr id="680" name="Google Shape;680;p82"/>
          <p:cNvCxnSpPr>
            <a:stCxn id="672" idx="2"/>
            <a:endCxn id="674" idx="0"/>
          </p:cNvCxnSpPr>
          <p:nvPr/>
        </p:nvCxnSpPr>
        <p:spPr>
          <a:xfrm rot="5400000">
            <a:off x="7773125" y="1507800"/>
            <a:ext cx="433800" cy="430200"/>
          </a:xfrm>
          <a:prstGeom prst="bentConnector3">
            <a:avLst>
              <a:gd fmla="val 50014" name="adj1"/>
            </a:avLst>
          </a:prstGeom>
          <a:noFill/>
          <a:ln cap="flat" cmpd="sng" w="9525">
            <a:solidFill>
              <a:srgbClr val="D9D9D9"/>
            </a:solidFill>
            <a:prstDash val="solid"/>
            <a:round/>
            <a:headEnd len="med" w="med" type="none"/>
            <a:tailEnd len="med" w="med" type="none"/>
          </a:ln>
        </p:spPr>
      </p:cxn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83"/>
          <p:cNvSpPr txBox="1"/>
          <p:nvPr>
            <p:ph type="title"/>
          </p:nvPr>
        </p:nvSpPr>
        <p:spPr>
          <a:xfrm>
            <a:off x="339879" y="1568033"/>
            <a:ext cx="8457600" cy="2092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US"/>
              <a:t>Identifying</a:t>
            </a:r>
            <a:r>
              <a:rPr lang="en-US"/>
              <a:t> </a:t>
            </a:r>
            <a:r>
              <a:rPr lang="en-US"/>
              <a:t>Scientific</a:t>
            </a:r>
            <a:r>
              <a:rPr lang="en-US"/>
              <a:t> Categories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84"/>
          <p:cNvSpPr txBox="1"/>
          <p:nvPr>
            <p:ph type="title"/>
          </p:nvPr>
        </p:nvSpPr>
        <p:spPr>
          <a:xfrm>
            <a:off x="349400" y="285646"/>
            <a:ext cx="8447100" cy="28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Methods - Workspace Inclusion Created 5/29/20 - 3/1/23 </a:t>
            </a:r>
            <a:endParaRPr/>
          </a:p>
        </p:txBody>
      </p:sp>
      <p:sp>
        <p:nvSpPr>
          <p:cNvPr id="691" name="Google Shape;691;p84"/>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692" name="Google Shape;692;p84"/>
          <p:cNvPicPr preferRelativeResize="0"/>
          <p:nvPr/>
        </p:nvPicPr>
        <p:blipFill>
          <a:blip r:embed="rId3">
            <a:alphaModFix/>
          </a:blip>
          <a:stretch>
            <a:fillRect/>
          </a:stretch>
        </p:blipFill>
        <p:spPr>
          <a:xfrm>
            <a:off x="481532" y="1051400"/>
            <a:ext cx="2999643" cy="2892025"/>
          </a:xfrm>
          <a:prstGeom prst="rect">
            <a:avLst/>
          </a:prstGeom>
          <a:noFill/>
          <a:ln>
            <a:noFill/>
          </a:ln>
        </p:spPr>
      </p:pic>
      <p:sp>
        <p:nvSpPr>
          <p:cNvPr id="693" name="Google Shape;693;p84"/>
          <p:cNvSpPr/>
          <p:nvPr/>
        </p:nvSpPr>
        <p:spPr>
          <a:xfrm>
            <a:off x="4681550" y="966800"/>
            <a:ext cx="1338900" cy="40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50"/>
              <a:t>3851 Workspaces</a:t>
            </a:r>
            <a:endParaRPr sz="1050"/>
          </a:p>
          <a:p>
            <a:pPr indent="0" lvl="0" marL="0" rtl="0" algn="l">
              <a:lnSpc>
                <a:spcPct val="115000"/>
              </a:lnSpc>
              <a:spcBef>
                <a:spcPts val="0"/>
              </a:spcBef>
              <a:spcAft>
                <a:spcPts val="0"/>
              </a:spcAft>
              <a:buNone/>
            </a:pPr>
            <a:r>
              <a:t/>
            </a:r>
            <a:endParaRPr sz="1050"/>
          </a:p>
        </p:txBody>
      </p:sp>
      <p:sp>
        <p:nvSpPr>
          <p:cNvPr id="694" name="Google Shape;694;p84"/>
          <p:cNvSpPr/>
          <p:nvPr/>
        </p:nvSpPr>
        <p:spPr>
          <a:xfrm>
            <a:off x="4681550" y="1743038"/>
            <a:ext cx="1338900" cy="40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50"/>
              <a:t>3421</a:t>
            </a:r>
            <a:r>
              <a:rPr lang="en-US" sz="1050"/>
              <a:t> Workspaces</a:t>
            </a:r>
            <a:endParaRPr/>
          </a:p>
        </p:txBody>
      </p:sp>
      <p:sp>
        <p:nvSpPr>
          <p:cNvPr id="695" name="Google Shape;695;p84"/>
          <p:cNvSpPr/>
          <p:nvPr/>
        </p:nvSpPr>
        <p:spPr>
          <a:xfrm>
            <a:off x="4681550" y="2519263"/>
            <a:ext cx="1338900" cy="40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50"/>
              <a:t>3409</a:t>
            </a:r>
            <a:r>
              <a:rPr lang="en-US" sz="1050"/>
              <a:t> Workspaces</a:t>
            </a:r>
            <a:endParaRPr/>
          </a:p>
        </p:txBody>
      </p:sp>
      <p:sp>
        <p:nvSpPr>
          <p:cNvPr id="696" name="Google Shape;696;p84"/>
          <p:cNvSpPr/>
          <p:nvPr/>
        </p:nvSpPr>
        <p:spPr>
          <a:xfrm>
            <a:off x="6570200" y="1261500"/>
            <a:ext cx="1533600" cy="5076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rtl="0" algn="l">
              <a:spcBef>
                <a:spcPts val="0"/>
              </a:spcBef>
              <a:spcAft>
                <a:spcPts val="0"/>
              </a:spcAft>
              <a:buNone/>
            </a:pPr>
            <a:r>
              <a:rPr lang="en-US" sz="1000"/>
              <a:t>Operational workspaces </a:t>
            </a:r>
            <a:endParaRPr sz="1000"/>
          </a:p>
          <a:p>
            <a:pPr indent="0" lvl="0" marL="0" rtl="0" algn="l">
              <a:spcBef>
                <a:spcPts val="0"/>
              </a:spcBef>
              <a:spcAft>
                <a:spcPts val="0"/>
              </a:spcAft>
              <a:buNone/>
            </a:pPr>
            <a:r>
              <a:rPr lang="en-US" sz="1000"/>
              <a:t>430</a:t>
            </a:r>
            <a:endParaRPr sz="1000"/>
          </a:p>
        </p:txBody>
      </p:sp>
      <p:sp>
        <p:nvSpPr>
          <p:cNvPr id="697" name="Google Shape;697;p84"/>
          <p:cNvSpPr/>
          <p:nvPr/>
        </p:nvSpPr>
        <p:spPr>
          <a:xfrm>
            <a:off x="6584925" y="2756538"/>
            <a:ext cx="1533600" cy="6603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rtl="0" algn="l">
              <a:spcBef>
                <a:spcPts val="0"/>
              </a:spcBef>
              <a:spcAft>
                <a:spcPts val="0"/>
              </a:spcAft>
              <a:buNone/>
            </a:pPr>
            <a:r>
              <a:rPr lang="en-US" sz="1000"/>
              <a:t>Duplicated </a:t>
            </a:r>
            <a:r>
              <a:rPr lang="en-US" sz="1000"/>
              <a:t>workspaces: </a:t>
            </a:r>
            <a:r>
              <a:rPr lang="en-US" sz="1050"/>
              <a:t>454</a:t>
            </a:r>
            <a:endParaRPr sz="1000"/>
          </a:p>
          <a:p>
            <a:pPr indent="-109220" lvl="0" marL="45720" rtl="0" algn="l">
              <a:spcBef>
                <a:spcPts val="0"/>
              </a:spcBef>
              <a:spcAft>
                <a:spcPts val="0"/>
              </a:spcAft>
              <a:buSzPts val="1000"/>
              <a:buChar char="●"/>
            </a:pPr>
            <a:r>
              <a:rPr lang="en-US" sz="1000"/>
              <a:t>Identified by Program</a:t>
            </a:r>
            <a:endParaRPr sz="1000"/>
          </a:p>
          <a:p>
            <a:pPr indent="-109220" lvl="0" marL="45720" rtl="0" algn="l">
              <a:spcBef>
                <a:spcPts val="0"/>
              </a:spcBef>
              <a:spcAft>
                <a:spcPts val="0"/>
              </a:spcAft>
              <a:buSzPts val="1000"/>
              <a:buChar char="●"/>
            </a:pPr>
            <a:r>
              <a:rPr lang="en-US" sz="1000"/>
              <a:t>Duplicated word</a:t>
            </a:r>
            <a:endParaRPr sz="1000"/>
          </a:p>
        </p:txBody>
      </p:sp>
      <p:sp>
        <p:nvSpPr>
          <p:cNvPr id="698" name="Google Shape;698;p84"/>
          <p:cNvSpPr/>
          <p:nvPr/>
        </p:nvSpPr>
        <p:spPr>
          <a:xfrm>
            <a:off x="6570200" y="2085525"/>
            <a:ext cx="1533600" cy="4053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rtl="0" algn="l">
              <a:spcBef>
                <a:spcPts val="0"/>
              </a:spcBef>
              <a:spcAft>
                <a:spcPts val="0"/>
              </a:spcAft>
              <a:buNone/>
            </a:pPr>
            <a:r>
              <a:rPr lang="en-US" sz="1000"/>
              <a:t>Inactive</a:t>
            </a:r>
            <a:r>
              <a:rPr lang="en-US" sz="1000"/>
              <a:t> workspaces 12</a:t>
            </a:r>
            <a:endParaRPr sz="1000"/>
          </a:p>
        </p:txBody>
      </p:sp>
      <p:sp>
        <p:nvSpPr>
          <p:cNvPr id="699" name="Google Shape;699;p84"/>
          <p:cNvSpPr/>
          <p:nvPr/>
        </p:nvSpPr>
        <p:spPr>
          <a:xfrm>
            <a:off x="6584925" y="3614150"/>
            <a:ext cx="1533600" cy="5076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rtl="0" algn="l">
              <a:spcBef>
                <a:spcPts val="0"/>
              </a:spcBef>
              <a:spcAft>
                <a:spcPts val="0"/>
              </a:spcAft>
              <a:buNone/>
            </a:pPr>
            <a:r>
              <a:rPr lang="en-US" sz="1000"/>
              <a:t>Test, </a:t>
            </a:r>
            <a:r>
              <a:rPr lang="en-US" sz="1000"/>
              <a:t>Featured workspaces, excluded: 26</a:t>
            </a:r>
            <a:endParaRPr sz="1000"/>
          </a:p>
        </p:txBody>
      </p:sp>
      <p:sp>
        <p:nvSpPr>
          <p:cNvPr id="700" name="Google Shape;700;p84"/>
          <p:cNvSpPr/>
          <p:nvPr/>
        </p:nvSpPr>
        <p:spPr>
          <a:xfrm>
            <a:off x="4681538" y="3295500"/>
            <a:ext cx="1338900" cy="40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50"/>
              <a:t>2955</a:t>
            </a:r>
            <a:r>
              <a:rPr lang="en-US" sz="1050"/>
              <a:t> Workspaces</a:t>
            </a:r>
            <a:endParaRPr/>
          </a:p>
        </p:txBody>
      </p:sp>
      <p:sp>
        <p:nvSpPr>
          <p:cNvPr id="701" name="Google Shape;701;p84"/>
          <p:cNvSpPr/>
          <p:nvPr/>
        </p:nvSpPr>
        <p:spPr>
          <a:xfrm>
            <a:off x="4681538" y="4053400"/>
            <a:ext cx="1338900" cy="40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50"/>
              <a:t>2929</a:t>
            </a:r>
            <a:r>
              <a:rPr lang="en-US" sz="1050"/>
              <a:t> Workspaces</a:t>
            </a:r>
            <a:endParaRPr/>
          </a:p>
        </p:txBody>
      </p:sp>
      <p:cxnSp>
        <p:nvCxnSpPr>
          <p:cNvPr id="702" name="Google Shape;702;p84"/>
          <p:cNvCxnSpPr>
            <a:stCxn id="693" idx="2"/>
            <a:endCxn id="694" idx="0"/>
          </p:cNvCxnSpPr>
          <p:nvPr/>
        </p:nvCxnSpPr>
        <p:spPr>
          <a:xfrm>
            <a:off x="5351000" y="1372100"/>
            <a:ext cx="0" cy="370800"/>
          </a:xfrm>
          <a:prstGeom prst="straightConnector1">
            <a:avLst/>
          </a:prstGeom>
          <a:noFill/>
          <a:ln cap="flat" cmpd="sng" w="9525">
            <a:solidFill>
              <a:schemeClr val="dk2"/>
            </a:solidFill>
            <a:prstDash val="solid"/>
            <a:round/>
            <a:headEnd len="med" w="med" type="none"/>
            <a:tailEnd len="med" w="med" type="triangle"/>
          </a:ln>
        </p:spPr>
      </p:cxnSp>
      <p:cxnSp>
        <p:nvCxnSpPr>
          <p:cNvPr id="703" name="Google Shape;703;p84"/>
          <p:cNvCxnSpPr/>
          <p:nvPr/>
        </p:nvCxnSpPr>
        <p:spPr>
          <a:xfrm>
            <a:off x="5351000" y="2148400"/>
            <a:ext cx="0" cy="370800"/>
          </a:xfrm>
          <a:prstGeom prst="straightConnector1">
            <a:avLst/>
          </a:prstGeom>
          <a:noFill/>
          <a:ln cap="flat" cmpd="sng" w="9525">
            <a:solidFill>
              <a:schemeClr val="dk2"/>
            </a:solidFill>
            <a:prstDash val="solid"/>
            <a:round/>
            <a:headEnd len="med" w="med" type="none"/>
            <a:tailEnd len="med" w="med" type="triangle"/>
          </a:ln>
        </p:spPr>
      </p:cxnSp>
      <p:cxnSp>
        <p:nvCxnSpPr>
          <p:cNvPr id="704" name="Google Shape;704;p84"/>
          <p:cNvCxnSpPr/>
          <p:nvPr/>
        </p:nvCxnSpPr>
        <p:spPr>
          <a:xfrm>
            <a:off x="5351000" y="2915475"/>
            <a:ext cx="0" cy="370800"/>
          </a:xfrm>
          <a:prstGeom prst="straightConnector1">
            <a:avLst/>
          </a:prstGeom>
          <a:noFill/>
          <a:ln cap="flat" cmpd="sng" w="9525">
            <a:solidFill>
              <a:schemeClr val="dk2"/>
            </a:solidFill>
            <a:prstDash val="solid"/>
            <a:round/>
            <a:headEnd len="med" w="med" type="none"/>
            <a:tailEnd len="med" w="med" type="triangle"/>
          </a:ln>
        </p:spPr>
      </p:cxnSp>
      <p:cxnSp>
        <p:nvCxnSpPr>
          <p:cNvPr id="705" name="Google Shape;705;p84"/>
          <p:cNvCxnSpPr/>
          <p:nvPr/>
        </p:nvCxnSpPr>
        <p:spPr>
          <a:xfrm>
            <a:off x="5351000" y="3682550"/>
            <a:ext cx="0" cy="370800"/>
          </a:xfrm>
          <a:prstGeom prst="straightConnector1">
            <a:avLst/>
          </a:prstGeom>
          <a:noFill/>
          <a:ln cap="flat" cmpd="sng" w="9525">
            <a:solidFill>
              <a:schemeClr val="dk2"/>
            </a:solidFill>
            <a:prstDash val="solid"/>
            <a:round/>
            <a:headEnd len="med" w="med" type="none"/>
            <a:tailEnd len="med" w="med" type="triangle"/>
          </a:ln>
        </p:spPr>
      </p:cxnSp>
      <p:cxnSp>
        <p:nvCxnSpPr>
          <p:cNvPr id="706" name="Google Shape;706;p84"/>
          <p:cNvCxnSpPr/>
          <p:nvPr/>
        </p:nvCxnSpPr>
        <p:spPr>
          <a:xfrm>
            <a:off x="5345000" y="1515300"/>
            <a:ext cx="1225200" cy="6600"/>
          </a:xfrm>
          <a:prstGeom prst="straightConnector1">
            <a:avLst/>
          </a:prstGeom>
          <a:noFill/>
          <a:ln cap="flat" cmpd="sng" w="9525">
            <a:solidFill>
              <a:schemeClr val="dk2"/>
            </a:solidFill>
            <a:prstDash val="solid"/>
            <a:round/>
            <a:headEnd len="med" w="med" type="none"/>
            <a:tailEnd len="med" w="med" type="triangle"/>
          </a:ln>
        </p:spPr>
      </p:cxnSp>
      <p:cxnSp>
        <p:nvCxnSpPr>
          <p:cNvPr id="707" name="Google Shape;707;p84"/>
          <p:cNvCxnSpPr/>
          <p:nvPr/>
        </p:nvCxnSpPr>
        <p:spPr>
          <a:xfrm>
            <a:off x="5345000" y="2330513"/>
            <a:ext cx="1225200" cy="6600"/>
          </a:xfrm>
          <a:prstGeom prst="straightConnector1">
            <a:avLst/>
          </a:prstGeom>
          <a:noFill/>
          <a:ln cap="flat" cmpd="sng" w="9525">
            <a:solidFill>
              <a:schemeClr val="dk2"/>
            </a:solidFill>
            <a:prstDash val="solid"/>
            <a:round/>
            <a:headEnd len="med" w="med" type="none"/>
            <a:tailEnd len="med" w="med" type="triangle"/>
          </a:ln>
        </p:spPr>
      </p:cxnSp>
      <p:cxnSp>
        <p:nvCxnSpPr>
          <p:cNvPr id="708" name="Google Shape;708;p84"/>
          <p:cNvCxnSpPr/>
          <p:nvPr/>
        </p:nvCxnSpPr>
        <p:spPr>
          <a:xfrm>
            <a:off x="5351000" y="3106738"/>
            <a:ext cx="1225200" cy="6600"/>
          </a:xfrm>
          <a:prstGeom prst="straightConnector1">
            <a:avLst/>
          </a:prstGeom>
          <a:noFill/>
          <a:ln cap="flat" cmpd="sng" w="9525">
            <a:solidFill>
              <a:schemeClr val="dk2"/>
            </a:solidFill>
            <a:prstDash val="solid"/>
            <a:round/>
            <a:headEnd len="med" w="med" type="none"/>
            <a:tailEnd len="med" w="med" type="triangle"/>
          </a:ln>
        </p:spPr>
      </p:cxnSp>
      <p:cxnSp>
        <p:nvCxnSpPr>
          <p:cNvPr id="709" name="Google Shape;709;p84"/>
          <p:cNvCxnSpPr/>
          <p:nvPr/>
        </p:nvCxnSpPr>
        <p:spPr>
          <a:xfrm>
            <a:off x="5351000" y="3873800"/>
            <a:ext cx="1225200" cy="6600"/>
          </a:xfrm>
          <a:prstGeom prst="straightConnector1">
            <a:avLst/>
          </a:prstGeom>
          <a:noFill/>
          <a:ln cap="flat" cmpd="sng" w="9525">
            <a:solidFill>
              <a:schemeClr val="dk2"/>
            </a:solidFill>
            <a:prstDash val="solid"/>
            <a:round/>
            <a:headEnd len="med" w="med" type="none"/>
            <a:tailEnd len="med" w="med" type="triangle"/>
          </a:ln>
        </p:spPr>
      </p:cxnSp>
      <p:sp>
        <p:nvSpPr>
          <p:cNvPr id="710" name="Google Shape;710;p84"/>
          <p:cNvSpPr txBox="1"/>
          <p:nvPr/>
        </p:nvSpPr>
        <p:spPr>
          <a:xfrm>
            <a:off x="6667550" y="942900"/>
            <a:ext cx="1338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t>Exclusions</a:t>
            </a:r>
            <a:endParaRPr sz="13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85"/>
          <p:cNvSpPr txBox="1"/>
          <p:nvPr>
            <p:ph type="title"/>
          </p:nvPr>
        </p:nvSpPr>
        <p:spPr>
          <a:xfrm>
            <a:off x="349400" y="285646"/>
            <a:ext cx="8447100" cy="28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Identifying Scientific Categories</a:t>
            </a:r>
            <a:r>
              <a:rPr lang="en-US"/>
              <a:t> in Workspaces</a:t>
            </a:r>
            <a:endParaRPr/>
          </a:p>
        </p:txBody>
      </p:sp>
      <p:sp>
        <p:nvSpPr>
          <p:cNvPr id="716" name="Google Shape;716;p85"/>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sp>
        <p:nvSpPr>
          <p:cNvPr id="717" name="Google Shape;717;p85"/>
          <p:cNvSpPr/>
          <p:nvPr/>
        </p:nvSpPr>
        <p:spPr>
          <a:xfrm>
            <a:off x="1515125" y="789550"/>
            <a:ext cx="2297400" cy="287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rPr>
              <a:t>Free Text</a:t>
            </a:r>
            <a:endParaRPr>
              <a:solidFill>
                <a:schemeClr val="lt1"/>
              </a:solidFill>
            </a:endParaRPr>
          </a:p>
        </p:txBody>
      </p:sp>
      <p:sp>
        <p:nvSpPr>
          <p:cNvPr id="718" name="Google Shape;718;p85"/>
          <p:cNvSpPr/>
          <p:nvPr/>
        </p:nvSpPr>
        <p:spPr>
          <a:xfrm>
            <a:off x="1515125" y="1042100"/>
            <a:ext cx="22974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Title, intent, and finding</a:t>
            </a:r>
            <a:endParaRPr/>
          </a:p>
        </p:txBody>
      </p:sp>
      <p:sp>
        <p:nvSpPr>
          <p:cNvPr id="719" name="Google Shape;719;p85"/>
          <p:cNvSpPr/>
          <p:nvPr/>
        </p:nvSpPr>
        <p:spPr>
          <a:xfrm>
            <a:off x="347075" y="1042100"/>
            <a:ext cx="1089600" cy="4389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Source</a:t>
            </a:r>
            <a:endParaRPr/>
          </a:p>
        </p:txBody>
      </p:sp>
      <p:sp>
        <p:nvSpPr>
          <p:cNvPr id="720" name="Google Shape;720;p85"/>
          <p:cNvSpPr/>
          <p:nvPr/>
        </p:nvSpPr>
        <p:spPr>
          <a:xfrm>
            <a:off x="4343975" y="1067100"/>
            <a:ext cx="16890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Research Purpose</a:t>
            </a:r>
            <a:endParaRPr/>
          </a:p>
        </p:txBody>
      </p:sp>
      <p:sp>
        <p:nvSpPr>
          <p:cNvPr id="721" name="Google Shape;721;p85"/>
          <p:cNvSpPr/>
          <p:nvPr/>
        </p:nvSpPr>
        <p:spPr>
          <a:xfrm>
            <a:off x="4343975" y="780000"/>
            <a:ext cx="3380700" cy="287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rPr>
              <a:t>Meta Data</a:t>
            </a:r>
            <a:endParaRPr>
              <a:solidFill>
                <a:schemeClr val="lt1"/>
              </a:solidFill>
            </a:endParaRPr>
          </a:p>
        </p:txBody>
      </p:sp>
      <p:sp>
        <p:nvSpPr>
          <p:cNvPr id="722" name="Google Shape;722;p85"/>
          <p:cNvSpPr/>
          <p:nvPr/>
        </p:nvSpPr>
        <p:spPr>
          <a:xfrm>
            <a:off x="6033075" y="1067100"/>
            <a:ext cx="16917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Population of interest</a:t>
            </a:r>
            <a:endParaRPr/>
          </a:p>
        </p:txBody>
      </p:sp>
      <p:sp>
        <p:nvSpPr>
          <p:cNvPr id="723" name="Google Shape;723;p85"/>
          <p:cNvSpPr/>
          <p:nvPr/>
        </p:nvSpPr>
        <p:spPr>
          <a:xfrm>
            <a:off x="347075" y="1939800"/>
            <a:ext cx="1089600" cy="4389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Extraction</a:t>
            </a:r>
            <a:endParaRPr/>
          </a:p>
        </p:txBody>
      </p:sp>
      <p:sp>
        <p:nvSpPr>
          <p:cNvPr id="724" name="Google Shape;724;p85"/>
          <p:cNvSpPr/>
          <p:nvPr/>
        </p:nvSpPr>
        <p:spPr>
          <a:xfrm>
            <a:off x="1515425" y="1728800"/>
            <a:ext cx="2297400" cy="286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300"/>
              <a:t>Identified scientific categories using keywords existence.</a:t>
            </a:r>
            <a:endParaRPr/>
          </a:p>
          <a:p>
            <a:pPr indent="0" lvl="0" marL="0" rtl="0" algn="l">
              <a:spcBef>
                <a:spcPts val="0"/>
              </a:spcBef>
              <a:spcAft>
                <a:spcPts val="0"/>
              </a:spcAft>
              <a:buNone/>
            </a:pPr>
            <a:r>
              <a:rPr lang="en-US" sz="1300" u="sng">
                <a:solidFill>
                  <a:schemeClr val="hlink"/>
                </a:solidFill>
                <a:hlinkClick r:id="rId3"/>
              </a:rPr>
              <a:t>Keywords based</a:t>
            </a:r>
            <a:r>
              <a:rPr lang="en-US" sz="1300"/>
              <a:t> on A-Z lists of research topics/health conditions</a:t>
            </a:r>
            <a:endParaRPr sz="1300"/>
          </a:p>
          <a:p>
            <a:pPr indent="-128270" lvl="0" marL="164592" rtl="0" algn="l">
              <a:spcBef>
                <a:spcPts val="0"/>
              </a:spcBef>
              <a:spcAft>
                <a:spcPts val="0"/>
              </a:spcAft>
              <a:buSzPts val="1300"/>
              <a:buChar char="●"/>
            </a:pPr>
            <a:r>
              <a:rPr lang="en-US" sz="1300"/>
              <a:t>Applicable NIH center/institute websites</a:t>
            </a:r>
            <a:endParaRPr sz="1300"/>
          </a:p>
          <a:p>
            <a:pPr indent="-128270" lvl="0" marL="164592" rtl="0" algn="l">
              <a:spcBef>
                <a:spcPts val="0"/>
              </a:spcBef>
              <a:spcAft>
                <a:spcPts val="0"/>
              </a:spcAft>
              <a:buSzPts val="1300"/>
              <a:buChar char="●"/>
            </a:pPr>
            <a:r>
              <a:rPr lang="en-US" sz="1300"/>
              <a:t>Medline Plus</a:t>
            </a:r>
            <a:endParaRPr sz="1300"/>
          </a:p>
          <a:p>
            <a:pPr indent="-128270" lvl="0" marL="164592" rtl="0" algn="l">
              <a:spcBef>
                <a:spcPts val="0"/>
              </a:spcBef>
              <a:spcAft>
                <a:spcPts val="0"/>
              </a:spcAft>
              <a:buSzPts val="1300"/>
              <a:buChar char="●"/>
            </a:pPr>
            <a:r>
              <a:rPr lang="en-US" sz="1300"/>
              <a:t>MeSH Browser</a:t>
            </a:r>
            <a:endParaRPr sz="1300"/>
          </a:p>
          <a:p>
            <a:pPr indent="-128270" lvl="0" marL="164592" rtl="0" algn="l">
              <a:spcBef>
                <a:spcPts val="0"/>
              </a:spcBef>
              <a:spcAft>
                <a:spcPts val="0"/>
              </a:spcAft>
              <a:buSzPts val="1300"/>
              <a:buChar char="●"/>
            </a:pPr>
            <a:r>
              <a:rPr lang="en-US" sz="1300"/>
              <a:t>Informal evidence scans to identify additional common research topics/health condition trends</a:t>
            </a:r>
            <a:endParaRPr sz="1200"/>
          </a:p>
        </p:txBody>
      </p:sp>
      <p:sp>
        <p:nvSpPr>
          <p:cNvPr id="725" name="Google Shape;725;p85"/>
          <p:cNvSpPr/>
          <p:nvPr/>
        </p:nvSpPr>
        <p:spPr>
          <a:xfrm>
            <a:off x="4344125" y="1728800"/>
            <a:ext cx="1689000" cy="28608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128270" lvl="0" marL="100584" rtl="0" algn="l">
              <a:spcBef>
                <a:spcPts val="0"/>
              </a:spcBef>
              <a:spcAft>
                <a:spcPts val="0"/>
              </a:spcAft>
              <a:buSzPts val="1300"/>
              <a:buChar char="●"/>
            </a:pPr>
            <a:r>
              <a:rPr lang="en-US" sz="1300"/>
              <a:t>Genetic Research→ Genetics &amp; Biology</a:t>
            </a:r>
            <a:endParaRPr sz="1300"/>
          </a:p>
          <a:p>
            <a:pPr indent="-128270" lvl="0" marL="100584" rtl="0" algn="l">
              <a:spcBef>
                <a:spcPts val="0"/>
              </a:spcBef>
              <a:spcAft>
                <a:spcPts val="0"/>
              </a:spcAft>
              <a:buSzPts val="1300"/>
              <a:buChar char="●"/>
            </a:pPr>
            <a:r>
              <a:rPr lang="en-US" sz="1300"/>
              <a:t>Social/Behavioral Research→ Lifestyle, Substance, &amp; Behavioral Health</a:t>
            </a:r>
            <a:endParaRPr sz="1300"/>
          </a:p>
          <a:p>
            <a:pPr indent="-128270" lvl="0" marL="100584" rtl="0" algn="l">
              <a:spcBef>
                <a:spcPts val="0"/>
              </a:spcBef>
              <a:spcAft>
                <a:spcPts val="0"/>
              </a:spcAft>
              <a:buSzPts val="1300"/>
              <a:buChar char="●"/>
            </a:pPr>
            <a:r>
              <a:rPr lang="en-US" sz="1300"/>
              <a:t>Population Health/Public Health→Lifestyle, Substance, &amp; Behavioral Health</a:t>
            </a:r>
            <a:endParaRPr sz="1300"/>
          </a:p>
        </p:txBody>
      </p:sp>
      <p:sp>
        <p:nvSpPr>
          <p:cNvPr id="726" name="Google Shape;726;p85"/>
          <p:cNvSpPr/>
          <p:nvPr/>
        </p:nvSpPr>
        <p:spPr>
          <a:xfrm>
            <a:off x="6034425" y="1728800"/>
            <a:ext cx="1689000" cy="28608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128270" lvl="0" marL="100584" rtl="0" algn="l">
              <a:spcBef>
                <a:spcPts val="0"/>
              </a:spcBef>
              <a:spcAft>
                <a:spcPts val="0"/>
              </a:spcAft>
              <a:buSzPts val="1300"/>
              <a:buChar char="●"/>
            </a:pPr>
            <a:r>
              <a:rPr lang="en-US" sz="1300"/>
              <a:t>Health  equity</a:t>
            </a:r>
            <a:endParaRPr sz="1300"/>
          </a:p>
        </p:txBody>
      </p:sp>
      <p:cxnSp>
        <p:nvCxnSpPr>
          <p:cNvPr id="727" name="Google Shape;727;p85"/>
          <p:cNvCxnSpPr>
            <a:stCxn id="718" idx="2"/>
            <a:endCxn id="724" idx="0"/>
          </p:cNvCxnSpPr>
          <p:nvPr/>
        </p:nvCxnSpPr>
        <p:spPr>
          <a:xfrm>
            <a:off x="2663825" y="1481000"/>
            <a:ext cx="300" cy="247800"/>
          </a:xfrm>
          <a:prstGeom prst="straightConnector1">
            <a:avLst/>
          </a:prstGeom>
          <a:noFill/>
          <a:ln cap="flat" cmpd="sng" w="9525">
            <a:solidFill>
              <a:schemeClr val="dk1"/>
            </a:solidFill>
            <a:prstDash val="solid"/>
            <a:round/>
            <a:headEnd len="med" w="med" type="none"/>
            <a:tailEnd len="med" w="med" type="triangle"/>
          </a:ln>
        </p:spPr>
      </p:cxnSp>
      <p:cxnSp>
        <p:nvCxnSpPr>
          <p:cNvPr id="728" name="Google Shape;728;p85"/>
          <p:cNvCxnSpPr>
            <a:stCxn id="720" idx="2"/>
            <a:endCxn id="725" idx="0"/>
          </p:cNvCxnSpPr>
          <p:nvPr/>
        </p:nvCxnSpPr>
        <p:spPr>
          <a:xfrm>
            <a:off x="5188475" y="1506000"/>
            <a:ext cx="300" cy="222900"/>
          </a:xfrm>
          <a:prstGeom prst="straightConnector1">
            <a:avLst/>
          </a:prstGeom>
          <a:noFill/>
          <a:ln cap="flat" cmpd="sng" w="9525">
            <a:solidFill>
              <a:schemeClr val="dk1"/>
            </a:solidFill>
            <a:prstDash val="solid"/>
            <a:round/>
            <a:headEnd len="med" w="med" type="none"/>
            <a:tailEnd len="med" w="med" type="triangle"/>
          </a:ln>
        </p:spPr>
      </p:cxnSp>
      <p:cxnSp>
        <p:nvCxnSpPr>
          <p:cNvPr id="729" name="Google Shape;729;p85"/>
          <p:cNvCxnSpPr>
            <a:stCxn id="722" idx="2"/>
            <a:endCxn id="726" idx="0"/>
          </p:cNvCxnSpPr>
          <p:nvPr/>
        </p:nvCxnSpPr>
        <p:spPr>
          <a:xfrm>
            <a:off x="6878925" y="1506000"/>
            <a:ext cx="0" cy="2229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3" name="Shape 733"/>
        <p:cNvGrpSpPr/>
        <p:nvPr/>
      </p:nvGrpSpPr>
      <p:grpSpPr>
        <a:xfrm>
          <a:off x="0" y="0"/>
          <a:ext cx="0" cy="0"/>
          <a:chOff x="0" y="0"/>
          <a:chExt cx="0" cy="0"/>
        </a:xfrm>
      </p:grpSpPr>
      <p:sp>
        <p:nvSpPr>
          <p:cNvPr id="734" name="Google Shape;734;p86"/>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Methods - Coding &amp; Data Analysis </a:t>
            </a:r>
            <a:endParaRPr/>
          </a:p>
        </p:txBody>
      </p:sp>
      <p:sp>
        <p:nvSpPr>
          <p:cNvPr id="735" name="Google Shape;735;p86"/>
          <p:cNvSpPr txBox="1"/>
          <p:nvPr/>
        </p:nvSpPr>
        <p:spPr>
          <a:xfrm>
            <a:off x="259500" y="694550"/>
            <a:ext cx="8625000" cy="4463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Char char="●"/>
            </a:pPr>
            <a:r>
              <a:rPr lang="en-US" sz="1300">
                <a:solidFill>
                  <a:schemeClr val="dk1"/>
                </a:solidFill>
              </a:rPr>
              <a:t>Coding scheme inclusion:</a:t>
            </a:r>
            <a:endParaRPr sz="1300">
              <a:solidFill>
                <a:schemeClr val="dk1"/>
              </a:solidFill>
            </a:endParaRPr>
          </a:p>
          <a:p>
            <a:pPr indent="-311150" lvl="1" marL="914400" rtl="0" algn="just">
              <a:spcBef>
                <a:spcPts val="0"/>
              </a:spcBef>
              <a:spcAft>
                <a:spcPts val="0"/>
              </a:spcAft>
              <a:buClr>
                <a:schemeClr val="dk1"/>
              </a:buClr>
              <a:buSzPts val="1300"/>
              <a:buChar char="○"/>
            </a:pPr>
            <a:r>
              <a:rPr lang="en-US" sz="1300">
                <a:solidFill>
                  <a:schemeClr val="dk1"/>
                </a:solidFill>
              </a:rPr>
              <a:t>Relevant workspace description field</a:t>
            </a:r>
            <a:r>
              <a:rPr lang="en-US" sz="1300">
                <a:solidFill>
                  <a:schemeClr val="dk1"/>
                </a:solidFill>
              </a:rPr>
              <a:t>s</a:t>
            </a:r>
            <a:r>
              <a:rPr lang="en-US" sz="1300">
                <a:solidFill>
                  <a:schemeClr val="dk1"/>
                </a:solidFill>
              </a:rPr>
              <a:t> (ex. if “genetic” research purpose selected, catalog as “genetics &amp; biology”)  </a:t>
            </a:r>
            <a:endParaRPr sz="1300">
              <a:solidFill>
                <a:schemeClr val="dk1"/>
              </a:solidFill>
            </a:endParaRPr>
          </a:p>
          <a:p>
            <a:pPr indent="-311150" lvl="1" marL="914400" rtl="0" algn="just">
              <a:spcBef>
                <a:spcPts val="0"/>
              </a:spcBef>
              <a:spcAft>
                <a:spcPts val="0"/>
              </a:spcAft>
              <a:buClr>
                <a:schemeClr val="dk1"/>
              </a:buClr>
              <a:buSzPts val="1300"/>
              <a:buChar char="○"/>
            </a:pPr>
            <a:r>
              <a:rPr lang="en-US" sz="1300">
                <a:solidFill>
                  <a:schemeClr val="dk1"/>
                </a:solidFill>
              </a:rPr>
              <a:t>List of keywords based on </a:t>
            </a:r>
            <a:r>
              <a:rPr lang="en-US" sz="1300">
                <a:solidFill>
                  <a:schemeClr val="dk1"/>
                </a:solidFill>
              </a:rPr>
              <a:t>A-Z </a:t>
            </a:r>
            <a:r>
              <a:rPr lang="en-US" sz="1300">
                <a:solidFill>
                  <a:schemeClr val="dk1"/>
                </a:solidFill>
              </a:rPr>
              <a:t>lists of research topics/health conditions hosted on applicable NIH center/institute websites, Medline Plus, &amp; MeSH Browser. Supplemented by informal evidence scans to identify additional common research topics/health condition trends </a:t>
            </a:r>
            <a:endParaRPr sz="1300">
              <a:solidFill>
                <a:schemeClr val="dk1"/>
              </a:solidFill>
            </a:endParaRPr>
          </a:p>
          <a:p>
            <a:pPr indent="0" lvl="0" marL="914400" rtl="0" algn="just">
              <a:spcBef>
                <a:spcPts val="0"/>
              </a:spcBef>
              <a:spcAft>
                <a:spcPts val="0"/>
              </a:spcAft>
              <a:buNone/>
            </a:pPr>
            <a:r>
              <a:t/>
            </a:r>
            <a:endParaRPr sz="1200">
              <a:solidFill>
                <a:schemeClr val="dk1"/>
              </a:solidFill>
            </a:endParaRPr>
          </a:p>
          <a:p>
            <a:pPr indent="-311150" lvl="0" marL="457200" rtl="0" algn="just">
              <a:spcBef>
                <a:spcPts val="0"/>
              </a:spcBef>
              <a:spcAft>
                <a:spcPts val="0"/>
              </a:spcAft>
              <a:buClr>
                <a:schemeClr val="dk1"/>
              </a:buClr>
              <a:buSzPts val="1300"/>
              <a:buChar char="●"/>
            </a:pPr>
            <a:r>
              <a:rPr lang="en-US" sz="1300">
                <a:solidFill>
                  <a:schemeClr val="dk1"/>
                </a:solidFill>
              </a:rPr>
              <a:t>Workspace description data exported from DRC REDCap system, extracted </a:t>
            </a:r>
            <a:endParaRPr sz="1300">
              <a:solidFill>
                <a:schemeClr val="dk1"/>
              </a:solidFill>
            </a:endParaRPr>
          </a:p>
          <a:p>
            <a:pPr indent="-311150" lvl="1" marL="914400" rtl="0" algn="just">
              <a:spcBef>
                <a:spcPts val="0"/>
              </a:spcBef>
              <a:spcAft>
                <a:spcPts val="0"/>
              </a:spcAft>
              <a:buClr>
                <a:schemeClr val="dk1"/>
              </a:buClr>
              <a:buSzPts val="1300"/>
              <a:buChar char="○"/>
            </a:pPr>
            <a:r>
              <a:rPr lang="en-US" sz="1300">
                <a:solidFill>
                  <a:schemeClr val="dk1"/>
                </a:solidFill>
              </a:rPr>
              <a:t>Project title</a:t>
            </a:r>
            <a:endParaRPr sz="1300">
              <a:solidFill>
                <a:schemeClr val="dk1"/>
              </a:solidFill>
            </a:endParaRPr>
          </a:p>
          <a:p>
            <a:pPr indent="-311150" lvl="1" marL="914400" rtl="0" algn="just">
              <a:spcBef>
                <a:spcPts val="0"/>
              </a:spcBef>
              <a:spcAft>
                <a:spcPts val="0"/>
              </a:spcAft>
              <a:buClr>
                <a:schemeClr val="dk1"/>
              </a:buClr>
              <a:buSzPts val="1300"/>
              <a:buChar char="○"/>
            </a:pPr>
            <a:r>
              <a:rPr lang="en-US" sz="1300">
                <a:solidFill>
                  <a:schemeClr val="dk1"/>
                </a:solidFill>
              </a:rPr>
              <a:t>Intent or project description</a:t>
            </a:r>
            <a:endParaRPr sz="1300">
              <a:solidFill>
                <a:schemeClr val="dk1"/>
              </a:solidFill>
            </a:endParaRPr>
          </a:p>
          <a:p>
            <a:pPr indent="-311150" lvl="1" marL="914400" rtl="0" algn="just">
              <a:spcBef>
                <a:spcPts val="0"/>
              </a:spcBef>
              <a:spcAft>
                <a:spcPts val="0"/>
              </a:spcAft>
              <a:buClr>
                <a:schemeClr val="dk1"/>
              </a:buClr>
              <a:buSzPts val="1300"/>
              <a:buChar char="○"/>
            </a:pPr>
            <a:r>
              <a:rPr lang="en-US" sz="1300">
                <a:solidFill>
                  <a:schemeClr val="dk1"/>
                </a:solidFill>
              </a:rPr>
              <a:t>Anticipated finding</a:t>
            </a:r>
            <a:endParaRPr sz="1300">
              <a:solidFill>
                <a:schemeClr val="dk1"/>
              </a:solidFill>
            </a:endParaRPr>
          </a:p>
          <a:p>
            <a:pPr indent="-311150" lvl="1" marL="914400" rtl="0" algn="just">
              <a:spcBef>
                <a:spcPts val="0"/>
              </a:spcBef>
              <a:spcAft>
                <a:spcPts val="0"/>
              </a:spcAft>
              <a:buClr>
                <a:schemeClr val="dk1"/>
              </a:buClr>
              <a:buSzPts val="1300"/>
              <a:buChar char="○"/>
            </a:pPr>
            <a:r>
              <a:rPr lang="en-US" sz="1300">
                <a:solidFill>
                  <a:schemeClr val="dk1"/>
                </a:solidFill>
              </a:rPr>
              <a:t>Project purpose</a:t>
            </a:r>
            <a:endParaRPr sz="1300">
              <a:solidFill>
                <a:schemeClr val="dk1"/>
              </a:solidFill>
            </a:endParaRPr>
          </a:p>
          <a:p>
            <a:pPr indent="-311150" lvl="1" marL="914400" rtl="0" algn="just">
              <a:spcBef>
                <a:spcPts val="0"/>
              </a:spcBef>
              <a:spcAft>
                <a:spcPts val="0"/>
              </a:spcAft>
              <a:buClr>
                <a:schemeClr val="dk1"/>
              </a:buClr>
              <a:buSzPts val="1300"/>
              <a:buChar char="○"/>
            </a:pPr>
            <a:r>
              <a:rPr lang="en-US" sz="1300">
                <a:solidFill>
                  <a:schemeClr val="dk1"/>
                </a:solidFill>
              </a:rPr>
              <a:t>Population of interest</a:t>
            </a:r>
            <a:endParaRPr sz="1300">
              <a:solidFill>
                <a:schemeClr val="dk1"/>
              </a:solidFill>
            </a:endParaRPr>
          </a:p>
          <a:p>
            <a:pPr indent="0" lvl="0" marL="457200" rtl="0" algn="just">
              <a:spcBef>
                <a:spcPts val="0"/>
              </a:spcBef>
              <a:spcAft>
                <a:spcPts val="0"/>
              </a:spcAft>
              <a:buNone/>
            </a:pPr>
            <a:r>
              <a:t/>
            </a:r>
            <a:endParaRPr sz="1300">
              <a:solidFill>
                <a:schemeClr val="dk1"/>
              </a:solidFill>
            </a:endParaRPr>
          </a:p>
          <a:p>
            <a:pPr indent="-311150" lvl="0" marL="457200" rtl="0" algn="just">
              <a:spcBef>
                <a:spcPts val="0"/>
              </a:spcBef>
              <a:spcAft>
                <a:spcPts val="0"/>
              </a:spcAft>
              <a:buClr>
                <a:schemeClr val="dk1"/>
              </a:buClr>
              <a:buSzPts val="1300"/>
              <a:buChar char="●"/>
            </a:pPr>
            <a:r>
              <a:rPr lang="en-US" sz="1300">
                <a:solidFill>
                  <a:schemeClr val="dk1"/>
                </a:solidFill>
              </a:rPr>
              <a:t>Programatically coded workspace description fields based on coding scheme using:</a:t>
            </a:r>
            <a:endParaRPr sz="1300">
              <a:solidFill>
                <a:schemeClr val="dk1"/>
              </a:solidFill>
            </a:endParaRPr>
          </a:p>
          <a:p>
            <a:pPr indent="-311150" lvl="1" marL="914400" rtl="0" algn="just">
              <a:spcBef>
                <a:spcPts val="0"/>
              </a:spcBef>
              <a:spcAft>
                <a:spcPts val="0"/>
              </a:spcAft>
              <a:buClr>
                <a:schemeClr val="dk1"/>
              </a:buClr>
              <a:buSzPts val="1300"/>
              <a:buChar char="○"/>
            </a:pPr>
            <a:r>
              <a:rPr lang="en-US" sz="1300">
                <a:solidFill>
                  <a:schemeClr val="dk1"/>
                </a:solidFill>
              </a:rPr>
              <a:t>The existence of keywords in title, intent, and findings </a:t>
            </a:r>
            <a:r>
              <a:rPr lang="en-US" sz="1300" u="sng">
                <a:solidFill>
                  <a:schemeClr val="hlink"/>
                </a:solidFill>
                <a:hlinkClick r:id="rId3"/>
              </a:rPr>
              <a:t>provided in this document</a:t>
            </a:r>
            <a:endParaRPr sz="1300">
              <a:solidFill>
                <a:schemeClr val="dk1"/>
              </a:solidFill>
            </a:endParaRPr>
          </a:p>
          <a:p>
            <a:pPr indent="-311150" lvl="1" marL="914400" rtl="0" algn="just">
              <a:spcBef>
                <a:spcPts val="0"/>
              </a:spcBef>
              <a:spcAft>
                <a:spcPts val="0"/>
              </a:spcAft>
              <a:buClr>
                <a:schemeClr val="dk1"/>
              </a:buClr>
              <a:buSzPts val="1300"/>
              <a:buChar char="○"/>
            </a:pPr>
            <a:r>
              <a:rPr lang="en-US" sz="1300">
                <a:solidFill>
                  <a:schemeClr val="dk1"/>
                </a:solidFill>
              </a:rPr>
              <a:t>Project purpose selected by researcher</a:t>
            </a:r>
            <a:endParaRPr sz="1300">
              <a:solidFill>
                <a:schemeClr val="dk1"/>
              </a:solidFill>
            </a:endParaRPr>
          </a:p>
          <a:p>
            <a:pPr indent="-311150" lvl="1" marL="914400" rtl="0" algn="just">
              <a:spcBef>
                <a:spcPts val="0"/>
              </a:spcBef>
              <a:spcAft>
                <a:spcPts val="0"/>
              </a:spcAft>
              <a:buClr>
                <a:schemeClr val="dk1"/>
              </a:buClr>
              <a:buSzPts val="1300"/>
              <a:buChar char="○"/>
            </a:pPr>
            <a:r>
              <a:rPr lang="en-US" sz="1300">
                <a:solidFill>
                  <a:schemeClr val="dk1"/>
                </a:solidFill>
              </a:rPr>
              <a:t>Selecting population of interest: Health equity category</a:t>
            </a:r>
            <a:endParaRPr sz="1000">
              <a:solidFill>
                <a:schemeClr val="dk1"/>
              </a:solidFill>
            </a:endParaRPr>
          </a:p>
          <a:p>
            <a:pPr indent="0" lvl="0" marL="0" rtl="0" algn="just">
              <a:spcBef>
                <a:spcPts val="0"/>
              </a:spcBef>
              <a:spcAft>
                <a:spcPts val="0"/>
              </a:spcAft>
              <a:buNone/>
            </a:pPr>
            <a:r>
              <a:t/>
            </a:r>
            <a:endParaRPr sz="1300">
              <a:solidFill>
                <a:schemeClr val="dk1"/>
              </a:solidFill>
            </a:endParaRPr>
          </a:p>
          <a:p>
            <a:pPr indent="0" lvl="0" marL="0" rtl="0" algn="just">
              <a:spcBef>
                <a:spcPts val="0"/>
              </a:spcBef>
              <a:spcAft>
                <a:spcPts val="0"/>
              </a:spcAft>
              <a:buNone/>
            </a:pPr>
            <a:r>
              <a:t/>
            </a:r>
            <a:endParaRPr sz="1600">
              <a:solidFill>
                <a:schemeClr val="dk1"/>
              </a:solidFill>
            </a:endParaRPr>
          </a:p>
          <a:p>
            <a:pPr indent="0" lvl="0" marL="914400" rtl="0" algn="l">
              <a:spcBef>
                <a:spcPts val="0"/>
              </a:spcBef>
              <a:spcAft>
                <a:spcPts val="0"/>
              </a:spcAft>
              <a:buNone/>
            </a:pPr>
            <a:r>
              <a:t/>
            </a:r>
            <a:endParaRPr sz="1600">
              <a:solidFill>
                <a:schemeClr val="dk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87"/>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Methods - Coding &amp; Data Analysis</a:t>
            </a:r>
            <a:endParaRPr/>
          </a:p>
        </p:txBody>
      </p:sp>
      <p:graphicFrame>
        <p:nvGraphicFramePr>
          <p:cNvPr id="741" name="Google Shape;741;p87"/>
          <p:cNvGraphicFramePr/>
          <p:nvPr/>
        </p:nvGraphicFramePr>
        <p:xfrm>
          <a:off x="671400" y="1070300"/>
          <a:ext cx="3000000" cy="3000000"/>
        </p:xfrm>
        <a:graphic>
          <a:graphicData uri="http://schemas.openxmlformats.org/drawingml/2006/table">
            <a:tbl>
              <a:tblPr>
                <a:noFill/>
                <a:tableStyleId>{21075E54-8EE1-4DF8-AC3F-35C2FC0C33FF}</a:tableStyleId>
              </a:tblPr>
              <a:tblGrid>
                <a:gridCol w="1809750"/>
                <a:gridCol w="1809750"/>
                <a:gridCol w="1809750"/>
                <a:gridCol w="1809750"/>
              </a:tblGrid>
              <a:tr h="359875">
                <a:tc gridSpan="4">
                  <a:txBody>
                    <a:bodyPr/>
                    <a:lstStyle/>
                    <a:p>
                      <a:pPr indent="0" lvl="0" marL="0" rtl="0" algn="ctr">
                        <a:spcBef>
                          <a:spcPts val="0"/>
                        </a:spcBef>
                        <a:spcAft>
                          <a:spcPts val="0"/>
                        </a:spcAft>
                        <a:buNone/>
                      </a:pPr>
                      <a:r>
                        <a:rPr b="1" lang="en-US" sz="1200">
                          <a:solidFill>
                            <a:schemeClr val="dk1"/>
                          </a:solidFill>
                        </a:rPr>
                        <a:t>Number of Coding Scheme Elements Prioritized by Focus Area</a:t>
                      </a:r>
                      <a:endParaRPr b="1"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solidFill>
                      <a:schemeClr val="accent3"/>
                    </a:solidFill>
                  </a:tcPr>
                </a:tc>
                <a:tc hMerge="1"/>
                <a:tc hMerge="1"/>
                <a:tc hMerge="1"/>
              </a:tr>
              <a:tr h="359875">
                <a:tc gridSpan="4">
                  <a:txBody>
                    <a:bodyPr/>
                    <a:lstStyle/>
                    <a:p>
                      <a:pPr indent="0" lvl="0" marL="0" rtl="0" algn="ctr">
                        <a:spcBef>
                          <a:spcPts val="0"/>
                        </a:spcBef>
                        <a:spcAft>
                          <a:spcPts val="0"/>
                        </a:spcAft>
                        <a:buNone/>
                      </a:pPr>
                      <a:r>
                        <a:rPr b="1" lang="en-US" sz="1200">
                          <a:solidFill>
                            <a:schemeClr val="dk1"/>
                          </a:solidFill>
                        </a:rPr>
                        <a:t>Translation</a:t>
                      </a:r>
                      <a:endParaRPr b="1"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hMerge="1"/>
                <a:tc hMerge="1"/>
                <a:tc hMerge="1"/>
              </a:tr>
              <a:tr h="690950">
                <a:tc>
                  <a:txBody>
                    <a:bodyPr/>
                    <a:lstStyle/>
                    <a:p>
                      <a:pPr indent="0" lvl="0" marL="0" rtl="0" algn="l">
                        <a:spcBef>
                          <a:spcPts val="0"/>
                        </a:spcBef>
                        <a:spcAft>
                          <a:spcPts val="0"/>
                        </a:spcAft>
                        <a:buNone/>
                      </a:pPr>
                      <a:r>
                        <a:rPr lang="en-US" sz="1200">
                          <a:solidFill>
                            <a:schemeClr val="dk1"/>
                          </a:solidFill>
                        </a:rPr>
                        <a:t>Prevalent Common &amp; Rare Conditions (</a:t>
                      </a:r>
                      <a:r>
                        <a:rPr b="1" lang="en-US" sz="1200">
                          <a:solidFill>
                            <a:schemeClr val="accent4"/>
                          </a:solidFill>
                        </a:rPr>
                        <a:t>1599</a:t>
                      </a:r>
                      <a:r>
                        <a:rPr b="1" lang="en-US" sz="1200">
                          <a:solidFill>
                            <a:schemeClr val="dk1"/>
                          </a:solidFill>
                        </a:rPr>
                        <a:t>/</a:t>
                      </a:r>
                      <a:r>
                        <a:rPr b="1" lang="en-US" sz="1200">
                          <a:solidFill>
                            <a:schemeClr val="dk2"/>
                          </a:solidFill>
                        </a:rPr>
                        <a:t>1</a:t>
                      </a:r>
                      <a:r>
                        <a:rPr lang="en-US" sz="1200">
                          <a:solidFill>
                            <a:schemeClr val="dk1"/>
                          </a:solidFill>
                        </a:rPr>
                        <a:t>)</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Maternal &amp; Child Health</a:t>
                      </a:r>
                      <a:endParaRPr sz="1200">
                        <a:solidFill>
                          <a:schemeClr val="dk1"/>
                        </a:solidFill>
                      </a:endParaRPr>
                    </a:p>
                    <a:p>
                      <a:pPr indent="0" lvl="0" marL="0" rtl="0" algn="l">
                        <a:spcBef>
                          <a:spcPts val="0"/>
                        </a:spcBef>
                        <a:spcAft>
                          <a:spcPts val="0"/>
                        </a:spcAft>
                        <a:buNone/>
                      </a:pPr>
                      <a:r>
                        <a:rPr lang="en-US" sz="1200">
                          <a:solidFill>
                            <a:schemeClr val="dk1"/>
                          </a:solidFill>
                        </a:rPr>
                        <a:t>(</a:t>
                      </a:r>
                      <a:r>
                        <a:rPr b="1" lang="en-US" sz="1200">
                          <a:solidFill>
                            <a:schemeClr val="accent4"/>
                          </a:solidFill>
                        </a:rPr>
                        <a:t>155</a:t>
                      </a:r>
                      <a:r>
                        <a:rPr b="1" lang="en-US" sz="1200">
                          <a:solidFill>
                            <a:schemeClr val="dk1"/>
                          </a:solidFill>
                        </a:rPr>
                        <a:t>/</a:t>
                      </a:r>
                      <a:r>
                        <a:rPr b="1" lang="en-US" sz="1200">
                          <a:solidFill>
                            <a:schemeClr val="dk2"/>
                          </a:solidFill>
                        </a:rPr>
                        <a:t>2</a:t>
                      </a:r>
                      <a:r>
                        <a:rPr lang="en-US" sz="1200">
                          <a:solidFill>
                            <a:schemeClr val="dk1"/>
                          </a:solidFill>
                        </a:rPr>
                        <a:t>)</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Health Aging &amp; Resilience Across Lifespan </a:t>
                      </a:r>
                      <a:endParaRPr sz="1200">
                        <a:solidFill>
                          <a:schemeClr val="dk1"/>
                        </a:solidFill>
                      </a:endParaRPr>
                    </a:p>
                    <a:p>
                      <a:pPr indent="0" lvl="0" marL="0" rtl="0" algn="l">
                        <a:spcBef>
                          <a:spcPts val="0"/>
                        </a:spcBef>
                        <a:spcAft>
                          <a:spcPts val="0"/>
                        </a:spcAft>
                        <a:buNone/>
                      </a:pPr>
                      <a:r>
                        <a:rPr lang="en-US" sz="1200">
                          <a:solidFill>
                            <a:schemeClr val="dk1"/>
                          </a:solidFill>
                        </a:rPr>
                        <a:t>(</a:t>
                      </a:r>
                      <a:r>
                        <a:rPr b="1" lang="en-US" sz="1200">
                          <a:solidFill>
                            <a:schemeClr val="accent4"/>
                          </a:solidFill>
                        </a:rPr>
                        <a:t>52</a:t>
                      </a:r>
                      <a:r>
                        <a:rPr b="1" lang="en-US" sz="1200">
                          <a:solidFill>
                            <a:schemeClr val="dk1"/>
                          </a:solidFill>
                        </a:rPr>
                        <a:t>/</a:t>
                      </a:r>
                      <a:r>
                        <a:rPr b="1" lang="en-US" sz="1200">
                          <a:solidFill>
                            <a:schemeClr val="accent2"/>
                          </a:solidFill>
                        </a:rPr>
                        <a:t>2</a:t>
                      </a:r>
                      <a:r>
                        <a:rPr lang="en-US" sz="1200">
                          <a:solidFill>
                            <a:schemeClr val="dk1"/>
                          </a:solidFill>
                        </a:rPr>
                        <a:t>)</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Return of Results on Individual &amp; Population Health </a:t>
                      </a:r>
                      <a:endParaRPr sz="1200">
                        <a:solidFill>
                          <a:schemeClr val="dk1"/>
                        </a:solidFill>
                      </a:endParaRPr>
                    </a:p>
                    <a:p>
                      <a:pPr indent="0" lvl="0" marL="0" rtl="0" algn="l">
                        <a:spcBef>
                          <a:spcPts val="0"/>
                        </a:spcBef>
                        <a:spcAft>
                          <a:spcPts val="0"/>
                        </a:spcAft>
                        <a:buNone/>
                      </a:pPr>
                      <a:r>
                        <a:rPr lang="en-US" sz="1200">
                          <a:solidFill>
                            <a:schemeClr val="dk1"/>
                          </a:solidFill>
                        </a:rPr>
                        <a:t>(</a:t>
                      </a:r>
                      <a:r>
                        <a:rPr b="1" lang="en-US" sz="1200">
                          <a:solidFill>
                            <a:schemeClr val="accent4"/>
                          </a:solidFill>
                        </a:rPr>
                        <a:t>38</a:t>
                      </a:r>
                      <a:r>
                        <a:rPr b="1" lang="en-US" sz="1200">
                          <a:solidFill>
                            <a:schemeClr val="dk1"/>
                          </a:solidFill>
                        </a:rPr>
                        <a:t>/</a:t>
                      </a:r>
                      <a:r>
                        <a:rPr b="1" lang="en-US" sz="1200">
                          <a:solidFill>
                            <a:schemeClr val="accent2"/>
                          </a:solidFill>
                        </a:rPr>
                        <a:t>0</a:t>
                      </a:r>
                      <a:r>
                        <a:rPr lang="en-US" sz="1200">
                          <a:solidFill>
                            <a:schemeClr val="dk1"/>
                          </a:solidFill>
                        </a:rPr>
                        <a:t>)</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359875">
                <a:tc gridSpan="4">
                  <a:txBody>
                    <a:bodyPr/>
                    <a:lstStyle/>
                    <a:p>
                      <a:pPr indent="0" lvl="0" marL="0" rtl="0" algn="ctr">
                        <a:spcBef>
                          <a:spcPts val="0"/>
                        </a:spcBef>
                        <a:spcAft>
                          <a:spcPts val="0"/>
                        </a:spcAft>
                        <a:buNone/>
                      </a:pPr>
                      <a:r>
                        <a:rPr b="1" lang="en-US" sz="1200">
                          <a:solidFill>
                            <a:schemeClr val="dk1"/>
                          </a:solidFill>
                        </a:rPr>
                        <a:t>Modifiers</a:t>
                      </a:r>
                      <a:endParaRPr b="1"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hMerge="1"/>
                <a:tc hMerge="1"/>
                <a:tc hMerge="1"/>
              </a:tr>
              <a:tr h="518200">
                <a:tc>
                  <a:txBody>
                    <a:bodyPr/>
                    <a:lstStyle/>
                    <a:p>
                      <a:pPr indent="0" lvl="0" marL="0" rtl="0" algn="l">
                        <a:spcBef>
                          <a:spcPts val="0"/>
                        </a:spcBef>
                        <a:spcAft>
                          <a:spcPts val="0"/>
                        </a:spcAft>
                        <a:buNone/>
                      </a:pPr>
                      <a:r>
                        <a:rPr lang="en-US" sz="1200">
                          <a:solidFill>
                            <a:schemeClr val="dk1"/>
                          </a:solidFill>
                        </a:rPr>
                        <a:t>Lifestyle, Substance, &amp; Behavioral Health (</a:t>
                      </a:r>
                      <a:r>
                        <a:rPr b="1" lang="en-US" sz="1200">
                          <a:solidFill>
                            <a:schemeClr val="accent4"/>
                          </a:solidFill>
                        </a:rPr>
                        <a:t>103</a:t>
                      </a:r>
                      <a:r>
                        <a:rPr b="1" lang="en-US" sz="1200">
                          <a:solidFill>
                            <a:schemeClr val="dk1"/>
                          </a:solidFill>
                        </a:rPr>
                        <a:t>/</a:t>
                      </a:r>
                      <a:r>
                        <a:rPr b="1" lang="en-US" sz="1200">
                          <a:solidFill>
                            <a:schemeClr val="dk2"/>
                          </a:solidFill>
                        </a:rPr>
                        <a:t>0</a:t>
                      </a:r>
                      <a:r>
                        <a:rPr lang="en-US" sz="1200">
                          <a:solidFill>
                            <a:schemeClr val="dk1"/>
                          </a:solidFill>
                        </a:rPr>
                        <a:t>)</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Environment </a:t>
                      </a:r>
                      <a:endParaRPr sz="1200">
                        <a:solidFill>
                          <a:schemeClr val="dk1"/>
                        </a:solidFill>
                      </a:endParaRPr>
                    </a:p>
                    <a:p>
                      <a:pPr indent="0" lvl="0" marL="0" rtl="0" algn="l">
                        <a:spcBef>
                          <a:spcPts val="0"/>
                        </a:spcBef>
                        <a:spcAft>
                          <a:spcPts val="0"/>
                        </a:spcAft>
                        <a:buNone/>
                      </a:pPr>
                      <a:r>
                        <a:rPr lang="en-US" sz="1200">
                          <a:solidFill>
                            <a:schemeClr val="dk1"/>
                          </a:solidFill>
                        </a:rPr>
                        <a:t>(</a:t>
                      </a:r>
                      <a:r>
                        <a:rPr b="1" lang="en-US" sz="1200">
                          <a:solidFill>
                            <a:schemeClr val="accent4"/>
                          </a:solidFill>
                        </a:rPr>
                        <a:t>99</a:t>
                      </a:r>
                      <a:r>
                        <a:rPr b="1" lang="en-US" sz="1200">
                          <a:solidFill>
                            <a:schemeClr val="dk1"/>
                          </a:solidFill>
                        </a:rPr>
                        <a:t>/</a:t>
                      </a:r>
                      <a:r>
                        <a:rPr b="1" lang="en-US" sz="1200">
                          <a:solidFill>
                            <a:schemeClr val="accent2"/>
                          </a:solidFill>
                        </a:rPr>
                        <a:t>0</a:t>
                      </a:r>
                      <a:r>
                        <a:rPr lang="en-US" sz="1200">
                          <a:solidFill>
                            <a:schemeClr val="dk1"/>
                          </a:solidFill>
                        </a:rPr>
                        <a:t>)</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Health Equity </a:t>
                      </a:r>
                      <a:endParaRPr sz="1200">
                        <a:solidFill>
                          <a:schemeClr val="dk1"/>
                        </a:solidFill>
                      </a:endParaRPr>
                    </a:p>
                    <a:p>
                      <a:pPr indent="0" lvl="0" marL="0" rtl="0" algn="l">
                        <a:spcBef>
                          <a:spcPts val="0"/>
                        </a:spcBef>
                        <a:spcAft>
                          <a:spcPts val="0"/>
                        </a:spcAft>
                        <a:buNone/>
                      </a:pPr>
                      <a:r>
                        <a:rPr lang="en-US" sz="1200">
                          <a:solidFill>
                            <a:schemeClr val="dk1"/>
                          </a:solidFill>
                        </a:rPr>
                        <a:t>(</a:t>
                      </a:r>
                      <a:r>
                        <a:rPr b="1" lang="en-US" sz="1200">
                          <a:solidFill>
                            <a:schemeClr val="accent4"/>
                          </a:solidFill>
                        </a:rPr>
                        <a:t>117</a:t>
                      </a:r>
                      <a:r>
                        <a:rPr b="1" lang="en-US" sz="1200">
                          <a:solidFill>
                            <a:schemeClr val="dk1"/>
                          </a:solidFill>
                        </a:rPr>
                        <a:t>/</a:t>
                      </a:r>
                      <a:r>
                        <a:rPr b="1" lang="en-US" sz="1200">
                          <a:solidFill>
                            <a:schemeClr val="accent2"/>
                          </a:solidFill>
                        </a:rPr>
                        <a:t>11</a:t>
                      </a:r>
                      <a:r>
                        <a:rPr lang="en-US" sz="1200">
                          <a:solidFill>
                            <a:schemeClr val="dk1"/>
                          </a:solidFill>
                        </a:rPr>
                        <a:t>)</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Genetics &amp; Biology</a:t>
                      </a:r>
                      <a:endParaRPr sz="1200">
                        <a:solidFill>
                          <a:schemeClr val="dk1"/>
                        </a:solidFill>
                      </a:endParaRPr>
                    </a:p>
                    <a:p>
                      <a:pPr indent="0" lvl="0" marL="0" rtl="0" algn="l">
                        <a:spcBef>
                          <a:spcPts val="0"/>
                        </a:spcBef>
                        <a:spcAft>
                          <a:spcPts val="0"/>
                        </a:spcAft>
                        <a:buNone/>
                      </a:pPr>
                      <a:r>
                        <a:rPr lang="en-US" sz="1200">
                          <a:solidFill>
                            <a:schemeClr val="dk1"/>
                          </a:solidFill>
                        </a:rPr>
                        <a:t>(</a:t>
                      </a:r>
                      <a:r>
                        <a:rPr b="1" lang="en-US" sz="1200">
                          <a:solidFill>
                            <a:schemeClr val="accent4"/>
                          </a:solidFill>
                        </a:rPr>
                        <a:t>405</a:t>
                      </a:r>
                      <a:r>
                        <a:rPr b="1" lang="en-US" sz="1200">
                          <a:solidFill>
                            <a:schemeClr val="dk1"/>
                          </a:solidFill>
                        </a:rPr>
                        <a:t>/</a:t>
                      </a:r>
                      <a:r>
                        <a:rPr b="1" lang="en-US" sz="1200">
                          <a:solidFill>
                            <a:schemeClr val="accent2"/>
                          </a:solidFill>
                        </a:rPr>
                        <a:t>1</a:t>
                      </a:r>
                      <a:r>
                        <a:rPr lang="en-US" sz="1200">
                          <a:solidFill>
                            <a:schemeClr val="dk1"/>
                          </a:solidFill>
                        </a:rPr>
                        <a:t>)</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345450">
                <a:tc gridSpan="4">
                  <a:txBody>
                    <a:bodyPr/>
                    <a:lstStyle/>
                    <a:p>
                      <a:pPr indent="0" lvl="0" marL="0" rtl="0" algn="l">
                        <a:spcBef>
                          <a:spcPts val="0"/>
                        </a:spcBef>
                        <a:spcAft>
                          <a:spcPts val="0"/>
                        </a:spcAft>
                        <a:buNone/>
                      </a:pPr>
                      <a:r>
                        <a:rPr b="1" lang="en-US" sz="1200">
                          <a:solidFill>
                            <a:schemeClr val="dk1"/>
                          </a:solidFill>
                        </a:rPr>
                        <a:t>Total: </a:t>
                      </a:r>
                      <a:r>
                        <a:rPr lang="en-US" sz="1200">
                          <a:solidFill>
                            <a:schemeClr val="dk1"/>
                          </a:solidFill>
                        </a:rPr>
                        <a:t>2,302 keywords selected (</a:t>
                      </a:r>
                      <a:r>
                        <a:rPr lang="en-US" sz="1200">
                          <a:solidFill>
                            <a:schemeClr val="accent4"/>
                          </a:solidFill>
                        </a:rPr>
                        <a:t>red</a:t>
                      </a:r>
                      <a:r>
                        <a:rPr lang="en-US" sz="1200">
                          <a:solidFill>
                            <a:schemeClr val="dk1"/>
                          </a:solidFill>
                        </a:rPr>
                        <a:t>); 17 workspace description field variables selected in total (</a:t>
                      </a:r>
                      <a:r>
                        <a:rPr lang="en-US" sz="1200">
                          <a:solidFill>
                            <a:schemeClr val="dk2"/>
                          </a:solidFill>
                        </a:rPr>
                        <a:t>blue</a:t>
                      </a:r>
                      <a:r>
                        <a:rPr lang="en-US" sz="1200">
                          <a:solidFill>
                            <a:schemeClr val="dk1"/>
                          </a:solidFill>
                        </a:rPr>
                        <a:t>). </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hMerge="1"/>
                <a:tc hMerge="1"/>
                <a:tc hMerge="1"/>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88"/>
          <p:cNvSpPr txBox="1"/>
          <p:nvPr>
            <p:ph type="title"/>
          </p:nvPr>
        </p:nvSpPr>
        <p:spPr>
          <a:xfrm>
            <a:off x="349400" y="285646"/>
            <a:ext cx="8447100" cy="28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Results - Until March 2981 W</a:t>
            </a:r>
            <a:r>
              <a:rPr lang="en-US"/>
              <a:t>orkspaces Analyzed</a:t>
            </a:r>
            <a:r>
              <a:rPr lang="en-US"/>
              <a:t> - Keywords </a:t>
            </a:r>
            <a:endParaRPr/>
          </a:p>
        </p:txBody>
      </p:sp>
      <p:sp>
        <p:nvSpPr>
          <p:cNvPr id="747" name="Google Shape;747;p88"/>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graphicFrame>
        <p:nvGraphicFramePr>
          <p:cNvPr id="748" name="Google Shape;748;p88"/>
          <p:cNvGraphicFramePr/>
          <p:nvPr/>
        </p:nvGraphicFramePr>
        <p:xfrm>
          <a:off x="342900" y="649625"/>
          <a:ext cx="3000000" cy="3000000"/>
        </p:xfrm>
        <a:graphic>
          <a:graphicData uri="http://schemas.openxmlformats.org/drawingml/2006/table">
            <a:tbl>
              <a:tblPr>
                <a:noFill/>
                <a:tableStyleId>{21075E54-8EE1-4DF8-AC3F-35C2FC0C33FF}</a:tableStyleId>
              </a:tblPr>
              <a:tblGrid>
                <a:gridCol w="4046100"/>
                <a:gridCol w="906875"/>
                <a:gridCol w="914575"/>
                <a:gridCol w="1259000"/>
                <a:gridCol w="1581800"/>
              </a:tblGrid>
              <a:tr h="338475">
                <a:tc gridSpan="5">
                  <a:txBody>
                    <a:bodyPr/>
                    <a:lstStyle/>
                    <a:p>
                      <a:pPr indent="0" lvl="0" marL="0" rtl="0" algn="ctr">
                        <a:spcBef>
                          <a:spcPts val="0"/>
                        </a:spcBef>
                        <a:spcAft>
                          <a:spcPts val="0"/>
                        </a:spcAft>
                        <a:buNone/>
                      </a:pPr>
                      <a:r>
                        <a:rPr b="1" lang="en-US">
                          <a:solidFill>
                            <a:schemeClr val="dk1"/>
                          </a:solidFill>
                        </a:rPr>
                        <a:t>Number of Workspaces Mapped to Scientific Focus Areas Based on Coding Scheme</a:t>
                      </a:r>
                      <a:endParaRPr b="1">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solidFill>
                      <a:schemeClr val="accent3"/>
                    </a:solidFill>
                  </a:tcPr>
                </a:tc>
                <a:tc hMerge="1"/>
                <a:tc hMerge="1"/>
                <a:tc hMerge="1"/>
                <a:tc hMerge="1"/>
              </a:tr>
              <a:tr h="436625">
                <a:tc>
                  <a:txBody>
                    <a:bodyPr/>
                    <a:lstStyle/>
                    <a:p>
                      <a:pPr indent="0" lvl="0" marL="0" rtl="0" algn="l">
                        <a:lnSpc>
                          <a:spcPct val="100000"/>
                        </a:lnSpc>
                        <a:spcBef>
                          <a:spcPts val="0"/>
                        </a:spcBef>
                        <a:spcAft>
                          <a:spcPts val="0"/>
                        </a:spcAft>
                        <a:buNone/>
                      </a:pPr>
                      <a:r>
                        <a:rPr lang="en-US" sz="1200">
                          <a:solidFill>
                            <a:schemeClr val="dk1"/>
                          </a:solidFill>
                        </a:rPr>
                        <a:t>Category</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Subset keywords*</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All Keywords</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Keywords* + Project purpose</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Keywords* + Project purpose+ population</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rtl="0" algn="l">
                        <a:lnSpc>
                          <a:spcPct val="100000"/>
                        </a:lnSpc>
                        <a:spcBef>
                          <a:spcPts val="0"/>
                        </a:spcBef>
                        <a:spcAft>
                          <a:spcPts val="0"/>
                        </a:spcAft>
                        <a:buNone/>
                      </a:pPr>
                      <a:r>
                        <a:rPr lang="en-US" sz="1200">
                          <a:solidFill>
                            <a:schemeClr val="dk1"/>
                          </a:solidFill>
                        </a:rPr>
                        <a:t>Prevalent Common &amp; Rare Conditions</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1321</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1956</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1321</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1321</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rtl="0" algn="l">
                        <a:lnSpc>
                          <a:spcPct val="100000"/>
                        </a:lnSpc>
                        <a:spcBef>
                          <a:spcPts val="0"/>
                        </a:spcBef>
                        <a:spcAft>
                          <a:spcPts val="0"/>
                        </a:spcAft>
                        <a:buNone/>
                      </a:pPr>
                      <a:r>
                        <a:rPr lang="en-US" sz="1200">
                          <a:solidFill>
                            <a:schemeClr val="dk1"/>
                          </a:solidFill>
                        </a:rPr>
                        <a:t>Maternal &amp; Child Health</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184</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184</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184</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184</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rtl="0" algn="l">
                        <a:lnSpc>
                          <a:spcPct val="100000"/>
                        </a:lnSpc>
                        <a:spcBef>
                          <a:spcPts val="0"/>
                        </a:spcBef>
                        <a:spcAft>
                          <a:spcPts val="0"/>
                        </a:spcAft>
                        <a:buNone/>
                      </a:pPr>
                      <a:r>
                        <a:rPr lang="en-US" sz="1200">
                          <a:solidFill>
                            <a:schemeClr val="dk1"/>
                          </a:solidFill>
                        </a:rPr>
                        <a:t>Health Aging &amp; Resilience Across Lifespan</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311</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311</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311</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311</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rtl="0" algn="l">
                        <a:lnSpc>
                          <a:spcPct val="100000"/>
                        </a:lnSpc>
                        <a:spcBef>
                          <a:spcPts val="0"/>
                        </a:spcBef>
                        <a:spcAft>
                          <a:spcPts val="0"/>
                        </a:spcAft>
                        <a:buNone/>
                      </a:pPr>
                      <a:r>
                        <a:rPr lang="en-US" sz="1200">
                          <a:solidFill>
                            <a:schemeClr val="dk1"/>
                          </a:solidFill>
                        </a:rPr>
                        <a:t>Return of Results on Individual &amp; Population Health</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28</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28</a:t>
                      </a:r>
                      <a:endParaRPr sz="105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835</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835</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rtl="0" algn="l">
                        <a:lnSpc>
                          <a:spcPct val="100000"/>
                        </a:lnSpc>
                        <a:spcBef>
                          <a:spcPts val="0"/>
                        </a:spcBef>
                        <a:spcAft>
                          <a:spcPts val="0"/>
                        </a:spcAft>
                        <a:buNone/>
                      </a:pPr>
                      <a:r>
                        <a:rPr lang="en-US" sz="1200">
                          <a:solidFill>
                            <a:schemeClr val="dk1"/>
                          </a:solidFill>
                        </a:rPr>
                        <a:t>Lifestyle, Substance, &amp; Behavioral Health</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503</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503</a:t>
                      </a:r>
                      <a:endParaRPr sz="105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808</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808</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rtl="0" algn="l">
                        <a:lnSpc>
                          <a:spcPct val="100000"/>
                        </a:lnSpc>
                        <a:spcBef>
                          <a:spcPts val="0"/>
                        </a:spcBef>
                        <a:spcAft>
                          <a:spcPts val="0"/>
                        </a:spcAft>
                        <a:buNone/>
                      </a:pPr>
                      <a:r>
                        <a:rPr lang="en-US" sz="1200">
                          <a:solidFill>
                            <a:schemeClr val="dk1"/>
                          </a:solidFill>
                        </a:rPr>
                        <a:t>Environment </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522</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522</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522</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522</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rtl="0" algn="l">
                        <a:lnSpc>
                          <a:spcPct val="100000"/>
                        </a:lnSpc>
                        <a:spcBef>
                          <a:spcPts val="0"/>
                        </a:spcBef>
                        <a:spcAft>
                          <a:spcPts val="0"/>
                        </a:spcAft>
                        <a:buNone/>
                      </a:pPr>
                      <a:r>
                        <a:rPr lang="en-US" sz="1200">
                          <a:solidFill>
                            <a:schemeClr val="dk1"/>
                          </a:solidFill>
                        </a:rPr>
                        <a:t>Health Equity</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1951</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1951</a:t>
                      </a:r>
                      <a:endParaRPr sz="105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1951</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2197</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78200">
                <a:tc>
                  <a:txBody>
                    <a:bodyPr/>
                    <a:lstStyle/>
                    <a:p>
                      <a:pPr indent="0" lvl="0" marL="0" rtl="0" algn="l">
                        <a:lnSpc>
                          <a:spcPct val="100000"/>
                        </a:lnSpc>
                        <a:spcBef>
                          <a:spcPts val="0"/>
                        </a:spcBef>
                        <a:spcAft>
                          <a:spcPts val="0"/>
                        </a:spcAft>
                        <a:buNone/>
                      </a:pPr>
                      <a:r>
                        <a:rPr lang="en-US" sz="1200">
                          <a:solidFill>
                            <a:schemeClr val="dk1"/>
                          </a:solidFill>
                        </a:rPr>
                        <a:t>Genetics &amp; Biol</a:t>
                      </a:r>
                      <a:r>
                        <a:rPr lang="en-US" sz="1200">
                          <a:solidFill>
                            <a:schemeClr val="dk1"/>
                          </a:solidFill>
                        </a:rPr>
                        <a:t>ogy</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1826</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1826</a:t>
                      </a:r>
                      <a:endParaRPr sz="105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1887</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1887</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23725">
                <a:tc>
                  <a:txBody>
                    <a:bodyPr/>
                    <a:lstStyle/>
                    <a:p>
                      <a:pPr indent="0" lvl="0" marL="0" rtl="0" algn="l">
                        <a:lnSpc>
                          <a:spcPct val="100000"/>
                        </a:lnSpc>
                        <a:spcBef>
                          <a:spcPts val="0"/>
                        </a:spcBef>
                        <a:spcAft>
                          <a:spcPts val="0"/>
                        </a:spcAft>
                        <a:buNone/>
                      </a:pPr>
                      <a:r>
                        <a:rPr lang="en-US" sz="1200">
                          <a:solidFill>
                            <a:schemeClr val="dk1"/>
                          </a:solidFill>
                        </a:rPr>
                        <a:t>Total workspaces that map according to scheme</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2800</a:t>
                      </a:r>
                      <a:endParaRPr sz="1050"/>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2853</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2821</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2851</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89750">
                <a:tc>
                  <a:txBody>
                    <a:bodyPr/>
                    <a:lstStyle/>
                    <a:p>
                      <a:pPr indent="0" lvl="0" marL="0" rtl="0" algn="l">
                        <a:lnSpc>
                          <a:spcPct val="100000"/>
                        </a:lnSpc>
                        <a:spcBef>
                          <a:spcPts val="0"/>
                        </a:spcBef>
                        <a:spcAft>
                          <a:spcPts val="0"/>
                        </a:spcAft>
                        <a:buNone/>
                      </a:pPr>
                      <a:r>
                        <a:rPr lang="en-US" sz="1200">
                          <a:solidFill>
                            <a:schemeClr val="dk1"/>
                          </a:solidFill>
                        </a:rPr>
                        <a:t>Total workspaces that do not map/require manual review</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181</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128</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50"/>
                        <a:t>160</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130</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bl>
          </a:graphicData>
        </a:graphic>
      </p:graphicFrame>
      <p:sp>
        <p:nvSpPr>
          <p:cNvPr id="749" name="Google Shape;749;p88"/>
          <p:cNvSpPr txBox="1"/>
          <p:nvPr/>
        </p:nvSpPr>
        <p:spPr>
          <a:xfrm>
            <a:off x="332825" y="4213745"/>
            <a:ext cx="8728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0"/>
              <a:t>* Common disease limited to top leading causes of death (</a:t>
            </a:r>
            <a:r>
              <a:rPr lang="en-US" sz="1100" u="sng">
                <a:solidFill>
                  <a:schemeClr val="hlink"/>
                </a:solidFill>
                <a:hlinkClick r:id="rId3"/>
              </a:rPr>
              <a:t>https://www.cdc.gov/nchs/fastats/leading-causes-of-death.htm</a:t>
            </a:r>
            <a:r>
              <a:rPr lang="en-US" sz="1000"/>
              <a:t>)</a:t>
            </a:r>
            <a:endParaRPr sz="10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89"/>
          <p:cNvSpPr txBox="1"/>
          <p:nvPr>
            <p:ph type="title"/>
          </p:nvPr>
        </p:nvSpPr>
        <p:spPr>
          <a:xfrm>
            <a:off x="349400" y="285647"/>
            <a:ext cx="8447100" cy="285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US"/>
              <a:t>1603 Projects have 2-3 Categories </a:t>
            </a:r>
            <a:r>
              <a:rPr lang="en-US"/>
              <a:t>identified</a:t>
            </a:r>
            <a:r>
              <a:rPr lang="en-US"/>
              <a:t> using Keywords, Purpose, &amp; Population</a:t>
            </a:r>
            <a:endParaRPr/>
          </a:p>
        </p:txBody>
      </p:sp>
      <p:sp>
        <p:nvSpPr>
          <p:cNvPr id="755" name="Google Shape;755;p89"/>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sp>
        <p:nvSpPr>
          <p:cNvPr id="756" name="Google Shape;756;p89"/>
          <p:cNvSpPr txBox="1"/>
          <p:nvPr/>
        </p:nvSpPr>
        <p:spPr>
          <a:xfrm>
            <a:off x="349400" y="850050"/>
            <a:ext cx="3446700" cy="15774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Char char="●"/>
            </a:pPr>
            <a:r>
              <a:rPr lang="en-US">
                <a:solidFill>
                  <a:schemeClr val="dk1"/>
                </a:solidFill>
              </a:rPr>
              <a:t>Number of projects with multiple categories 2407 </a:t>
            </a:r>
            <a:r>
              <a:rPr lang="en-US">
                <a:solidFill>
                  <a:schemeClr val="dk1"/>
                </a:solidFill>
              </a:rPr>
              <a:t>workspaces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Number of projects with one category 444 workspaces</a:t>
            </a:r>
            <a:endParaRPr>
              <a:solidFill>
                <a:schemeClr val="dk1"/>
              </a:solidFill>
            </a:endParaRPr>
          </a:p>
          <a:p>
            <a:pPr indent="0" lvl="0" marL="0" rtl="0" algn="l">
              <a:lnSpc>
                <a:spcPct val="115000"/>
              </a:lnSpc>
              <a:spcBef>
                <a:spcPts val="0"/>
              </a:spcBef>
              <a:spcAft>
                <a:spcPts val="0"/>
              </a:spcAft>
              <a:buNone/>
            </a:pPr>
            <a:r>
              <a:t/>
            </a:r>
            <a:endParaRPr sz="1050"/>
          </a:p>
          <a:p>
            <a:pPr indent="0" lvl="0" marL="0" rtl="0" algn="l">
              <a:spcBef>
                <a:spcPts val="0"/>
              </a:spcBef>
              <a:spcAft>
                <a:spcPts val="0"/>
              </a:spcAft>
              <a:buNone/>
            </a:pPr>
            <a:r>
              <a:t/>
            </a:r>
            <a:endParaRPr/>
          </a:p>
        </p:txBody>
      </p:sp>
      <p:pic>
        <p:nvPicPr>
          <p:cNvPr id="757" name="Google Shape;757;p89"/>
          <p:cNvPicPr preferRelativeResize="0"/>
          <p:nvPr/>
        </p:nvPicPr>
        <p:blipFill>
          <a:blip r:embed="rId3">
            <a:alphaModFix/>
          </a:blip>
          <a:stretch>
            <a:fillRect/>
          </a:stretch>
        </p:blipFill>
        <p:spPr>
          <a:xfrm>
            <a:off x="3948500" y="723947"/>
            <a:ext cx="4659805" cy="371315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90"/>
          <p:cNvSpPr txBox="1"/>
          <p:nvPr>
            <p:ph type="title"/>
          </p:nvPr>
        </p:nvSpPr>
        <p:spPr>
          <a:xfrm>
            <a:off x="349400" y="285647"/>
            <a:ext cx="8447100" cy="285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US"/>
              <a:t>Projects </a:t>
            </a:r>
            <a:r>
              <a:rPr lang="en-US"/>
              <a:t>Categories</a:t>
            </a:r>
            <a:r>
              <a:rPr lang="en-US"/>
              <a:t> Intersection - Genetics, common/rare condition, and health equity are Most Common Subset </a:t>
            </a:r>
            <a:endParaRPr/>
          </a:p>
        </p:txBody>
      </p:sp>
      <p:sp>
        <p:nvSpPr>
          <p:cNvPr id="763" name="Google Shape;763;p90"/>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sp>
        <p:nvSpPr>
          <p:cNvPr id="764" name="Google Shape;764;p90"/>
          <p:cNvSpPr txBox="1"/>
          <p:nvPr/>
        </p:nvSpPr>
        <p:spPr>
          <a:xfrm>
            <a:off x="406300" y="3564425"/>
            <a:ext cx="5319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0"/>
              <a:t>*</a:t>
            </a:r>
            <a:r>
              <a:rPr lang="en-US" sz="1000"/>
              <a:t>Showing subsets with more than 10 workspaces</a:t>
            </a:r>
            <a:endParaRPr sz="1000"/>
          </a:p>
        </p:txBody>
      </p:sp>
      <p:pic>
        <p:nvPicPr>
          <p:cNvPr id="765" name="Google Shape;765;p90"/>
          <p:cNvPicPr preferRelativeResize="0"/>
          <p:nvPr/>
        </p:nvPicPr>
        <p:blipFill>
          <a:blip r:embed="rId3">
            <a:alphaModFix/>
          </a:blip>
          <a:stretch>
            <a:fillRect/>
          </a:stretch>
        </p:blipFill>
        <p:spPr>
          <a:xfrm>
            <a:off x="153350" y="1199022"/>
            <a:ext cx="8839204" cy="1942208"/>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91"/>
          <p:cNvSpPr txBox="1"/>
          <p:nvPr>
            <p:ph type="title"/>
          </p:nvPr>
        </p:nvSpPr>
        <p:spPr>
          <a:xfrm>
            <a:off x="349400" y="285646"/>
            <a:ext cx="8447100" cy="28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Non-Mapped Projects Themes</a:t>
            </a:r>
            <a:endParaRPr/>
          </a:p>
        </p:txBody>
      </p:sp>
      <p:sp>
        <p:nvSpPr>
          <p:cNvPr id="771" name="Google Shape;771;p91"/>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sp>
        <p:nvSpPr>
          <p:cNvPr id="772" name="Google Shape;772;p91"/>
          <p:cNvSpPr/>
          <p:nvPr/>
        </p:nvSpPr>
        <p:spPr>
          <a:xfrm>
            <a:off x="580200" y="1014075"/>
            <a:ext cx="1932900" cy="14271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a:t>Diseases Not listed</a:t>
            </a:r>
            <a:endParaRPr/>
          </a:p>
          <a:p>
            <a:pPr indent="-311150" lvl="0" marL="457200" rtl="0" algn="l">
              <a:lnSpc>
                <a:spcPct val="115000"/>
              </a:lnSpc>
              <a:spcBef>
                <a:spcPts val="0"/>
              </a:spcBef>
              <a:spcAft>
                <a:spcPts val="0"/>
              </a:spcAft>
              <a:buSzPts val="1300"/>
              <a:buChar char="●"/>
            </a:pPr>
            <a:r>
              <a:rPr lang="en-US" sz="1300"/>
              <a:t>NIV Failure </a:t>
            </a:r>
            <a:endParaRPr sz="1300"/>
          </a:p>
          <a:p>
            <a:pPr indent="-311150" lvl="0" marL="457200" rtl="0" algn="l">
              <a:lnSpc>
                <a:spcPct val="115000"/>
              </a:lnSpc>
              <a:spcBef>
                <a:spcPts val="0"/>
              </a:spcBef>
              <a:spcAft>
                <a:spcPts val="0"/>
              </a:spcAft>
              <a:buSzPts val="1300"/>
              <a:buChar char="●"/>
            </a:pPr>
            <a:r>
              <a:rPr lang="en-US" sz="1300"/>
              <a:t>ADHA</a:t>
            </a:r>
            <a:endParaRPr sz="1300"/>
          </a:p>
          <a:p>
            <a:pPr indent="-311150" lvl="0" marL="457200" rtl="0" algn="l">
              <a:lnSpc>
                <a:spcPct val="115000"/>
              </a:lnSpc>
              <a:spcBef>
                <a:spcPts val="0"/>
              </a:spcBef>
              <a:spcAft>
                <a:spcPts val="0"/>
              </a:spcAft>
              <a:buSzPts val="1300"/>
              <a:buChar char="●"/>
            </a:pPr>
            <a:r>
              <a:rPr lang="en-US" sz="1300"/>
              <a:t>Psoriatic</a:t>
            </a:r>
            <a:endParaRPr sz="1300"/>
          </a:p>
          <a:p>
            <a:pPr indent="0" lvl="0" marL="0" rtl="0" algn="l">
              <a:spcBef>
                <a:spcPts val="0"/>
              </a:spcBef>
              <a:spcAft>
                <a:spcPts val="0"/>
              </a:spcAft>
              <a:buNone/>
            </a:pPr>
            <a:r>
              <a:t/>
            </a:r>
            <a:endParaRPr/>
          </a:p>
        </p:txBody>
      </p:sp>
      <p:sp>
        <p:nvSpPr>
          <p:cNvPr id="773" name="Google Shape;773;p91"/>
          <p:cNvSpPr/>
          <p:nvPr/>
        </p:nvSpPr>
        <p:spPr>
          <a:xfrm>
            <a:off x="2880950" y="1014075"/>
            <a:ext cx="1932900" cy="14271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a:t>Exploring the data and educational projects</a:t>
            </a:r>
            <a:endParaRPr/>
          </a:p>
          <a:p>
            <a:pPr indent="0" lvl="0" marL="0" rtl="0" algn="l">
              <a:spcBef>
                <a:spcPts val="0"/>
              </a:spcBef>
              <a:spcAft>
                <a:spcPts val="0"/>
              </a:spcAft>
              <a:buNone/>
            </a:pPr>
            <a:r>
              <a:t/>
            </a:r>
            <a:endParaRPr/>
          </a:p>
        </p:txBody>
      </p:sp>
      <p:sp>
        <p:nvSpPr>
          <p:cNvPr id="774" name="Google Shape;774;p91"/>
          <p:cNvSpPr/>
          <p:nvPr/>
        </p:nvSpPr>
        <p:spPr>
          <a:xfrm>
            <a:off x="5181700" y="1014075"/>
            <a:ext cx="1932900" cy="14271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a:t>Health Outcome</a:t>
            </a:r>
            <a:endParaRPr/>
          </a:p>
          <a:p>
            <a:pPr indent="-304800" lvl="0" marL="457200" rtl="0" algn="l">
              <a:spcBef>
                <a:spcPts val="0"/>
              </a:spcBef>
              <a:spcAft>
                <a:spcPts val="0"/>
              </a:spcAft>
              <a:buSzPts val="1200"/>
              <a:buChar char="●"/>
            </a:pPr>
            <a:r>
              <a:rPr lang="en-US" sz="1200"/>
              <a:t>Readmission</a:t>
            </a:r>
            <a:endParaRPr sz="1200"/>
          </a:p>
          <a:p>
            <a:pPr indent="0" lvl="0" marL="0" rtl="0" algn="l">
              <a:spcBef>
                <a:spcPts val="0"/>
              </a:spcBef>
              <a:spcAft>
                <a:spcPts val="0"/>
              </a:spcAft>
              <a:buNone/>
            </a:pPr>
            <a:r>
              <a:t/>
            </a:r>
            <a:endParaRPr/>
          </a:p>
        </p:txBody>
      </p:sp>
      <p:sp>
        <p:nvSpPr>
          <p:cNvPr id="775" name="Google Shape;775;p91"/>
          <p:cNvSpPr/>
          <p:nvPr/>
        </p:nvSpPr>
        <p:spPr>
          <a:xfrm>
            <a:off x="580200" y="2736850"/>
            <a:ext cx="1932900" cy="14271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a:t>Medications</a:t>
            </a:r>
            <a:endParaRPr/>
          </a:p>
          <a:p>
            <a:pPr indent="-304800" lvl="0" marL="457200" rtl="0" algn="l">
              <a:spcBef>
                <a:spcPts val="0"/>
              </a:spcBef>
              <a:spcAft>
                <a:spcPts val="0"/>
              </a:spcAft>
              <a:buSzPts val="1200"/>
              <a:buChar char="●"/>
            </a:pPr>
            <a:r>
              <a:rPr lang="en-US" sz="1200"/>
              <a:t>Metformin</a:t>
            </a:r>
            <a:endParaRPr sz="1200"/>
          </a:p>
          <a:p>
            <a:pPr indent="-304800" lvl="0" marL="457200" rtl="0" algn="l">
              <a:spcBef>
                <a:spcPts val="0"/>
              </a:spcBef>
              <a:spcAft>
                <a:spcPts val="0"/>
              </a:spcAft>
              <a:buSzPts val="1200"/>
              <a:buChar char="●"/>
            </a:pPr>
            <a:r>
              <a:rPr lang="en-US" sz="1200"/>
              <a:t>Adverse drug prediction</a:t>
            </a:r>
            <a:endParaRPr sz="1200"/>
          </a:p>
          <a:p>
            <a:pPr indent="0" lvl="0" marL="0" rtl="0" algn="l">
              <a:spcBef>
                <a:spcPts val="0"/>
              </a:spcBef>
              <a:spcAft>
                <a:spcPts val="0"/>
              </a:spcAft>
              <a:buNone/>
            </a:pPr>
            <a:r>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92"/>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Acknowledgements</a:t>
            </a:r>
            <a:endParaRPr/>
          </a:p>
        </p:txBody>
      </p:sp>
      <p:sp>
        <p:nvSpPr>
          <p:cNvPr id="781" name="Google Shape;781;p92"/>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sp>
        <p:nvSpPr>
          <p:cNvPr id="782" name="Google Shape;782;p92"/>
          <p:cNvSpPr txBox="1"/>
          <p:nvPr/>
        </p:nvSpPr>
        <p:spPr>
          <a:xfrm>
            <a:off x="253000" y="832725"/>
            <a:ext cx="8396700" cy="431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sz="1600">
              <a:solidFill>
                <a:schemeClr val="dk1"/>
              </a:solidFill>
            </a:endParaRPr>
          </a:p>
        </p:txBody>
      </p:sp>
      <p:sp>
        <p:nvSpPr>
          <p:cNvPr id="783" name="Google Shape;783;p92"/>
          <p:cNvSpPr txBox="1"/>
          <p:nvPr/>
        </p:nvSpPr>
        <p:spPr>
          <a:xfrm>
            <a:off x="75625" y="1373200"/>
            <a:ext cx="8396700" cy="2401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600">
                <a:solidFill>
                  <a:schemeClr val="dk1"/>
                </a:solidFill>
              </a:rPr>
              <a:t>Project design, implementation, &amp; analysis were completed by the </a:t>
            </a:r>
            <a:r>
              <a:rPr i="1" lang="en-US" sz="1600">
                <a:solidFill>
                  <a:schemeClr val="dk1"/>
                </a:solidFill>
              </a:rPr>
              <a:t>All of Us </a:t>
            </a:r>
            <a:r>
              <a:rPr lang="en-US" sz="1600">
                <a:solidFill>
                  <a:schemeClr val="dk1"/>
                </a:solidFill>
              </a:rPr>
              <a:t>Data and Research Center.</a:t>
            </a:r>
            <a:endParaRPr sz="1600">
              <a:solidFill>
                <a:schemeClr val="dk1"/>
              </a:solidFill>
            </a:endParaRPr>
          </a:p>
          <a:p>
            <a:pPr indent="0" lvl="0" marL="0" rtl="0" algn="just">
              <a:spcBef>
                <a:spcPts val="0"/>
              </a:spcBef>
              <a:spcAft>
                <a:spcPts val="0"/>
              </a:spcAft>
              <a:buNone/>
            </a:pPr>
            <a:r>
              <a:t/>
            </a:r>
            <a:endParaRPr sz="1600">
              <a:solidFill>
                <a:schemeClr val="dk1"/>
              </a:solidFill>
            </a:endParaRPr>
          </a:p>
          <a:p>
            <a:pPr indent="-330200" lvl="0" marL="457200" rtl="0" algn="just">
              <a:spcBef>
                <a:spcPts val="0"/>
              </a:spcBef>
              <a:spcAft>
                <a:spcPts val="0"/>
              </a:spcAft>
              <a:buClr>
                <a:schemeClr val="dk1"/>
              </a:buClr>
              <a:buSzPts val="1600"/>
              <a:buChar char="●"/>
            </a:pPr>
            <a:r>
              <a:rPr lang="en-US" sz="1600">
                <a:solidFill>
                  <a:schemeClr val="dk1"/>
                </a:solidFill>
              </a:rPr>
              <a:t>Study design &amp; methods: Lina Sulieman, Paul Harris</a:t>
            </a:r>
            <a:endParaRPr sz="1600">
              <a:solidFill>
                <a:schemeClr val="dk1"/>
              </a:solidFill>
            </a:endParaRPr>
          </a:p>
          <a:p>
            <a:pPr indent="-330200" lvl="0" marL="457200" rtl="0" algn="just">
              <a:spcBef>
                <a:spcPts val="0"/>
              </a:spcBef>
              <a:spcAft>
                <a:spcPts val="0"/>
              </a:spcAft>
              <a:buClr>
                <a:schemeClr val="dk1"/>
              </a:buClr>
              <a:buSzPts val="1600"/>
              <a:buChar char="●"/>
            </a:pPr>
            <a:r>
              <a:rPr lang="en-US" sz="1600">
                <a:solidFill>
                  <a:schemeClr val="dk1"/>
                </a:solidFill>
              </a:rPr>
              <a:t>Coding scheme development: Brandy Mapes, Ryan Hale</a:t>
            </a:r>
            <a:endParaRPr sz="1600">
              <a:solidFill>
                <a:schemeClr val="dk1"/>
              </a:solidFill>
            </a:endParaRPr>
          </a:p>
          <a:p>
            <a:pPr indent="-330200" lvl="0" marL="457200" rtl="0" algn="just">
              <a:spcBef>
                <a:spcPts val="0"/>
              </a:spcBef>
              <a:spcAft>
                <a:spcPts val="0"/>
              </a:spcAft>
              <a:buClr>
                <a:schemeClr val="dk1"/>
              </a:buClr>
              <a:buSzPts val="1600"/>
              <a:buChar char="●"/>
            </a:pPr>
            <a:r>
              <a:rPr lang="en-US" sz="1600">
                <a:solidFill>
                  <a:schemeClr val="dk1"/>
                </a:solidFill>
              </a:rPr>
              <a:t>CLAMP: Lina Sulieman, Robert Abram, Justin Cook</a:t>
            </a:r>
            <a:endParaRPr sz="1600">
              <a:solidFill>
                <a:schemeClr val="dk1"/>
              </a:solidFill>
            </a:endParaRPr>
          </a:p>
          <a:p>
            <a:pPr indent="-330200" lvl="0" marL="457200" rtl="0" algn="just">
              <a:spcBef>
                <a:spcPts val="0"/>
              </a:spcBef>
              <a:spcAft>
                <a:spcPts val="0"/>
              </a:spcAft>
              <a:buClr>
                <a:schemeClr val="dk1"/>
              </a:buClr>
              <a:buSzPts val="1600"/>
              <a:buChar char="●"/>
            </a:pPr>
            <a:r>
              <a:rPr lang="en-US" sz="1600">
                <a:solidFill>
                  <a:schemeClr val="dk1"/>
                </a:solidFill>
              </a:rPr>
              <a:t>Cohort data Extraction: Timothy Schneider, Chenchal Subraveti</a:t>
            </a:r>
            <a:endParaRPr sz="1600">
              <a:solidFill>
                <a:schemeClr val="dk1"/>
              </a:solidFill>
            </a:endParaRPr>
          </a:p>
          <a:p>
            <a:pPr indent="-330200" lvl="0" marL="457200" rtl="0" algn="just">
              <a:spcBef>
                <a:spcPts val="0"/>
              </a:spcBef>
              <a:spcAft>
                <a:spcPts val="0"/>
              </a:spcAft>
              <a:buClr>
                <a:schemeClr val="dk1"/>
              </a:buClr>
              <a:buSzPts val="1600"/>
              <a:buChar char="●"/>
            </a:pPr>
            <a:r>
              <a:rPr lang="en-US" sz="1600">
                <a:solidFill>
                  <a:schemeClr val="dk1"/>
                </a:solidFill>
              </a:rPr>
              <a:t>Data analysis: Lina Sulieman</a:t>
            </a:r>
            <a:endParaRPr sz="1600">
              <a:solidFill>
                <a:schemeClr val="dk1"/>
              </a:solidFill>
            </a:endParaRPr>
          </a:p>
          <a:p>
            <a:pPr indent="-330200" lvl="0" marL="457200" rtl="0" algn="just">
              <a:spcBef>
                <a:spcPts val="0"/>
              </a:spcBef>
              <a:spcAft>
                <a:spcPts val="0"/>
              </a:spcAft>
              <a:buClr>
                <a:schemeClr val="dk1"/>
              </a:buClr>
              <a:buSzPts val="1600"/>
              <a:buChar char="●"/>
            </a:pPr>
            <a:r>
              <a:rPr lang="en-US" sz="1600">
                <a:solidFill>
                  <a:schemeClr val="dk1"/>
                </a:solidFill>
              </a:rPr>
              <a:t>Material development &amp; review: Lina Sulieman, Brandy Mapes, Paul Harris</a:t>
            </a:r>
            <a:endParaRPr sz="1600">
              <a:solidFill>
                <a:schemeClr val="dk1"/>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93"/>
          <p:cNvSpPr txBox="1"/>
          <p:nvPr>
            <p:ph type="title"/>
          </p:nvPr>
        </p:nvSpPr>
        <p:spPr>
          <a:xfrm>
            <a:off x="339879" y="1568033"/>
            <a:ext cx="8457600" cy="2092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US"/>
              <a:t>Disease Profile From </a:t>
            </a:r>
            <a:r>
              <a:rPr lang="en-US"/>
              <a:t>Project</a:t>
            </a:r>
            <a:r>
              <a:rPr lang="en-US"/>
              <a:t> Description</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94"/>
          <p:cNvSpPr txBox="1"/>
          <p:nvPr>
            <p:ph type="title"/>
          </p:nvPr>
        </p:nvSpPr>
        <p:spPr>
          <a:xfrm>
            <a:off x="349400" y="285647"/>
            <a:ext cx="8447100" cy="287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Methods - Output of Analyzing Workspaces</a:t>
            </a:r>
            <a:endParaRPr/>
          </a:p>
        </p:txBody>
      </p:sp>
      <p:sp>
        <p:nvSpPr>
          <p:cNvPr id="794" name="Google Shape;794;p94"/>
          <p:cNvSpPr/>
          <p:nvPr/>
        </p:nvSpPr>
        <p:spPr>
          <a:xfrm>
            <a:off x="1515125" y="789550"/>
            <a:ext cx="2297400" cy="287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rPr>
              <a:t>Free Text</a:t>
            </a:r>
            <a:endParaRPr>
              <a:solidFill>
                <a:schemeClr val="lt1"/>
              </a:solidFill>
            </a:endParaRPr>
          </a:p>
        </p:txBody>
      </p:sp>
      <p:sp>
        <p:nvSpPr>
          <p:cNvPr id="795" name="Google Shape;795;p94"/>
          <p:cNvSpPr/>
          <p:nvPr/>
        </p:nvSpPr>
        <p:spPr>
          <a:xfrm>
            <a:off x="1515125" y="1042100"/>
            <a:ext cx="22974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Title, intent, and finding</a:t>
            </a:r>
            <a:endParaRPr/>
          </a:p>
        </p:txBody>
      </p:sp>
      <p:sp>
        <p:nvSpPr>
          <p:cNvPr id="796" name="Google Shape;796;p94"/>
          <p:cNvSpPr/>
          <p:nvPr/>
        </p:nvSpPr>
        <p:spPr>
          <a:xfrm>
            <a:off x="347075" y="1042100"/>
            <a:ext cx="1089600" cy="4389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Source</a:t>
            </a:r>
            <a:endParaRPr/>
          </a:p>
        </p:txBody>
      </p:sp>
      <p:sp>
        <p:nvSpPr>
          <p:cNvPr id="797" name="Google Shape;797;p94"/>
          <p:cNvSpPr/>
          <p:nvPr/>
        </p:nvSpPr>
        <p:spPr>
          <a:xfrm>
            <a:off x="4343975" y="1067100"/>
            <a:ext cx="13911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Research Purpose</a:t>
            </a:r>
            <a:endParaRPr/>
          </a:p>
        </p:txBody>
      </p:sp>
      <p:sp>
        <p:nvSpPr>
          <p:cNvPr id="798" name="Google Shape;798;p94"/>
          <p:cNvSpPr/>
          <p:nvPr/>
        </p:nvSpPr>
        <p:spPr>
          <a:xfrm>
            <a:off x="4343975" y="780000"/>
            <a:ext cx="4684500" cy="287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rPr>
              <a:t>Meta Data</a:t>
            </a:r>
            <a:endParaRPr>
              <a:solidFill>
                <a:schemeClr val="lt1"/>
              </a:solidFill>
            </a:endParaRPr>
          </a:p>
        </p:txBody>
      </p:sp>
      <p:sp>
        <p:nvSpPr>
          <p:cNvPr id="799" name="Google Shape;799;p94"/>
          <p:cNvSpPr/>
          <p:nvPr/>
        </p:nvSpPr>
        <p:spPr>
          <a:xfrm>
            <a:off x="5735075" y="1067100"/>
            <a:ext cx="16467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Population of interest</a:t>
            </a:r>
            <a:endParaRPr/>
          </a:p>
        </p:txBody>
      </p:sp>
      <p:sp>
        <p:nvSpPr>
          <p:cNvPr id="800" name="Google Shape;800;p94"/>
          <p:cNvSpPr/>
          <p:nvPr/>
        </p:nvSpPr>
        <p:spPr>
          <a:xfrm>
            <a:off x="347075" y="1939800"/>
            <a:ext cx="1089600" cy="4389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Extracted Information</a:t>
            </a:r>
            <a:endParaRPr/>
          </a:p>
        </p:txBody>
      </p:sp>
      <p:sp>
        <p:nvSpPr>
          <p:cNvPr id="801" name="Google Shape;801;p94"/>
          <p:cNvSpPr/>
          <p:nvPr/>
        </p:nvSpPr>
        <p:spPr>
          <a:xfrm>
            <a:off x="1515125" y="1939925"/>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a:solidFill>
                  <a:srgbClr val="888888"/>
                </a:solidFill>
              </a:rPr>
              <a:t>Scientific categories</a:t>
            </a:r>
            <a:endParaRPr>
              <a:solidFill>
                <a:srgbClr val="B7B7B7"/>
              </a:solidFill>
            </a:endParaRPr>
          </a:p>
          <a:p>
            <a:pPr indent="0" lvl="0" marL="457200" rtl="0" algn="l">
              <a:spcBef>
                <a:spcPts val="0"/>
              </a:spcBef>
              <a:spcAft>
                <a:spcPts val="0"/>
              </a:spcAft>
              <a:buNone/>
            </a:pPr>
            <a:r>
              <a:t/>
            </a:r>
            <a:endParaRPr/>
          </a:p>
        </p:txBody>
      </p:sp>
      <p:sp>
        <p:nvSpPr>
          <p:cNvPr id="802" name="Google Shape;802;p94"/>
          <p:cNvSpPr/>
          <p:nvPr/>
        </p:nvSpPr>
        <p:spPr>
          <a:xfrm>
            <a:off x="7381775" y="1067100"/>
            <a:ext cx="16467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Cohort Information </a:t>
            </a:r>
            <a:endParaRPr/>
          </a:p>
        </p:txBody>
      </p:sp>
      <p:sp>
        <p:nvSpPr>
          <p:cNvPr id="803" name="Google Shape;803;p94"/>
          <p:cNvSpPr/>
          <p:nvPr/>
        </p:nvSpPr>
        <p:spPr>
          <a:xfrm>
            <a:off x="4028138" y="1939925"/>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a:t>Diseases analyzed by researchers</a:t>
            </a:r>
            <a:endParaRPr/>
          </a:p>
          <a:p>
            <a:pPr indent="0" lvl="0" marL="0" rtl="0" algn="l">
              <a:spcBef>
                <a:spcPts val="0"/>
              </a:spcBef>
              <a:spcAft>
                <a:spcPts val="0"/>
              </a:spcAft>
              <a:buNone/>
            </a:pPr>
            <a:r>
              <a:t/>
            </a:r>
            <a:endParaRPr>
              <a:solidFill>
                <a:srgbClr val="888888"/>
              </a:solidFill>
            </a:endParaRPr>
          </a:p>
        </p:txBody>
      </p:sp>
      <p:sp>
        <p:nvSpPr>
          <p:cNvPr id="804" name="Google Shape;804;p94"/>
          <p:cNvSpPr/>
          <p:nvPr/>
        </p:nvSpPr>
        <p:spPr>
          <a:xfrm>
            <a:off x="6626225" y="1939925"/>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888888"/>
                </a:solidFill>
              </a:rPr>
              <a:t>Data domain used</a:t>
            </a:r>
            <a:endParaRPr>
              <a:solidFill>
                <a:srgbClr val="888888"/>
              </a:solidFill>
            </a:endParaRPr>
          </a:p>
        </p:txBody>
      </p:sp>
      <p:cxnSp>
        <p:nvCxnSpPr>
          <p:cNvPr id="805" name="Google Shape;805;p94"/>
          <p:cNvCxnSpPr>
            <a:stCxn id="795" idx="2"/>
            <a:endCxn id="801" idx="0"/>
          </p:cNvCxnSpPr>
          <p:nvPr/>
        </p:nvCxnSpPr>
        <p:spPr>
          <a:xfrm flipH="1" rot="-5400000">
            <a:off x="2434625" y="1710200"/>
            <a:ext cx="459000" cy="600"/>
          </a:xfrm>
          <a:prstGeom prst="bentConnector3">
            <a:avLst>
              <a:gd fmla="val 49992" name="adj1"/>
            </a:avLst>
          </a:prstGeom>
          <a:noFill/>
          <a:ln cap="flat" cmpd="sng" w="9525">
            <a:solidFill>
              <a:schemeClr val="dk2"/>
            </a:solidFill>
            <a:prstDash val="solid"/>
            <a:round/>
            <a:headEnd len="med" w="med" type="none"/>
            <a:tailEnd len="med" w="med" type="none"/>
          </a:ln>
        </p:spPr>
      </p:cxnSp>
      <p:cxnSp>
        <p:nvCxnSpPr>
          <p:cNvPr id="806" name="Google Shape;806;p94"/>
          <p:cNvCxnSpPr>
            <a:stCxn id="797" idx="2"/>
            <a:endCxn id="801" idx="0"/>
          </p:cNvCxnSpPr>
          <p:nvPr/>
        </p:nvCxnSpPr>
        <p:spPr>
          <a:xfrm rot="5400000">
            <a:off x="3634775" y="535050"/>
            <a:ext cx="433800" cy="2375700"/>
          </a:xfrm>
          <a:prstGeom prst="bentConnector3">
            <a:avLst>
              <a:gd fmla="val 50014" name="adj1"/>
            </a:avLst>
          </a:prstGeom>
          <a:noFill/>
          <a:ln cap="flat" cmpd="sng" w="9525">
            <a:solidFill>
              <a:srgbClr val="D9D9D9"/>
            </a:solidFill>
            <a:prstDash val="solid"/>
            <a:round/>
            <a:headEnd len="med" w="med" type="none"/>
            <a:tailEnd len="med" w="med" type="none"/>
          </a:ln>
        </p:spPr>
      </p:cxnSp>
      <p:cxnSp>
        <p:nvCxnSpPr>
          <p:cNvPr id="807" name="Google Shape;807;p94"/>
          <p:cNvCxnSpPr>
            <a:stCxn id="799" idx="2"/>
            <a:endCxn id="801" idx="0"/>
          </p:cNvCxnSpPr>
          <p:nvPr/>
        </p:nvCxnSpPr>
        <p:spPr>
          <a:xfrm rot="5400000">
            <a:off x="4394225" y="-224400"/>
            <a:ext cx="433800" cy="3894600"/>
          </a:xfrm>
          <a:prstGeom prst="bentConnector3">
            <a:avLst>
              <a:gd fmla="val 50014" name="adj1"/>
            </a:avLst>
          </a:prstGeom>
          <a:noFill/>
          <a:ln cap="flat" cmpd="sng" w="9525">
            <a:solidFill>
              <a:srgbClr val="D9D9D9"/>
            </a:solidFill>
            <a:prstDash val="solid"/>
            <a:round/>
            <a:headEnd len="med" w="med" type="none"/>
            <a:tailEnd len="med" w="med" type="none"/>
          </a:ln>
        </p:spPr>
      </p:cxnSp>
      <p:cxnSp>
        <p:nvCxnSpPr>
          <p:cNvPr id="808" name="Google Shape;808;p94"/>
          <p:cNvCxnSpPr>
            <a:stCxn id="795" idx="2"/>
            <a:endCxn id="803" idx="0"/>
          </p:cNvCxnSpPr>
          <p:nvPr/>
        </p:nvCxnSpPr>
        <p:spPr>
          <a:xfrm flipH="1" rot="-5400000">
            <a:off x="3690875" y="453950"/>
            <a:ext cx="459000" cy="2513100"/>
          </a:xfrm>
          <a:prstGeom prst="bentConnector3">
            <a:avLst>
              <a:gd fmla="val 28126" name="adj1"/>
            </a:avLst>
          </a:prstGeom>
          <a:noFill/>
          <a:ln cap="flat" cmpd="sng" w="9525">
            <a:solidFill>
              <a:schemeClr val="dk1"/>
            </a:solidFill>
            <a:prstDash val="solid"/>
            <a:round/>
            <a:headEnd len="med" w="med" type="none"/>
            <a:tailEnd len="med" w="med" type="none"/>
          </a:ln>
        </p:spPr>
      </p:cxnSp>
      <p:cxnSp>
        <p:nvCxnSpPr>
          <p:cNvPr id="809" name="Google Shape;809;p94"/>
          <p:cNvCxnSpPr>
            <a:stCxn id="802" idx="2"/>
            <a:endCxn id="803" idx="0"/>
          </p:cNvCxnSpPr>
          <p:nvPr/>
        </p:nvCxnSpPr>
        <p:spPr>
          <a:xfrm rot="5400000">
            <a:off x="6474125" y="208800"/>
            <a:ext cx="433800" cy="3028200"/>
          </a:xfrm>
          <a:prstGeom prst="bentConnector3">
            <a:avLst>
              <a:gd fmla="val 23997" name="adj1"/>
            </a:avLst>
          </a:prstGeom>
          <a:noFill/>
          <a:ln cap="flat" cmpd="sng" w="9525">
            <a:solidFill>
              <a:srgbClr val="000000"/>
            </a:solidFill>
            <a:prstDash val="solid"/>
            <a:round/>
            <a:headEnd len="med" w="med" type="none"/>
            <a:tailEnd len="med" w="med" type="none"/>
          </a:ln>
        </p:spPr>
      </p:cxnSp>
      <p:cxnSp>
        <p:nvCxnSpPr>
          <p:cNvPr id="810" name="Google Shape;810;p94"/>
          <p:cNvCxnSpPr>
            <a:stCxn id="802" idx="2"/>
            <a:endCxn id="804" idx="0"/>
          </p:cNvCxnSpPr>
          <p:nvPr/>
        </p:nvCxnSpPr>
        <p:spPr>
          <a:xfrm rot="5400000">
            <a:off x="7773125" y="1507800"/>
            <a:ext cx="433800" cy="430200"/>
          </a:xfrm>
          <a:prstGeom prst="bentConnector3">
            <a:avLst>
              <a:gd fmla="val 50014" name="adj1"/>
            </a:avLst>
          </a:prstGeom>
          <a:noFill/>
          <a:ln cap="flat" cmpd="sng" w="9525">
            <a:solidFill>
              <a:srgbClr val="D9D9D9"/>
            </a:solidFill>
            <a:prstDash val="solid"/>
            <a:round/>
            <a:headEnd len="med" w="med" type="none"/>
            <a:tailEnd len="med" w="med" type="none"/>
          </a:ln>
        </p:spPr>
      </p:cxn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95"/>
          <p:cNvSpPr txBox="1"/>
          <p:nvPr>
            <p:ph type="title"/>
          </p:nvPr>
        </p:nvSpPr>
        <p:spPr>
          <a:xfrm>
            <a:off x="349400" y="285648"/>
            <a:ext cx="8447100" cy="26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All of Us Workspaces Free Text Description</a:t>
            </a:r>
            <a:endParaRPr/>
          </a:p>
          <a:p>
            <a:pPr indent="0" lvl="0" marL="0" rtl="0" algn="l">
              <a:spcBef>
                <a:spcPts val="0"/>
              </a:spcBef>
              <a:spcAft>
                <a:spcPts val="0"/>
              </a:spcAft>
              <a:buNone/>
            </a:pPr>
            <a:r>
              <a:t/>
            </a:r>
            <a:endParaRPr/>
          </a:p>
        </p:txBody>
      </p:sp>
      <p:sp>
        <p:nvSpPr>
          <p:cNvPr id="816" name="Google Shape;816;p95"/>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817" name="Google Shape;817;p95"/>
          <p:cNvPicPr preferRelativeResize="0"/>
          <p:nvPr/>
        </p:nvPicPr>
        <p:blipFill>
          <a:blip r:embed="rId3">
            <a:alphaModFix/>
          </a:blip>
          <a:stretch>
            <a:fillRect/>
          </a:stretch>
        </p:blipFill>
        <p:spPr>
          <a:xfrm>
            <a:off x="633588" y="675963"/>
            <a:ext cx="6197274" cy="379157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96"/>
          <p:cNvSpPr txBox="1"/>
          <p:nvPr>
            <p:ph type="title"/>
          </p:nvPr>
        </p:nvSpPr>
        <p:spPr>
          <a:xfrm>
            <a:off x="349400" y="285651"/>
            <a:ext cx="8447100" cy="33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Disease Extraction from Workspace Description</a:t>
            </a:r>
            <a:endParaRPr/>
          </a:p>
        </p:txBody>
      </p:sp>
      <p:sp>
        <p:nvSpPr>
          <p:cNvPr id="823" name="Google Shape;823;p96"/>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sp>
        <p:nvSpPr>
          <p:cNvPr id="824" name="Google Shape;824;p96"/>
          <p:cNvSpPr txBox="1"/>
          <p:nvPr/>
        </p:nvSpPr>
        <p:spPr>
          <a:xfrm>
            <a:off x="253000" y="832725"/>
            <a:ext cx="8685300" cy="2616600"/>
          </a:xfrm>
          <a:prstGeom prst="rect">
            <a:avLst/>
          </a:prstGeom>
          <a:noFill/>
          <a:ln>
            <a:noFill/>
          </a:ln>
        </p:spPr>
        <p:txBody>
          <a:bodyPr anchorCtr="0" anchor="t" bIns="91425" lIns="91425" spcFirstLastPara="1" rIns="91425" wrap="square" tIns="91425">
            <a:spAutoFit/>
          </a:bodyPr>
          <a:lstStyle/>
          <a:p>
            <a:pPr indent="-330200" lvl="0" marL="457200" rtl="0" algn="just">
              <a:spcBef>
                <a:spcPts val="0"/>
              </a:spcBef>
              <a:spcAft>
                <a:spcPts val="0"/>
              </a:spcAft>
              <a:buClr>
                <a:schemeClr val="dk1"/>
              </a:buClr>
              <a:buSzPts val="1600"/>
              <a:buChar char="●"/>
            </a:pPr>
            <a:r>
              <a:rPr lang="en-US" sz="1600">
                <a:solidFill>
                  <a:schemeClr val="dk1"/>
                </a:solidFill>
              </a:rPr>
              <a:t>CLAMP: Tool that extracts medical terms and diseases:</a:t>
            </a:r>
            <a:endParaRPr sz="1600">
              <a:solidFill>
                <a:schemeClr val="dk1"/>
              </a:solidFill>
            </a:endParaRPr>
          </a:p>
          <a:p>
            <a:pPr indent="-330200" lvl="1" marL="914400" rtl="0" algn="just">
              <a:spcBef>
                <a:spcPts val="0"/>
              </a:spcBef>
              <a:spcAft>
                <a:spcPts val="0"/>
              </a:spcAft>
              <a:buClr>
                <a:schemeClr val="dk1"/>
              </a:buClr>
              <a:buSzPts val="1600"/>
              <a:buChar char="○"/>
            </a:pPr>
            <a:r>
              <a:rPr lang="en-US" sz="1600">
                <a:solidFill>
                  <a:schemeClr val="dk1"/>
                </a:solidFill>
              </a:rPr>
              <a:t>Title</a:t>
            </a:r>
            <a:endParaRPr sz="1600">
              <a:solidFill>
                <a:schemeClr val="dk1"/>
              </a:solidFill>
            </a:endParaRPr>
          </a:p>
          <a:p>
            <a:pPr indent="-330200" lvl="1" marL="914400" rtl="0" algn="just">
              <a:spcBef>
                <a:spcPts val="0"/>
              </a:spcBef>
              <a:spcAft>
                <a:spcPts val="0"/>
              </a:spcAft>
              <a:buClr>
                <a:schemeClr val="dk1"/>
              </a:buClr>
              <a:buSzPts val="1600"/>
              <a:buChar char="○"/>
            </a:pPr>
            <a:r>
              <a:rPr lang="en-US" sz="1600">
                <a:solidFill>
                  <a:schemeClr val="dk1"/>
                </a:solidFill>
              </a:rPr>
              <a:t>Intent</a:t>
            </a:r>
            <a:endParaRPr sz="1600">
              <a:solidFill>
                <a:schemeClr val="dk1"/>
              </a:solidFill>
            </a:endParaRPr>
          </a:p>
          <a:p>
            <a:pPr indent="-330200" lvl="1" marL="914400" rtl="0" algn="just">
              <a:spcBef>
                <a:spcPts val="0"/>
              </a:spcBef>
              <a:spcAft>
                <a:spcPts val="0"/>
              </a:spcAft>
              <a:buClr>
                <a:schemeClr val="dk1"/>
              </a:buClr>
              <a:buSzPts val="1600"/>
              <a:buChar char="○"/>
            </a:pPr>
            <a:r>
              <a:rPr lang="en-US" sz="1600">
                <a:solidFill>
                  <a:schemeClr val="dk1"/>
                </a:solidFill>
              </a:rPr>
              <a:t>Findings</a:t>
            </a:r>
            <a:endParaRPr sz="1600">
              <a:solidFill>
                <a:schemeClr val="dk1"/>
              </a:solidFill>
            </a:endParaRPr>
          </a:p>
          <a:p>
            <a:pPr indent="-330200" lvl="1" marL="914400" rtl="0" algn="just">
              <a:spcBef>
                <a:spcPts val="0"/>
              </a:spcBef>
              <a:spcAft>
                <a:spcPts val="0"/>
              </a:spcAft>
              <a:buClr>
                <a:schemeClr val="dk1"/>
              </a:buClr>
              <a:buSzPts val="1600"/>
              <a:buChar char="○"/>
            </a:pPr>
            <a:r>
              <a:rPr lang="en-US" sz="1600">
                <a:solidFill>
                  <a:schemeClr val="dk1"/>
                </a:solidFill>
              </a:rPr>
              <a:t>For Disease Focused Research: Keywords entered by </a:t>
            </a:r>
            <a:r>
              <a:rPr lang="en-US" sz="1600">
                <a:solidFill>
                  <a:schemeClr val="dk1"/>
                </a:solidFill>
              </a:rPr>
              <a:t>researchers</a:t>
            </a:r>
            <a:endParaRPr sz="1600">
              <a:solidFill>
                <a:schemeClr val="dk1"/>
              </a:solidFill>
            </a:endParaRPr>
          </a:p>
          <a:p>
            <a:pPr indent="-330200" lvl="0" marL="457200" rtl="0" algn="just">
              <a:spcBef>
                <a:spcPts val="0"/>
              </a:spcBef>
              <a:spcAft>
                <a:spcPts val="0"/>
              </a:spcAft>
              <a:buClr>
                <a:schemeClr val="dk1"/>
              </a:buClr>
              <a:buSzPts val="1600"/>
              <a:buChar char="●"/>
            </a:pPr>
            <a:r>
              <a:rPr lang="en-US" sz="1600">
                <a:solidFill>
                  <a:schemeClr val="dk1"/>
                </a:solidFill>
              </a:rPr>
              <a:t>Ranked most frequent researched diseases using:</a:t>
            </a:r>
            <a:endParaRPr sz="1600">
              <a:solidFill>
                <a:schemeClr val="dk1"/>
              </a:solidFill>
            </a:endParaRPr>
          </a:p>
          <a:p>
            <a:pPr indent="-330200" lvl="1" marL="914400" rtl="0" algn="just">
              <a:spcBef>
                <a:spcPts val="0"/>
              </a:spcBef>
              <a:spcAft>
                <a:spcPts val="0"/>
              </a:spcAft>
              <a:buClr>
                <a:schemeClr val="dk1"/>
              </a:buClr>
              <a:buSzPts val="1600"/>
              <a:buChar char="○"/>
            </a:pPr>
            <a:r>
              <a:rPr lang="en-US" sz="1600">
                <a:solidFill>
                  <a:schemeClr val="dk1"/>
                </a:solidFill>
              </a:rPr>
              <a:t>Frequency in Title, </a:t>
            </a:r>
            <a:r>
              <a:rPr lang="en-US" sz="1600">
                <a:solidFill>
                  <a:schemeClr val="dk1"/>
                </a:solidFill>
              </a:rPr>
              <a:t>Intent, and Finding</a:t>
            </a:r>
            <a:endParaRPr sz="1600">
              <a:solidFill>
                <a:schemeClr val="dk1"/>
              </a:solidFill>
            </a:endParaRPr>
          </a:p>
          <a:p>
            <a:pPr indent="-330200" lvl="1" marL="914400" rtl="0" algn="just">
              <a:spcBef>
                <a:spcPts val="0"/>
              </a:spcBef>
              <a:spcAft>
                <a:spcPts val="0"/>
              </a:spcAft>
              <a:buClr>
                <a:schemeClr val="dk1"/>
              </a:buClr>
              <a:buSzPts val="1600"/>
              <a:buChar char="○"/>
            </a:pPr>
            <a:r>
              <a:rPr lang="en-US" sz="1600">
                <a:solidFill>
                  <a:schemeClr val="dk1"/>
                </a:solidFill>
              </a:rPr>
              <a:t>Weighted terms based</a:t>
            </a:r>
            <a:endParaRPr sz="1600">
              <a:solidFill>
                <a:schemeClr val="dk1"/>
              </a:solidFill>
            </a:endParaRPr>
          </a:p>
          <a:p>
            <a:pPr indent="0" lvl="0" marL="0" rtl="0" algn="just">
              <a:spcBef>
                <a:spcPts val="0"/>
              </a:spcBef>
              <a:spcAft>
                <a:spcPts val="0"/>
              </a:spcAft>
              <a:buNone/>
            </a:pPr>
            <a:r>
              <a:t/>
            </a:r>
            <a:endParaRPr>
              <a:solidFill>
                <a:schemeClr val="dk1"/>
              </a:solidFill>
            </a:endParaRPr>
          </a:p>
          <a:p>
            <a:pPr indent="0" lvl="0" marL="1371600" rtl="0" algn="just">
              <a:spcBef>
                <a:spcPts val="0"/>
              </a:spcBef>
              <a:spcAft>
                <a:spcPts val="0"/>
              </a:spcAft>
              <a:buNone/>
            </a:pPr>
            <a:r>
              <a:t/>
            </a:r>
            <a:endParaRPr sz="1600">
              <a:solidFill>
                <a:schemeClr val="dk1"/>
              </a:solidFill>
            </a:endParaRPr>
          </a:p>
        </p:txBody>
      </p:sp>
      <p:sp>
        <p:nvSpPr>
          <p:cNvPr id="825" name="Google Shape;825;p96"/>
          <p:cNvSpPr/>
          <p:nvPr/>
        </p:nvSpPr>
        <p:spPr>
          <a:xfrm>
            <a:off x="1962725" y="2967050"/>
            <a:ext cx="640200" cy="640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lang="en-US" sz="1000"/>
              <a:t>Researcher</a:t>
            </a:r>
            <a:endParaRPr sz="1000"/>
          </a:p>
          <a:p>
            <a:pPr indent="0" lvl="0" marL="0" rtl="0" algn="l">
              <a:spcBef>
                <a:spcPts val="0"/>
              </a:spcBef>
              <a:spcAft>
                <a:spcPts val="0"/>
              </a:spcAft>
              <a:buNone/>
            </a:pPr>
            <a:r>
              <a:rPr lang="en-US" sz="1000"/>
              <a:t>0.3</a:t>
            </a:r>
            <a:endParaRPr sz="1000"/>
          </a:p>
        </p:txBody>
      </p:sp>
      <p:sp>
        <p:nvSpPr>
          <p:cNvPr id="826" name="Google Shape;826;p96"/>
          <p:cNvSpPr/>
          <p:nvPr/>
        </p:nvSpPr>
        <p:spPr>
          <a:xfrm>
            <a:off x="2825375" y="2967050"/>
            <a:ext cx="640200" cy="640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lang="en-US" sz="1000"/>
              <a:t>Title</a:t>
            </a:r>
            <a:endParaRPr sz="1000"/>
          </a:p>
          <a:p>
            <a:pPr indent="0" lvl="0" marL="0" rtl="0" algn="l">
              <a:spcBef>
                <a:spcPts val="0"/>
              </a:spcBef>
              <a:spcAft>
                <a:spcPts val="0"/>
              </a:spcAft>
              <a:buNone/>
            </a:pPr>
            <a:r>
              <a:rPr lang="en-US" sz="1000"/>
              <a:t>0.3</a:t>
            </a:r>
            <a:endParaRPr sz="1000"/>
          </a:p>
        </p:txBody>
      </p:sp>
      <p:sp>
        <p:nvSpPr>
          <p:cNvPr id="827" name="Google Shape;827;p96"/>
          <p:cNvSpPr/>
          <p:nvPr/>
        </p:nvSpPr>
        <p:spPr>
          <a:xfrm>
            <a:off x="3702163" y="3012800"/>
            <a:ext cx="548700" cy="54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lang="en-US" sz="1000"/>
              <a:t>Intent</a:t>
            </a:r>
            <a:endParaRPr sz="1000"/>
          </a:p>
          <a:p>
            <a:pPr indent="0" lvl="0" marL="0" rtl="0" algn="l">
              <a:spcBef>
                <a:spcPts val="0"/>
              </a:spcBef>
              <a:spcAft>
                <a:spcPts val="0"/>
              </a:spcAft>
              <a:buNone/>
            </a:pPr>
            <a:r>
              <a:rPr lang="en-US" sz="1000"/>
              <a:t>0.2</a:t>
            </a:r>
            <a:endParaRPr sz="1000"/>
          </a:p>
        </p:txBody>
      </p:sp>
      <p:sp>
        <p:nvSpPr>
          <p:cNvPr id="828" name="Google Shape;828;p96"/>
          <p:cNvSpPr/>
          <p:nvPr/>
        </p:nvSpPr>
        <p:spPr>
          <a:xfrm>
            <a:off x="4487475" y="3012800"/>
            <a:ext cx="548700" cy="54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lang="en-US" sz="900"/>
              <a:t>Finding</a:t>
            </a:r>
            <a:endParaRPr sz="900"/>
          </a:p>
          <a:p>
            <a:pPr indent="0" lvl="0" marL="0" rtl="0" algn="l">
              <a:spcBef>
                <a:spcPts val="0"/>
              </a:spcBef>
              <a:spcAft>
                <a:spcPts val="0"/>
              </a:spcAft>
              <a:buNone/>
            </a:pPr>
            <a:r>
              <a:rPr lang="en-US" sz="900"/>
              <a:t>0.2</a:t>
            </a:r>
            <a:endParaRPr sz="900"/>
          </a:p>
        </p:txBody>
      </p:sp>
      <p:sp>
        <p:nvSpPr>
          <p:cNvPr id="829" name="Google Shape;829;p96"/>
          <p:cNvSpPr/>
          <p:nvPr/>
        </p:nvSpPr>
        <p:spPr>
          <a:xfrm>
            <a:off x="1871375" y="3686925"/>
            <a:ext cx="822900" cy="822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lang="en-US" sz="1700"/>
              <a:t>Title</a:t>
            </a:r>
            <a:endParaRPr sz="1700"/>
          </a:p>
          <a:p>
            <a:pPr indent="0" lvl="0" marL="0" rtl="0" algn="l">
              <a:spcBef>
                <a:spcPts val="0"/>
              </a:spcBef>
              <a:spcAft>
                <a:spcPts val="0"/>
              </a:spcAft>
              <a:buNone/>
            </a:pPr>
            <a:r>
              <a:rPr lang="en-US" sz="1700"/>
              <a:t>0.6</a:t>
            </a:r>
            <a:endParaRPr sz="1700"/>
          </a:p>
        </p:txBody>
      </p:sp>
      <p:sp>
        <p:nvSpPr>
          <p:cNvPr id="830" name="Google Shape;830;p96"/>
          <p:cNvSpPr/>
          <p:nvPr/>
        </p:nvSpPr>
        <p:spPr>
          <a:xfrm>
            <a:off x="2923875" y="3824013"/>
            <a:ext cx="548700" cy="54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91425" wrap="square" tIns="0">
            <a:noAutofit/>
          </a:bodyPr>
          <a:lstStyle/>
          <a:p>
            <a:pPr indent="0" lvl="0" marL="0" rtl="0" algn="l">
              <a:spcBef>
                <a:spcPts val="0"/>
              </a:spcBef>
              <a:spcAft>
                <a:spcPts val="0"/>
              </a:spcAft>
              <a:buNone/>
            </a:pPr>
            <a:r>
              <a:rPr lang="en-US" sz="900"/>
              <a:t>Intent</a:t>
            </a:r>
            <a:endParaRPr sz="900"/>
          </a:p>
          <a:p>
            <a:pPr indent="0" lvl="0" marL="0" rtl="0" algn="l">
              <a:spcBef>
                <a:spcPts val="0"/>
              </a:spcBef>
              <a:spcAft>
                <a:spcPts val="0"/>
              </a:spcAft>
              <a:buNone/>
            </a:pPr>
            <a:r>
              <a:rPr lang="en-US" sz="900"/>
              <a:t>0.2</a:t>
            </a:r>
            <a:endParaRPr sz="900"/>
          </a:p>
        </p:txBody>
      </p:sp>
      <p:sp>
        <p:nvSpPr>
          <p:cNvPr id="831" name="Google Shape;831;p96"/>
          <p:cNvSpPr/>
          <p:nvPr/>
        </p:nvSpPr>
        <p:spPr>
          <a:xfrm>
            <a:off x="3702175" y="3826588"/>
            <a:ext cx="548700" cy="54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lang="en-US" sz="900"/>
              <a:t>Finding</a:t>
            </a:r>
            <a:endParaRPr sz="900"/>
          </a:p>
          <a:p>
            <a:pPr indent="0" lvl="0" marL="0" rtl="0" algn="l">
              <a:spcBef>
                <a:spcPts val="0"/>
              </a:spcBef>
              <a:spcAft>
                <a:spcPts val="0"/>
              </a:spcAft>
              <a:buNone/>
            </a:pPr>
            <a:r>
              <a:rPr lang="en-US" sz="900"/>
              <a:t>0.2</a:t>
            </a:r>
            <a:endParaRPr sz="900"/>
          </a:p>
        </p:txBody>
      </p:sp>
      <p:sp>
        <p:nvSpPr>
          <p:cNvPr id="832" name="Google Shape;832;p96"/>
          <p:cNvSpPr txBox="1"/>
          <p:nvPr/>
        </p:nvSpPr>
        <p:spPr>
          <a:xfrm>
            <a:off x="191600" y="3012800"/>
            <a:ext cx="1771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0"/>
              <a:t>Workspace has researcher entered disease</a:t>
            </a:r>
            <a:endParaRPr sz="1000"/>
          </a:p>
        </p:txBody>
      </p:sp>
      <p:sp>
        <p:nvSpPr>
          <p:cNvPr id="833" name="Google Shape;833;p96"/>
          <p:cNvSpPr txBox="1"/>
          <p:nvPr/>
        </p:nvSpPr>
        <p:spPr>
          <a:xfrm>
            <a:off x="253000" y="3852075"/>
            <a:ext cx="1771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0"/>
              <a:t>Workspace without researcher entered disease</a:t>
            </a:r>
            <a:endParaRPr sz="1000"/>
          </a:p>
        </p:txBody>
      </p:sp>
      <p:sp>
        <p:nvSpPr>
          <p:cNvPr id="834" name="Google Shape;834;p96"/>
          <p:cNvSpPr txBox="1"/>
          <p:nvPr/>
        </p:nvSpPr>
        <p:spPr>
          <a:xfrm>
            <a:off x="6920875" y="3447050"/>
            <a:ext cx="2103000" cy="8004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1000"/>
              <a:t>Hypertension term exist in title and finding in workspace 122</a:t>
            </a:r>
            <a:endParaRPr sz="1000"/>
          </a:p>
          <a:p>
            <a:pPr indent="0" lvl="0" marL="0" rtl="0" algn="l">
              <a:spcBef>
                <a:spcPts val="0"/>
              </a:spcBef>
              <a:spcAft>
                <a:spcPts val="0"/>
              </a:spcAft>
              <a:buNone/>
            </a:pPr>
            <a:r>
              <a:rPr lang="en-US" sz="1000"/>
              <a:t>Weight </a:t>
            </a:r>
            <a:r>
              <a:rPr lang="en-US" sz="1000"/>
              <a:t>hypertension</a:t>
            </a:r>
            <a:r>
              <a:rPr lang="en-US" sz="1000"/>
              <a:t> for Workspace 122 = 0.8</a:t>
            </a:r>
            <a:endParaRPr sz="1000"/>
          </a:p>
        </p:txBody>
      </p:sp>
      <p:sp>
        <p:nvSpPr>
          <p:cNvPr id="835" name="Google Shape;835;p96"/>
          <p:cNvSpPr txBox="1"/>
          <p:nvPr/>
        </p:nvSpPr>
        <p:spPr>
          <a:xfrm>
            <a:off x="2589225" y="3079400"/>
            <a:ext cx="309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t>+</a:t>
            </a:r>
            <a:endParaRPr sz="1500"/>
          </a:p>
        </p:txBody>
      </p:sp>
      <p:sp>
        <p:nvSpPr>
          <p:cNvPr id="836" name="Google Shape;836;p96"/>
          <p:cNvSpPr txBox="1"/>
          <p:nvPr/>
        </p:nvSpPr>
        <p:spPr>
          <a:xfrm>
            <a:off x="3466600" y="3079400"/>
            <a:ext cx="309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t>+</a:t>
            </a:r>
            <a:endParaRPr sz="1500"/>
          </a:p>
        </p:txBody>
      </p:sp>
      <p:sp>
        <p:nvSpPr>
          <p:cNvPr id="837" name="Google Shape;837;p96"/>
          <p:cNvSpPr txBox="1"/>
          <p:nvPr/>
        </p:nvSpPr>
        <p:spPr>
          <a:xfrm>
            <a:off x="4210913" y="3079400"/>
            <a:ext cx="309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t>+</a:t>
            </a:r>
            <a:endParaRPr sz="1500"/>
          </a:p>
        </p:txBody>
      </p:sp>
      <p:sp>
        <p:nvSpPr>
          <p:cNvPr id="838" name="Google Shape;838;p96"/>
          <p:cNvSpPr txBox="1"/>
          <p:nvPr/>
        </p:nvSpPr>
        <p:spPr>
          <a:xfrm>
            <a:off x="2665425" y="3890625"/>
            <a:ext cx="309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t>+</a:t>
            </a:r>
            <a:endParaRPr sz="1500"/>
          </a:p>
        </p:txBody>
      </p:sp>
      <p:sp>
        <p:nvSpPr>
          <p:cNvPr id="839" name="Google Shape;839;p96"/>
          <p:cNvSpPr txBox="1"/>
          <p:nvPr/>
        </p:nvSpPr>
        <p:spPr>
          <a:xfrm>
            <a:off x="3466600" y="3890625"/>
            <a:ext cx="309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t>+</a:t>
            </a:r>
            <a:endParaRPr sz="1500"/>
          </a:p>
        </p:txBody>
      </p:sp>
      <p:sp>
        <p:nvSpPr>
          <p:cNvPr id="840" name="Google Shape;840;p96"/>
          <p:cNvSpPr/>
          <p:nvPr/>
        </p:nvSpPr>
        <p:spPr>
          <a:xfrm>
            <a:off x="5350125" y="3447050"/>
            <a:ext cx="1414800" cy="64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t>Term weight in Workspace</a:t>
            </a:r>
            <a:endParaRPr/>
          </a:p>
        </p:txBody>
      </p:sp>
      <p:cxnSp>
        <p:nvCxnSpPr>
          <p:cNvPr id="841" name="Google Shape;841;p96"/>
          <p:cNvCxnSpPr>
            <a:stCxn id="828" idx="6"/>
            <a:endCxn id="840" idx="1"/>
          </p:cNvCxnSpPr>
          <p:nvPr/>
        </p:nvCxnSpPr>
        <p:spPr>
          <a:xfrm>
            <a:off x="5036175" y="3287150"/>
            <a:ext cx="314100" cy="480000"/>
          </a:xfrm>
          <a:prstGeom prst="bentConnector3">
            <a:avLst>
              <a:gd fmla="val 49976" name="adj1"/>
            </a:avLst>
          </a:prstGeom>
          <a:noFill/>
          <a:ln cap="flat" cmpd="sng" w="9525">
            <a:solidFill>
              <a:schemeClr val="accent1"/>
            </a:solidFill>
            <a:prstDash val="solid"/>
            <a:round/>
            <a:headEnd len="med" w="med" type="none"/>
            <a:tailEnd len="med" w="med" type="none"/>
          </a:ln>
        </p:spPr>
      </p:cxnSp>
      <p:cxnSp>
        <p:nvCxnSpPr>
          <p:cNvPr id="842" name="Google Shape;842;p96"/>
          <p:cNvCxnSpPr>
            <a:stCxn id="831" idx="6"/>
            <a:endCxn id="840" idx="1"/>
          </p:cNvCxnSpPr>
          <p:nvPr/>
        </p:nvCxnSpPr>
        <p:spPr>
          <a:xfrm flipH="1" rot="10800000">
            <a:off x="4250875" y="3767038"/>
            <a:ext cx="1099200" cy="333900"/>
          </a:xfrm>
          <a:prstGeom prst="bentConnector3">
            <a:avLst>
              <a:gd fmla="val 50002" name="adj1"/>
            </a:avLst>
          </a:prstGeom>
          <a:noFill/>
          <a:ln cap="flat" cmpd="sng" w="9525">
            <a:solidFill>
              <a:schemeClr val="accent1"/>
            </a:solidFill>
            <a:prstDash val="solid"/>
            <a:round/>
            <a:headEnd len="med" w="med" type="none"/>
            <a:tailEnd len="med" w="med" type="none"/>
          </a:ln>
        </p:spPr>
      </p:cxnSp>
      <p:sp>
        <p:nvSpPr>
          <p:cNvPr id="843" name="Google Shape;843;p96"/>
          <p:cNvSpPr/>
          <p:nvPr/>
        </p:nvSpPr>
        <p:spPr>
          <a:xfrm>
            <a:off x="6920875" y="3120200"/>
            <a:ext cx="2103000" cy="333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lt1"/>
                </a:solidFill>
              </a:rPr>
              <a:t>Example</a:t>
            </a:r>
            <a:endParaRPr b="1" sz="1800">
              <a:solidFill>
                <a:schemeClr val="lt1"/>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97"/>
          <p:cNvSpPr txBox="1"/>
          <p:nvPr>
            <p:ph type="title"/>
          </p:nvPr>
        </p:nvSpPr>
        <p:spPr>
          <a:xfrm>
            <a:off x="349400" y="285648"/>
            <a:ext cx="8447100" cy="25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Top 30 CUIs in </a:t>
            </a:r>
            <a:r>
              <a:rPr i="1" lang="en-US"/>
              <a:t>All of Us</a:t>
            </a:r>
            <a:r>
              <a:rPr lang="en-US"/>
              <a:t> Workspaces Extracted from </a:t>
            </a:r>
            <a:r>
              <a:rPr lang="en-US"/>
              <a:t>Titles</a:t>
            </a:r>
            <a:endParaRPr/>
          </a:p>
        </p:txBody>
      </p:sp>
      <p:sp>
        <p:nvSpPr>
          <p:cNvPr id="849" name="Google Shape;849;p97"/>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850" name="Google Shape;850;p97"/>
          <p:cNvPicPr preferRelativeResize="0"/>
          <p:nvPr/>
        </p:nvPicPr>
        <p:blipFill rotWithShape="1">
          <a:blip r:embed="rId3">
            <a:alphaModFix/>
          </a:blip>
          <a:srcRect b="0" l="0" r="0" t="3948"/>
          <a:stretch/>
        </p:blipFill>
        <p:spPr>
          <a:xfrm>
            <a:off x="1064438" y="612237"/>
            <a:ext cx="7015126" cy="4249224"/>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98"/>
          <p:cNvSpPr txBox="1"/>
          <p:nvPr>
            <p:ph type="title"/>
          </p:nvPr>
        </p:nvSpPr>
        <p:spPr>
          <a:xfrm>
            <a:off x="349400" y="285648"/>
            <a:ext cx="8447100" cy="28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Top 30 CUIs in </a:t>
            </a:r>
            <a:r>
              <a:rPr i="1" lang="en-US"/>
              <a:t>All of Us</a:t>
            </a:r>
            <a:r>
              <a:rPr lang="en-US"/>
              <a:t> Workspaces Extracted from Study Intent</a:t>
            </a:r>
            <a:endParaRPr/>
          </a:p>
        </p:txBody>
      </p:sp>
      <p:sp>
        <p:nvSpPr>
          <p:cNvPr id="856" name="Google Shape;856;p98"/>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857" name="Google Shape;857;p98"/>
          <p:cNvPicPr preferRelativeResize="0"/>
          <p:nvPr/>
        </p:nvPicPr>
        <p:blipFill rotWithShape="1">
          <a:blip r:embed="rId3">
            <a:alphaModFix/>
          </a:blip>
          <a:srcRect b="0" l="0" r="0" t="3948"/>
          <a:stretch/>
        </p:blipFill>
        <p:spPr>
          <a:xfrm>
            <a:off x="910850" y="664063"/>
            <a:ext cx="6547801" cy="3678137"/>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99"/>
          <p:cNvSpPr txBox="1"/>
          <p:nvPr>
            <p:ph type="title"/>
          </p:nvPr>
        </p:nvSpPr>
        <p:spPr>
          <a:xfrm>
            <a:off x="74050" y="256425"/>
            <a:ext cx="8973000" cy="169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US"/>
              <a:t>Top 30 CUIs in </a:t>
            </a:r>
            <a:r>
              <a:rPr i="1" lang="en-US"/>
              <a:t>All of Us</a:t>
            </a:r>
            <a:r>
              <a:rPr lang="en-US"/>
              <a:t> Workspaces Extracted from Anticipated Findings</a:t>
            </a:r>
            <a:endParaRPr/>
          </a:p>
        </p:txBody>
      </p:sp>
      <p:sp>
        <p:nvSpPr>
          <p:cNvPr id="863" name="Google Shape;863;p99"/>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864" name="Google Shape;864;p99"/>
          <p:cNvPicPr preferRelativeResize="0"/>
          <p:nvPr/>
        </p:nvPicPr>
        <p:blipFill rotWithShape="1">
          <a:blip r:embed="rId3">
            <a:alphaModFix/>
          </a:blip>
          <a:srcRect b="0" l="0" r="0" t="3717"/>
          <a:stretch/>
        </p:blipFill>
        <p:spPr>
          <a:xfrm>
            <a:off x="647700" y="640825"/>
            <a:ext cx="6704024" cy="4040724"/>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100"/>
          <p:cNvSpPr txBox="1"/>
          <p:nvPr>
            <p:ph type="title"/>
          </p:nvPr>
        </p:nvSpPr>
        <p:spPr>
          <a:xfrm>
            <a:off x="107550" y="285650"/>
            <a:ext cx="8920500" cy="285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US"/>
              <a:t>Top 30 CUIs in </a:t>
            </a:r>
            <a:r>
              <a:rPr i="1" lang="en-US"/>
              <a:t>All of Us</a:t>
            </a:r>
            <a:r>
              <a:rPr lang="en-US"/>
              <a:t> Workspaces Extracted from Title, Intent, &amp; Findings</a:t>
            </a:r>
            <a:endParaRPr/>
          </a:p>
          <a:p>
            <a:pPr indent="0" lvl="0" marL="0" rtl="0" algn="l">
              <a:spcBef>
                <a:spcPts val="0"/>
              </a:spcBef>
              <a:spcAft>
                <a:spcPts val="0"/>
              </a:spcAft>
              <a:buNone/>
            </a:pPr>
            <a:r>
              <a:t/>
            </a:r>
            <a:endParaRPr/>
          </a:p>
        </p:txBody>
      </p:sp>
      <p:sp>
        <p:nvSpPr>
          <p:cNvPr id="870" name="Google Shape;870;p100"/>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871" name="Google Shape;871;p100"/>
          <p:cNvPicPr preferRelativeResize="0"/>
          <p:nvPr/>
        </p:nvPicPr>
        <p:blipFill>
          <a:blip r:embed="rId3">
            <a:alphaModFix/>
          </a:blip>
          <a:stretch>
            <a:fillRect/>
          </a:stretch>
        </p:blipFill>
        <p:spPr>
          <a:xfrm>
            <a:off x="660400" y="655725"/>
            <a:ext cx="6915156" cy="407370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101"/>
          <p:cNvSpPr txBox="1"/>
          <p:nvPr>
            <p:ph type="title"/>
          </p:nvPr>
        </p:nvSpPr>
        <p:spPr>
          <a:xfrm>
            <a:off x="339879" y="1568033"/>
            <a:ext cx="8457600" cy="2092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US"/>
              <a:t>Disease In Each </a:t>
            </a:r>
            <a:r>
              <a:rPr lang="en-US"/>
              <a:t>Scientific</a:t>
            </a:r>
            <a:r>
              <a:rPr lang="en-US"/>
              <a:t> Map Category</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102"/>
          <p:cNvSpPr txBox="1"/>
          <p:nvPr>
            <p:ph type="title"/>
          </p:nvPr>
        </p:nvSpPr>
        <p:spPr>
          <a:xfrm>
            <a:off x="349400" y="285646"/>
            <a:ext cx="8447100" cy="28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Results - </a:t>
            </a:r>
            <a:r>
              <a:rPr lang="en-US"/>
              <a:t>2981</a:t>
            </a:r>
            <a:r>
              <a:rPr lang="en-US"/>
              <a:t> W</a:t>
            </a:r>
            <a:r>
              <a:rPr lang="en-US"/>
              <a:t>orkspaces Analyzed</a:t>
            </a:r>
            <a:endParaRPr/>
          </a:p>
        </p:txBody>
      </p:sp>
      <p:sp>
        <p:nvSpPr>
          <p:cNvPr id="882" name="Google Shape;882;p102"/>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graphicFrame>
        <p:nvGraphicFramePr>
          <p:cNvPr id="883" name="Google Shape;883;p102"/>
          <p:cNvGraphicFramePr/>
          <p:nvPr/>
        </p:nvGraphicFramePr>
        <p:xfrm>
          <a:off x="680425" y="940550"/>
          <a:ext cx="3000000" cy="3000000"/>
        </p:xfrm>
        <a:graphic>
          <a:graphicData uri="http://schemas.openxmlformats.org/drawingml/2006/table">
            <a:tbl>
              <a:tblPr>
                <a:noFill/>
                <a:tableStyleId>{21075E54-8EE1-4DF8-AC3F-35C2FC0C33FF}</a:tableStyleId>
              </a:tblPr>
              <a:tblGrid>
                <a:gridCol w="3072625"/>
                <a:gridCol w="658150"/>
                <a:gridCol w="3205075"/>
                <a:gridCol w="525675"/>
              </a:tblGrid>
              <a:tr h="395725">
                <a:tc gridSpan="4">
                  <a:txBody>
                    <a:bodyPr/>
                    <a:lstStyle/>
                    <a:p>
                      <a:pPr indent="0" lvl="0" marL="0" rtl="0" algn="ctr">
                        <a:spcBef>
                          <a:spcPts val="0"/>
                        </a:spcBef>
                        <a:spcAft>
                          <a:spcPts val="0"/>
                        </a:spcAft>
                        <a:buNone/>
                      </a:pPr>
                      <a:r>
                        <a:rPr b="1" lang="en-US">
                          <a:solidFill>
                            <a:schemeClr val="dk1"/>
                          </a:solidFill>
                        </a:rPr>
                        <a:t>Number of Workspaces Mapped to Scientific Focus Areas Based on Coding Scheme</a:t>
                      </a:r>
                      <a:endParaRPr b="1">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solidFill>
                      <a:schemeClr val="accent3"/>
                    </a:solidFill>
                  </a:tcPr>
                </a:tc>
                <a:tc hMerge="1"/>
                <a:tc hMerge="1"/>
                <a:tc hMerge="1"/>
              </a:tr>
              <a:tr h="395725">
                <a:tc>
                  <a:txBody>
                    <a:bodyPr/>
                    <a:lstStyle/>
                    <a:p>
                      <a:pPr indent="0" lvl="0" marL="0" rtl="0" algn="l">
                        <a:spcBef>
                          <a:spcPts val="0"/>
                        </a:spcBef>
                        <a:spcAft>
                          <a:spcPts val="0"/>
                        </a:spcAft>
                        <a:buNone/>
                      </a:pPr>
                      <a:r>
                        <a:rPr lang="en-US" sz="1200">
                          <a:solidFill>
                            <a:schemeClr val="dk1"/>
                          </a:solidFill>
                        </a:rPr>
                        <a:t>Prevalent Common &amp; Rare Conditions</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solidFill>
                            <a:schemeClr val="dk1"/>
                          </a:solidFill>
                        </a:rPr>
                        <a:t>1321</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Lifestyle, Substance, &amp; Behavioral Health</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solidFill>
                            <a:schemeClr val="dk1"/>
                          </a:solidFill>
                        </a:rPr>
                        <a:t>808</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365275">
                <a:tc>
                  <a:txBody>
                    <a:bodyPr/>
                    <a:lstStyle/>
                    <a:p>
                      <a:pPr indent="0" lvl="0" marL="0" rtl="0" algn="l">
                        <a:spcBef>
                          <a:spcPts val="0"/>
                        </a:spcBef>
                        <a:spcAft>
                          <a:spcPts val="0"/>
                        </a:spcAft>
                        <a:buNone/>
                      </a:pPr>
                      <a:r>
                        <a:rPr lang="en-US" sz="1200">
                          <a:solidFill>
                            <a:schemeClr val="dk1"/>
                          </a:solidFill>
                        </a:rPr>
                        <a:t>Maternal &amp; Child Health</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solidFill>
                            <a:schemeClr val="dk1"/>
                          </a:solidFill>
                        </a:rPr>
                        <a:t>184</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Environment </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solidFill>
                            <a:schemeClr val="dk1"/>
                          </a:solidFill>
                        </a:rPr>
                        <a:t>522</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372150">
                <a:tc>
                  <a:txBody>
                    <a:bodyPr/>
                    <a:lstStyle/>
                    <a:p>
                      <a:pPr indent="0" lvl="0" marL="0" rtl="0" algn="l">
                        <a:spcBef>
                          <a:spcPts val="0"/>
                        </a:spcBef>
                        <a:spcAft>
                          <a:spcPts val="0"/>
                        </a:spcAft>
                        <a:buNone/>
                      </a:pPr>
                      <a:r>
                        <a:rPr lang="en-US" sz="1200">
                          <a:solidFill>
                            <a:schemeClr val="dk1"/>
                          </a:solidFill>
                        </a:rPr>
                        <a:t>Health Aging &amp; Resilience Across Lifespan</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solidFill>
                            <a:schemeClr val="dk1"/>
                          </a:solidFill>
                        </a:rPr>
                        <a:t>311</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Health Equity</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solidFill>
                            <a:schemeClr val="dk1"/>
                          </a:solidFill>
                        </a:rPr>
                        <a:t>2197</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578375">
                <a:tc>
                  <a:txBody>
                    <a:bodyPr/>
                    <a:lstStyle/>
                    <a:p>
                      <a:pPr indent="0" lvl="0" marL="0" rtl="0" algn="l">
                        <a:spcBef>
                          <a:spcPts val="0"/>
                        </a:spcBef>
                        <a:spcAft>
                          <a:spcPts val="0"/>
                        </a:spcAft>
                        <a:buNone/>
                      </a:pPr>
                      <a:r>
                        <a:rPr lang="en-US" sz="1200">
                          <a:solidFill>
                            <a:schemeClr val="dk1"/>
                          </a:solidFill>
                        </a:rPr>
                        <a:t>Return of Results on Individual &amp; Population Health </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solidFill>
                            <a:schemeClr val="dk1"/>
                          </a:solidFill>
                        </a:rPr>
                        <a:t>835</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Genetics &amp; Biology</a:t>
                      </a:r>
                      <a:endParaRPr sz="1200">
                        <a:solidFill>
                          <a:schemeClr val="dk1"/>
                        </a:solidFill>
                      </a:endParaRPr>
                    </a:p>
                    <a:p>
                      <a:pPr indent="0" lvl="0" marL="0" rtl="0" algn="l">
                        <a:spcBef>
                          <a:spcPts val="0"/>
                        </a:spcBef>
                        <a:spcAft>
                          <a:spcPts val="0"/>
                        </a:spcAft>
                        <a:buNone/>
                      </a:pPr>
                      <a:r>
                        <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solidFill>
                            <a:schemeClr val="dk1"/>
                          </a:solidFill>
                        </a:rPr>
                        <a:t>1887</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395725">
                <a:tc gridSpan="3">
                  <a:txBody>
                    <a:bodyPr/>
                    <a:lstStyle/>
                    <a:p>
                      <a:pPr indent="0" lvl="0" marL="0" rtl="0" algn="r">
                        <a:spcBef>
                          <a:spcPts val="0"/>
                        </a:spcBef>
                        <a:spcAft>
                          <a:spcPts val="0"/>
                        </a:spcAft>
                        <a:buNone/>
                      </a:pPr>
                      <a:r>
                        <a:rPr lang="en-US" sz="1200">
                          <a:solidFill>
                            <a:schemeClr val="dk1"/>
                          </a:solidFill>
                        </a:rPr>
                        <a:t>Total workspaces that map according to scheme</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hMerge="1"/>
                <a:tc hMerge="1"/>
                <a:tc>
                  <a:txBody>
                    <a:bodyPr/>
                    <a:lstStyle/>
                    <a:p>
                      <a:pPr indent="0" lvl="0" marL="0" rtl="0" algn="l">
                        <a:lnSpc>
                          <a:spcPct val="115000"/>
                        </a:lnSpc>
                        <a:spcBef>
                          <a:spcPts val="0"/>
                        </a:spcBef>
                        <a:spcAft>
                          <a:spcPts val="0"/>
                        </a:spcAft>
                        <a:buNone/>
                      </a:pPr>
                      <a:r>
                        <a:rPr lang="en-US" sz="1200">
                          <a:solidFill>
                            <a:schemeClr val="dk1"/>
                          </a:solidFill>
                        </a:rPr>
                        <a:t>2851</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395725">
                <a:tc gridSpan="3">
                  <a:txBody>
                    <a:bodyPr/>
                    <a:lstStyle/>
                    <a:p>
                      <a:pPr indent="0" lvl="0" marL="0" rtl="0" algn="r">
                        <a:spcBef>
                          <a:spcPts val="0"/>
                        </a:spcBef>
                        <a:spcAft>
                          <a:spcPts val="0"/>
                        </a:spcAft>
                        <a:buNone/>
                      </a:pPr>
                      <a:r>
                        <a:rPr lang="en-US" sz="1200">
                          <a:solidFill>
                            <a:schemeClr val="dk1"/>
                          </a:solidFill>
                        </a:rPr>
                        <a:t>Total workspaces that do not map/require manual review</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hMerge="1"/>
                <a:tc hMerge="1"/>
                <a:tc>
                  <a:txBody>
                    <a:bodyPr/>
                    <a:lstStyle/>
                    <a:p>
                      <a:pPr indent="0" lvl="0" marL="0" rtl="0" algn="l">
                        <a:spcBef>
                          <a:spcPts val="0"/>
                        </a:spcBef>
                        <a:spcAft>
                          <a:spcPts val="0"/>
                        </a:spcAft>
                        <a:buNone/>
                      </a:pPr>
                      <a:r>
                        <a:rPr lang="en-US" sz="1200">
                          <a:solidFill>
                            <a:schemeClr val="dk1"/>
                          </a:solidFill>
                        </a:rPr>
                        <a:t>130</a:t>
                      </a:r>
                      <a:endParaRPr sz="1200">
                        <a:solidFill>
                          <a:schemeClr val="dk1"/>
                        </a:solidFill>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103"/>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graphicFrame>
        <p:nvGraphicFramePr>
          <p:cNvPr id="889" name="Google Shape;889;p103"/>
          <p:cNvGraphicFramePr/>
          <p:nvPr/>
        </p:nvGraphicFramePr>
        <p:xfrm>
          <a:off x="165200" y="326938"/>
          <a:ext cx="3000000" cy="3000000"/>
        </p:xfrm>
        <a:graphic>
          <a:graphicData uri="http://schemas.openxmlformats.org/drawingml/2006/table">
            <a:tbl>
              <a:tblPr>
                <a:noFill/>
                <a:tableStyleId>{21075E54-8EE1-4DF8-AC3F-35C2FC0C33FF}</a:tableStyleId>
              </a:tblPr>
              <a:tblGrid>
                <a:gridCol w="1109925"/>
                <a:gridCol w="1093475"/>
                <a:gridCol w="1101700"/>
                <a:gridCol w="1101700"/>
                <a:gridCol w="1101700"/>
                <a:gridCol w="1101700"/>
                <a:gridCol w="1101700"/>
                <a:gridCol w="1101700"/>
              </a:tblGrid>
              <a:tr h="150325">
                <a:tc>
                  <a:txBody>
                    <a:bodyPr/>
                    <a:lstStyle/>
                    <a:p>
                      <a:pPr indent="0" lvl="0" marL="0" rtl="0" algn="l">
                        <a:lnSpc>
                          <a:spcPct val="100000"/>
                        </a:lnSpc>
                        <a:spcBef>
                          <a:spcPts val="0"/>
                        </a:spcBef>
                        <a:spcAft>
                          <a:spcPts val="0"/>
                        </a:spcAft>
                        <a:buNone/>
                      </a:pPr>
                      <a:r>
                        <a:rPr b="1" lang="en-US" sz="800"/>
                        <a:t>Common and rare conditions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US" sz="800"/>
                        <a:t>Maternal and child health</a:t>
                      </a:r>
                      <a:endParaRPr b="1"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US" sz="800"/>
                        <a:t>healthy aging and </a:t>
                      </a:r>
                      <a:r>
                        <a:rPr b="1" lang="en-US" sz="800"/>
                        <a:t>resilience</a:t>
                      </a:r>
                      <a:endParaRPr b="1"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US" sz="800"/>
                        <a:t>Return of results on </a:t>
                      </a:r>
                      <a:r>
                        <a:rPr b="1" lang="en-US" sz="800"/>
                        <a:t>individual, population</a:t>
                      </a:r>
                      <a:endParaRPr b="1"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US" sz="800"/>
                        <a:t>Lifestyle Substance, behavioral </a:t>
                      </a:r>
                      <a:endParaRPr b="1"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US" sz="800"/>
                        <a:t>Environment</a:t>
                      </a:r>
                      <a:endParaRPr b="1"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US" sz="800"/>
                        <a:t>Health equity</a:t>
                      </a:r>
                      <a:endParaRPr b="1"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US" sz="800"/>
                        <a:t>Genetics and biology</a:t>
                      </a:r>
                      <a:endParaRPr b="1"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0775">
                <a:tc>
                  <a:txBody>
                    <a:bodyPr/>
                    <a:lstStyle/>
                    <a:p>
                      <a:pPr indent="0" lvl="0" marL="0" rtl="0" algn="l">
                        <a:lnSpc>
                          <a:spcPct val="100000"/>
                        </a:lnSpc>
                        <a:spcBef>
                          <a:spcPts val="0"/>
                        </a:spcBef>
                        <a:spcAft>
                          <a:spcPts val="0"/>
                        </a:spcAft>
                        <a:buNone/>
                      </a:pPr>
                      <a:r>
                        <a:rPr lang="en-US" sz="800"/>
                        <a:t>COVID-19</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Dermatitis, Atopic</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Alzheimer's Disease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COVID-19</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COVID-19</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Cardiovascular Diseases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COVID-19</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Diabetes Mellitus, Non-Insulin-Dependent</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8325">
                <a:tc>
                  <a:txBody>
                    <a:bodyPr/>
                    <a:lstStyle/>
                    <a:p>
                      <a:pPr indent="0" lvl="0" marL="0" rtl="0" algn="l">
                        <a:lnSpc>
                          <a:spcPct val="100000"/>
                        </a:lnSpc>
                        <a:spcBef>
                          <a:spcPts val="0"/>
                        </a:spcBef>
                        <a:spcAft>
                          <a:spcPts val="0"/>
                        </a:spcAft>
                        <a:buNone/>
                      </a:pPr>
                      <a:r>
                        <a:rPr lang="en-US" sz="800"/>
                        <a:t>Hypertensive disease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Eclampsia</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Dementia</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Glaucoma</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Hypertensive disease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0775">
                <a:tc>
                  <a:txBody>
                    <a:bodyPr/>
                    <a:lstStyle/>
                    <a:p>
                      <a:pPr indent="0" lvl="0" marL="0" rtl="0" algn="l">
                        <a:lnSpc>
                          <a:spcPct val="100000"/>
                        </a:lnSpc>
                        <a:spcBef>
                          <a:spcPts val="0"/>
                        </a:spcBef>
                        <a:spcAft>
                          <a:spcPts val="0"/>
                        </a:spcAft>
                        <a:buNone/>
                      </a:pPr>
                      <a:r>
                        <a:rPr lang="en-US" sz="800"/>
                        <a:t>Malignant Neoplasms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Polycystic Ovary Syndrome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COVID-19</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 of prostate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Glaucoma</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 of prostate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Diabetes Mellitus, Non-Insulin-Dependent</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 of breast</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8125">
                <a:tc>
                  <a:txBody>
                    <a:bodyPr/>
                    <a:lstStyle/>
                    <a:p>
                      <a:pPr indent="0" lvl="0" marL="0" rtl="0" algn="l">
                        <a:lnSpc>
                          <a:spcPct val="100000"/>
                        </a:lnSpc>
                        <a:spcBef>
                          <a:spcPts val="0"/>
                        </a:spcBef>
                        <a:spcAft>
                          <a:spcPts val="0"/>
                        </a:spcAft>
                        <a:buNone/>
                      </a:pPr>
                      <a:r>
                        <a:rPr lang="en-US" sz="800"/>
                        <a:t>Diabetes Mellitus, Non-Insulin-Dependent</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Endometriosis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Cardiovascular Diseases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Cardiovascular Diseases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Genome-Wide Association Study</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49675">
                <a:tc>
                  <a:txBody>
                    <a:bodyPr/>
                    <a:lstStyle/>
                    <a:p>
                      <a:pPr indent="0" lvl="0" marL="0" rtl="0" algn="l">
                        <a:lnSpc>
                          <a:spcPct val="100000"/>
                        </a:lnSpc>
                        <a:spcBef>
                          <a:spcPts val="0"/>
                        </a:spcBef>
                        <a:spcAft>
                          <a:spcPts val="0"/>
                        </a:spcAft>
                        <a:buNone/>
                      </a:pPr>
                      <a:r>
                        <a:rPr lang="en-US" sz="800"/>
                        <a:t>Malignant neoplasm of breast</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Gestational Diabetes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Degenerative polyarthritis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Diabetes Mellitus, Non-Insulin-Dependent</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 of lung</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 of breast</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Diabetes Mellitus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Glaucoma</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4725">
                <a:tc>
                  <a:txBody>
                    <a:bodyPr/>
                    <a:lstStyle/>
                    <a:p>
                      <a:pPr indent="0" lvl="0" marL="0" rtl="0" algn="l">
                        <a:lnSpc>
                          <a:spcPct val="100000"/>
                        </a:lnSpc>
                        <a:spcBef>
                          <a:spcPts val="0"/>
                        </a:spcBef>
                        <a:spcAft>
                          <a:spcPts val="0"/>
                        </a:spcAft>
                        <a:buNone/>
                      </a:pPr>
                      <a:r>
                        <a:rPr lang="en-US" sz="800"/>
                        <a:t>Diabetes Mellitus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Bacterial Vaginosis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HIV</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Diabetes Mellitus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Obesity</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Diabetes Mellitus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Cardiovascular Diseases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 of prostate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6450">
                <a:tc>
                  <a:txBody>
                    <a:bodyPr/>
                    <a:lstStyle/>
                    <a:p>
                      <a:pPr indent="0" lvl="0" marL="0" rtl="0" algn="l">
                        <a:lnSpc>
                          <a:spcPct val="100000"/>
                        </a:lnSpc>
                        <a:spcBef>
                          <a:spcPts val="0"/>
                        </a:spcBef>
                        <a:spcAft>
                          <a:spcPts val="0"/>
                        </a:spcAft>
                        <a:buNone/>
                      </a:pPr>
                      <a:r>
                        <a:rPr lang="en-US" sz="800"/>
                        <a:t>Alzheimer's Disease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Pre-Eclampsia</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Diabetes Mellitus, Non-Insulin-Dependent</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 of breast</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Mental disorders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Obesity</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 of breast</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Diabetes Mellitus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2325">
                <a:tc>
                  <a:txBody>
                    <a:bodyPr/>
                    <a:lstStyle/>
                    <a:p>
                      <a:pPr indent="0" lvl="0" marL="0" rtl="0" algn="l">
                        <a:lnSpc>
                          <a:spcPct val="100000"/>
                        </a:lnSpc>
                        <a:spcBef>
                          <a:spcPts val="0"/>
                        </a:spcBef>
                        <a:spcAft>
                          <a:spcPts val="0"/>
                        </a:spcAft>
                        <a:buNone/>
                      </a:pPr>
                      <a:r>
                        <a:rPr lang="en-US" sz="800"/>
                        <a:t>Cardiovascular Diseases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Turner Syndrome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Hypertensive disease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Obesity</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Mental Depression</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Asthma</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 of prostate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COVID-19</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1100">
                <a:tc>
                  <a:txBody>
                    <a:bodyPr/>
                    <a:lstStyle/>
                    <a:p>
                      <a:pPr indent="0" lvl="0" marL="0" rtl="0" algn="l">
                        <a:lnSpc>
                          <a:spcPct val="100000"/>
                        </a:lnSpc>
                        <a:spcBef>
                          <a:spcPts val="0"/>
                        </a:spcBef>
                        <a:spcAft>
                          <a:spcPts val="0"/>
                        </a:spcAft>
                        <a:buNone/>
                      </a:pPr>
                      <a:r>
                        <a:rPr lang="en-US" sz="800"/>
                        <a:t>Malignant neoplasm of prostate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Obesity</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Cardiovascular Diseases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HIV</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Body mass index</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COVID-19</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Alzheimer's Disease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 of pancreas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0350">
                <a:tc>
                  <a:txBody>
                    <a:bodyPr/>
                    <a:lstStyle/>
                    <a:p>
                      <a:pPr indent="0" lvl="0" marL="0" rtl="0" algn="l">
                        <a:lnSpc>
                          <a:spcPct val="100000"/>
                        </a:lnSpc>
                        <a:spcBef>
                          <a:spcPts val="0"/>
                        </a:spcBef>
                        <a:spcAft>
                          <a:spcPts val="0"/>
                        </a:spcAft>
                        <a:buNone/>
                      </a:pPr>
                      <a:r>
                        <a:rPr lang="en-US" sz="800"/>
                        <a:t>Malignant neoplasm of pancreas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Depression, Postpartum</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Inappropriate ADH Syndrome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 of lung</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HIV</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Alzheimer's Disease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Genome-Wide Association Study</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Alzheimer's Disease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4325">
                <a:tc>
                  <a:txBody>
                    <a:bodyPr/>
                    <a:lstStyle/>
                    <a:p>
                      <a:pPr indent="0" lvl="0" marL="0" rtl="0" algn="l">
                        <a:lnSpc>
                          <a:spcPct val="100000"/>
                        </a:lnSpc>
                        <a:spcBef>
                          <a:spcPts val="0"/>
                        </a:spcBef>
                        <a:spcAft>
                          <a:spcPts val="0"/>
                        </a:spcAft>
                        <a:buNone/>
                      </a:pPr>
                      <a:r>
                        <a:rPr lang="en-US" sz="800"/>
                        <a:t>Genome-Wide Association Study</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Scoliosis, unspecified</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Headache Disorders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Mental Depression</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Hypertensive disease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 of lung</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 of pancreas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Cardiovascular Diseases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8550">
                <a:tc>
                  <a:txBody>
                    <a:bodyPr/>
                    <a:lstStyle/>
                    <a:p>
                      <a:pPr indent="0" lvl="0" marL="0" rtl="0" algn="l">
                        <a:lnSpc>
                          <a:spcPct val="100000"/>
                        </a:lnSpc>
                        <a:spcBef>
                          <a:spcPts val="0"/>
                        </a:spcBef>
                        <a:spcAft>
                          <a:spcPts val="0"/>
                        </a:spcAft>
                        <a:buNone/>
                      </a:pPr>
                      <a:r>
                        <a:rPr lang="en-US" sz="800"/>
                        <a:t>Malignant neoplasm of lung</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Attention deficit hyperactivity disorder</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Diabetes Mellitus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Mental disorders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Opioids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 of pancreas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Glaucoma</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Hypertensive disease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3225">
                <a:tc>
                  <a:txBody>
                    <a:bodyPr/>
                    <a:lstStyle/>
                    <a:p>
                      <a:pPr indent="0" lvl="0" marL="0" rtl="0" algn="l">
                        <a:lnSpc>
                          <a:spcPct val="100000"/>
                        </a:lnSpc>
                        <a:spcBef>
                          <a:spcPts val="0"/>
                        </a:spcBef>
                        <a:spcAft>
                          <a:spcPts val="0"/>
                        </a:spcAft>
                        <a:buNone/>
                      </a:pPr>
                      <a:r>
                        <a:rPr lang="en-US" sz="800"/>
                        <a:t>Asthma</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COVID-19</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Pancreatitis, Chronic</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Hypertensive disease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Diabetes Mellitus, Non-Insulin-Dependent</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Diabetes Mellitus, Non-Insulin-Dependent</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Mental disorders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Body mass index</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7250">
                <a:tc>
                  <a:txBody>
                    <a:bodyPr/>
                    <a:lstStyle/>
                    <a:p>
                      <a:pPr indent="0" lvl="0" marL="0" rtl="0" algn="l">
                        <a:lnSpc>
                          <a:spcPct val="100000"/>
                        </a:lnSpc>
                        <a:spcBef>
                          <a:spcPts val="0"/>
                        </a:spcBef>
                        <a:spcAft>
                          <a:spcPts val="0"/>
                        </a:spcAft>
                        <a:buNone/>
                      </a:pPr>
                      <a:r>
                        <a:rPr lang="en-US" sz="800"/>
                        <a:t>Obesity</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Cardiovascular Diseases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Neurodegenerative Disorders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Major Depressive Disorder</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Malignant neoplasm of prostate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Dementia</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Mental Depression</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Chronic Kidney Diseases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1700">
                <a:tc>
                  <a:txBody>
                    <a:bodyPr/>
                    <a:lstStyle/>
                    <a:p>
                      <a:pPr indent="0" lvl="0" marL="0" rtl="0" algn="l">
                        <a:lnSpc>
                          <a:spcPct val="100000"/>
                        </a:lnSpc>
                        <a:spcBef>
                          <a:spcPts val="0"/>
                        </a:spcBef>
                        <a:spcAft>
                          <a:spcPts val="0"/>
                        </a:spcAft>
                        <a:buNone/>
                      </a:pPr>
                      <a:r>
                        <a:rPr lang="en-US" sz="800"/>
                        <a:t>Chronic Obstructive Airway Disease</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latin typeface="Calibri"/>
                          <a:ea typeface="Calibri"/>
                          <a:cs typeface="Calibri"/>
                          <a:sym typeface="Calibri"/>
                        </a:rPr>
                        <a:t>Congenital heart disease</a:t>
                      </a:r>
                      <a:endParaRPr sz="800">
                        <a:latin typeface="Calibri"/>
                        <a:ea typeface="Calibri"/>
                        <a:cs typeface="Calibri"/>
                        <a:sym typeface="Calibri"/>
                      </a:endParaRPr>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Mild cognitive disorder</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Asthma</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Diabetes Mellitus</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Mental Depression</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Obesity</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800"/>
                        <a:t>Diabetes Mellitus, Non-Insulin-Dependent</a:t>
                      </a:r>
                      <a:endParaRPr sz="800"/>
                    </a:p>
                  </a:txBody>
                  <a:tcPr marT="9125" marB="91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104"/>
          <p:cNvSpPr txBox="1"/>
          <p:nvPr>
            <p:ph type="title"/>
          </p:nvPr>
        </p:nvSpPr>
        <p:spPr>
          <a:xfrm>
            <a:off x="339879" y="1568033"/>
            <a:ext cx="8457600" cy="2092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US"/>
              <a:t>Analysis Common Used All of Us Domains When using All of Us Research Programs Graphic Tools</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105"/>
          <p:cNvSpPr txBox="1"/>
          <p:nvPr>
            <p:ph type="title"/>
          </p:nvPr>
        </p:nvSpPr>
        <p:spPr>
          <a:xfrm>
            <a:off x="349400" y="285647"/>
            <a:ext cx="8447100" cy="287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Methods - Output of Analyzing Workspaces</a:t>
            </a:r>
            <a:endParaRPr/>
          </a:p>
        </p:txBody>
      </p:sp>
      <p:sp>
        <p:nvSpPr>
          <p:cNvPr id="900" name="Google Shape;900;p105"/>
          <p:cNvSpPr/>
          <p:nvPr/>
        </p:nvSpPr>
        <p:spPr>
          <a:xfrm>
            <a:off x="1515125" y="789550"/>
            <a:ext cx="2297400" cy="287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rPr>
              <a:t>Free Text</a:t>
            </a:r>
            <a:endParaRPr>
              <a:solidFill>
                <a:schemeClr val="lt1"/>
              </a:solidFill>
            </a:endParaRPr>
          </a:p>
        </p:txBody>
      </p:sp>
      <p:sp>
        <p:nvSpPr>
          <p:cNvPr id="901" name="Google Shape;901;p105"/>
          <p:cNvSpPr/>
          <p:nvPr/>
        </p:nvSpPr>
        <p:spPr>
          <a:xfrm>
            <a:off x="1515125" y="1042100"/>
            <a:ext cx="22974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Title, intent, and finding</a:t>
            </a:r>
            <a:endParaRPr/>
          </a:p>
        </p:txBody>
      </p:sp>
      <p:sp>
        <p:nvSpPr>
          <p:cNvPr id="902" name="Google Shape;902;p105"/>
          <p:cNvSpPr/>
          <p:nvPr/>
        </p:nvSpPr>
        <p:spPr>
          <a:xfrm>
            <a:off x="347075" y="1042100"/>
            <a:ext cx="1089600" cy="4389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Source</a:t>
            </a:r>
            <a:endParaRPr/>
          </a:p>
        </p:txBody>
      </p:sp>
      <p:sp>
        <p:nvSpPr>
          <p:cNvPr id="903" name="Google Shape;903;p105"/>
          <p:cNvSpPr/>
          <p:nvPr/>
        </p:nvSpPr>
        <p:spPr>
          <a:xfrm>
            <a:off x="4343975" y="1067100"/>
            <a:ext cx="13911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Research Purpose</a:t>
            </a:r>
            <a:endParaRPr/>
          </a:p>
        </p:txBody>
      </p:sp>
      <p:sp>
        <p:nvSpPr>
          <p:cNvPr id="904" name="Google Shape;904;p105"/>
          <p:cNvSpPr/>
          <p:nvPr/>
        </p:nvSpPr>
        <p:spPr>
          <a:xfrm>
            <a:off x="4343975" y="780000"/>
            <a:ext cx="4684500" cy="287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rPr>
              <a:t>Meta Data</a:t>
            </a:r>
            <a:endParaRPr>
              <a:solidFill>
                <a:schemeClr val="lt1"/>
              </a:solidFill>
            </a:endParaRPr>
          </a:p>
        </p:txBody>
      </p:sp>
      <p:sp>
        <p:nvSpPr>
          <p:cNvPr id="905" name="Google Shape;905;p105"/>
          <p:cNvSpPr/>
          <p:nvPr/>
        </p:nvSpPr>
        <p:spPr>
          <a:xfrm>
            <a:off x="5735075" y="1067100"/>
            <a:ext cx="16467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Population of interest</a:t>
            </a:r>
            <a:endParaRPr/>
          </a:p>
        </p:txBody>
      </p:sp>
      <p:sp>
        <p:nvSpPr>
          <p:cNvPr id="906" name="Google Shape;906;p105"/>
          <p:cNvSpPr/>
          <p:nvPr/>
        </p:nvSpPr>
        <p:spPr>
          <a:xfrm>
            <a:off x="347075" y="1939800"/>
            <a:ext cx="1089600" cy="4389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Extracted Information</a:t>
            </a:r>
            <a:endParaRPr/>
          </a:p>
        </p:txBody>
      </p:sp>
      <p:sp>
        <p:nvSpPr>
          <p:cNvPr id="907" name="Google Shape;907;p105"/>
          <p:cNvSpPr/>
          <p:nvPr/>
        </p:nvSpPr>
        <p:spPr>
          <a:xfrm>
            <a:off x="1515125" y="1939925"/>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a:solidFill>
                  <a:srgbClr val="888888"/>
                </a:solidFill>
              </a:rPr>
              <a:t>Scientific categories</a:t>
            </a:r>
            <a:endParaRPr>
              <a:solidFill>
                <a:srgbClr val="B7B7B7"/>
              </a:solidFill>
            </a:endParaRPr>
          </a:p>
          <a:p>
            <a:pPr indent="0" lvl="0" marL="457200" rtl="0" algn="l">
              <a:spcBef>
                <a:spcPts val="0"/>
              </a:spcBef>
              <a:spcAft>
                <a:spcPts val="0"/>
              </a:spcAft>
              <a:buNone/>
            </a:pPr>
            <a:r>
              <a:t/>
            </a:r>
            <a:endParaRPr/>
          </a:p>
        </p:txBody>
      </p:sp>
      <p:sp>
        <p:nvSpPr>
          <p:cNvPr id="908" name="Google Shape;908;p105"/>
          <p:cNvSpPr/>
          <p:nvPr/>
        </p:nvSpPr>
        <p:spPr>
          <a:xfrm>
            <a:off x="7381775" y="1067100"/>
            <a:ext cx="1646700" cy="43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Cohort Information </a:t>
            </a:r>
            <a:endParaRPr/>
          </a:p>
        </p:txBody>
      </p:sp>
      <p:sp>
        <p:nvSpPr>
          <p:cNvPr id="909" name="Google Shape;909;p105"/>
          <p:cNvSpPr/>
          <p:nvPr/>
        </p:nvSpPr>
        <p:spPr>
          <a:xfrm>
            <a:off x="4028138" y="1939925"/>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a:solidFill>
                  <a:srgbClr val="888888"/>
                </a:solidFill>
              </a:rPr>
              <a:t>Diseases analyzed by researchers</a:t>
            </a:r>
            <a:endParaRPr/>
          </a:p>
          <a:p>
            <a:pPr indent="0" lvl="0" marL="0" rtl="0" algn="l">
              <a:spcBef>
                <a:spcPts val="0"/>
              </a:spcBef>
              <a:spcAft>
                <a:spcPts val="0"/>
              </a:spcAft>
              <a:buNone/>
            </a:pPr>
            <a:r>
              <a:t/>
            </a:r>
            <a:endParaRPr>
              <a:solidFill>
                <a:srgbClr val="888888"/>
              </a:solidFill>
            </a:endParaRPr>
          </a:p>
        </p:txBody>
      </p:sp>
      <p:sp>
        <p:nvSpPr>
          <p:cNvPr id="910" name="Google Shape;910;p105"/>
          <p:cNvSpPr/>
          <p:nvPr/>
        </p:nvSpPr>
        <p:spPr>
          <a:xfrm>
            <a:off x="6626225" y="1939925"/>
            <a:ext cx="2297400" cy="72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Data domain used</a:t>
            </a:r>
            <a:endParaRPr/>
          </a:p>
        </p:txBody>
      </p:sp>
      <p:cxnSp>
        <p:nvCxnSpPr>
          <p:cNvPr id="911" name="Google Shape;911;p105"/>
          <p:cNvCxnSpPr>
            <a:stCxn id="901" idx="2"/>
            <a:endCxn id="907" idx="0"/>
          </p:cNvCxnSpPr>
          <p:nvPr/>
        </p:nvCxnSpPr>
        <p:spPr>
          <a:xfrm flipH="1" rot="-5400000">
            <a:off x="2434625" y="1710200"/>
            <a:ext cx="459000" cy="600"/>
          </a:xfrm>
          <a:prstGeom prst="bentConnector3">
            <a:avLst>
              <a:gd fmla="val 49992" name="adj1"/>
            </a:avLst>
          </a:prstGeom>
          <a:noFill/>
          <a:ln cap="flat" cmpd="sng" w="9525">
            <a:solidFill>
              <a:schemeClr val="dk2"/>
            </a:solidFill>
            <a:prstDash val="solid"/>
            <a:round/>
            <a:headEnd len="med" w="med" type="none"/>
            <a:tailEnd len="med" w="med" type="none"/>
          </a:ln>
        </p:spPr>
      </p:cxnSp>
      <p:cxnSp>
        <p:nvCxnSpPr>
          <p:cNvPr id="912" name="Google Shape;912;p105"/>
          <p:cNvCxnSpPr>
            <a:stCxn id="903" idx="2"/>
            <a:endCxn id="907" idx="0"/>
          </p:cNvCxnSpPr>
          <p:nvPr/>
        </p:nvCxnSpPr>
        <p:spPr>
          <a:xfrm rot="5400000">
            <a:off x="3634775" y="535050"/>
            <a:ext cx="433800" cy="2375700"/>
          </a:xfrm>
          <a:prstGeom prst="bentConnector3">
            <a:avLst>
              <a:gd fmla="val 50014" name="adj1"/>
            </a:avLst>
          </a:prstGeom>
          <a:noFill/>
          <a:ln cap="flat" cmpd="sng" w="9525">
            <a:solidFill>
              <a:srgbClr val="D9D9D9"/>
            </a:solidFill>
            <a:prstDash val="solid"/>
            <a:round/>
            <a:headEnd len="med" w="med" type="none"/>
            <a:tailEnd len="med" w="med" type="none"/>
          </a:ln>
        </p:spPr>
      </p:cxnSp>
      <p:cxnSp>
        <p:nvCxnSpPr>
          <p:cNvPr id="913" name="Google Shape;913;p105"/>
          <p:cNvCxnSpPr>
            <a:stCxn id="905" idx="2"/>
            <a:endCxn id="907" idx="0"/>
          </p:cNvCxnSpPr>
          <p:nvPr/>
        </p:nvCxnSpPr>
        <p:spPr>
          <a:xfrm rot="5400000">
            <a:off x="4394225" y="-224400"/>
            <a:ext cx="433800" cy="3894600"/>
          </a:xfrm>
          <a:prstGeom prst="bentConnector3">
            <a:avLst>
              <a:gd fmla="val 50014" name="adj1"/>
            </a:avLst>
          </a:prstGeom>
          <a:noFill/>
          <a:ln cap="flat" cmpd="sng" w="9525">
            <a:solidFill>
              <a:srgbClr val="D9D9D9"/>
            </a:solidFill>
            <a:prstDash val="solid"/>
            <a:round/>
            <a:headEnd len="med" w="med" type="none"/>
            <a:tailEnd len="med" w="med" type="none"/>
          </a:ln>
        </p:spPr>
      </p:cxnSp>
      <p:cxnSp>
        <p:nvCxnSpPr>
          <p:cNvPr id="914" name="Google Shape;914;p105"/>
          <p:cNvCxnSpPr>
            <a:stCxn id="901" idx="2"/>
            <a:endCxn id="909" idx="0"/>
          </p:cNvCxnSpPr>
          <p:nvPr/>
        </p:nvCxnSpPr>
        <p:spPr>
          <a:xfrm flipH="1" rot="-5400000">
            <a:off x="3690875" y="453950"/>
            <a:ext cx="459000" cy="2513100"/>
          </a:xfrm>
          <a:prstGeom prst="bentConnector3">
            <a:avLst>
              <a:gd fmla="val 28126" name="adj1"/>
            </a:avLst>
          </a:prstGeom>
          <a:noFill/>
          <a:ln cap="flat" cmpd="sng" w="9525">
            <a:solidFill>
              <a:srgbClr val="CCCCCC"/>
            </a:solidFill>
            <a:prstDash val="solid"/>
            <a:round/>
            <a:headEnd len="med" w="med" type="none"/>
            <a:tailEnd len="med" w="med" type="none"/>
          </a:ln>
        </p:spPr>
      </p:cxnSp>
      <p:cxnSp>
        <p:nvCxnSpPr>
          <p:cNvPr id="915" name="Google Shape;915;p105"/>
          <p:cNvCxnSpPr>
            <a:stCxn id="908" idx="2"/>
            <a:endCxn id="909" idx="0"/>
          </p:cNvCxnSpPr>
          <p:nvPr/>
        </p:nvCxnSpPr>
        <p:spPr>
          <a:xfrm rot="5400000">
            <a:off x="6474125" y="208800"/>
            <a:ext cx="433800" cy="3028200"/>
          </a:xfrm>
          <a:prstGeom prst="bentConnector3">
            <a:avLst>
              <a:gd fmla="val 23997" name="adj1"/>
            </a:avLst>
          </a:prstGeom>
          <a:noFill/>
          <a:ln cap="flat" cmpd="sng" w="9525">
            <a:solidFill>
              <a:srgbClr val="D9D9D9"/>
            </a:solidFill>
            <a:prstDash val="solid"/>
            <a:round/>
            <a:headEnd len="med" w="med" type="none"/>
            <a:tailEnd len="med" w="med" type="none"/>
          </a:ln>
        </p:spPr>
      </p:cxnSp>
      <p:cxnSp>
        <p:nvCxnSpPr>
          <p:cNvPr id="916" name="Google Shape;916;p105"/>
          <p:cNvCxnSpPr>
            <a:stCxn id="908" idx="2"/>
            <a:endCxn id="910" idx="0"/>
          </p:cNvCxnSpPr>
          <p:nvPr/>
        </p:nvCxnSpPr>
        <p:spPr>
          <a:xfrm rot="5400000">
            <a:off x="7773125" y="1507800"/>
            <a:ext cx="433800" cy="430200"/>
          </a:xfrm>
          <a:prstGeom prst="bentConnector3">
            <a:avLst>
              <a:gd fmla="val 50014" name="adj1"/>
            </a:avLst>
          </a:prstGeom>
          <a:noFill/>
          <a:ln cap="flat" cmpd="sng" w="9525">
            <a:solidFill>
              <a:srgbClr val="000000"/>
            </a:solidFill>
            <a:prstDash val="solid"/>
            <a:round/>
            <a:headEnd len="med" w="med" type="none"/>
            <a:tailEnd len="med" w="med" type="none"/>
          </a:ln>
        </p:spPr>
      </p:cxn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106"/>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All of Us Cohort and Dataset Builders</a:t>
            </a:r>
            <a:endParaRPr/>
          </a:p>
        </p:txBody>
      </p:sp>
      <p:sp>
        <p:nvSpPr>
          <p:cNvPr id="922" name="Google Shape;922;p106"/>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923" name="Google Shape;923;p106"/>
          <p:cNvPicPr preferRelativeResize="0"/>
          <p:nvPr/>
        </p:nvPicPr>
        <p:blipFill>
          <a:blip r:embed="rId3">
            <a:alphaModFix/>
          </a:blip>
          <a:stretch>
            <a:fillRect/>
          </a:stretch>
        </p:blipFill>
        <p:spPr>
          <a:xfrm>
            <a:off x="4630738" y="810180"/>
            <a:ext cx="3990975" cy="3257550"/>
          </a:xfrm>
          <a:prstGeom prst="rect">
            <a:avLst/>
          </a:prstGeom>
          <a:noFill/>
          <a:ln>
            <a:noFill/>
          </a:ln>
        </p:spPr>
      </p:pic>
      <p:sp>
        <p:nvSpPr>
          <p:cNvPr id="924" name="Google Shape;924;p106"/>
          <p:cNvSpPr txBox="1"/>
          <p:nvPr/>
        </p:nvSpPr>
        <p:spPr>
          <a:xfrm>
            <a:off x="288075" y="742800"/>
            <a:ext cx="4342800" cy="27705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US"/>
              <a:t>Cohort Builder: Using All of Us data to build cohorts</a:t>
            </a:r>
            <a:endParaRPr/>
          </a:p>
          <a:p>
            <a:pPr indent="-317500" lvl="0" marL="457200" rtl="0" algn="l">
              <a:spcBef>
                <a:spcPts val="0"/>
              </a:spcBef>
              <a:spcAft>
                <a:spcPts val="0"/>
              </a:spcAft>
              <a:buSzPts val="1400"/>
              <a:buChar char="●"/>
            </a:pPr>
            <a:r>
              <a:rPr lang="en-US"/>
              <a:t>Infomrationabout cohort including:</a:t>
            </a:r>
            <a:endParaRPr/>
          </a:p>
          <a:p>
            <a:pPr indent="-317500" lvl="1" marL="914400" rtl="0" algn="l">
              <a:spcBef>
                <a:spcPts val="0"/>
              </a:spcBef>
              <a:spcAft>
                <a:spcPts val="0"/>
              </a:spcAft>
              <a:buSzPts val="1400"/>
              <a:buChar char="○"/>
            </a:pPr>
            <a:r>
              <a:rPr lang="en-US"/>
              <a:t>Cohort </a:t>
            </a:r>
            <a:r>
              <a:rPr lang="en-US"/>
              <a:t>identifier</a:t>
            </a:r>
            <a:endParaRPr/>
          </a:p>
          <a:p>
            <a:pPr indent="-317500" lvl="1" marL="914400" rtl="0" algn="l">
              <a:spcBef>
                <a:spcPts val="0"/>
              </a:spcBef>
              <a:spcAft>
                <a:spcPts val="0"/>
              </a:spcAft>
              <a:buSzPts val="1400"/>
              <a:buChar char="○"/>
            </a:pPr>
            <a:r>
              <a:rPr lang="en-US"/>
              <a:t>Data </a:t>
            </a:r>
            <a:r>
              <a:rPr lang="en-US"/>
              <a:t>domain</a:t>
            </a:r>
            <a:r>
              <a:rPr lang="en-US"/>
              <a:t>: condition, Procedures</a:t>
            </a:r>
            <a:endParaRPr/>
          </a:p>
          <a:p>
            <a:pPr indent="-317500" lvl="1" marL="914400" rtl="0" algn="l">
              <a:spcBef>
                <a:spcPts val="0"/>
              </a:spcBef>
              <a:spcAft>
                <a:spcPts val="0"/>
              </a:spcAft>
              <a:buSzPts val="1400"/>
              <a:buChar char="○"/>
            </a:pPr>
            <a:r>
              <a:rPr lang="en-US"/>
              <a:t>Concept type: SNOMED, ICD</a:t>
            </a:r>
            <a:endParaRPr/>
          </a:p>
          <a:p>
            <a:pPr indent="-317500" lvl="1" marL="914400" rtl="0" algn="l">
              <a:spcBef>
                <a:spcPts val="0"/>
              </a:spcBef>
              <a:spcAft>
                <a:spcPts val="0"/>
              </a:spcAft>
              <a:buSzPts val="1400"/>
              <a:buChar char="○"/>
            </a:pPr>
            <a:r>
              <a:rPr lang="en-US"/>
              <a:t>Concept names</a:t>
            </a:r>
            <a:endParaRPr/>
          </a:p>
          <a:p>
            <a:pPr indent="-317500" lvl="0" marL="457200" rtl="0" algn="l">
              <a:spcBef>
                <a:spcPts val="0"/>
              </a:spcBef>
              <a:spcAft>
                <a:spcPts val="0"/>
              </a:spcAft>
              <a:buSzPts val="1400"/>
              <a:buChar char="●"/>
            </a:pPr>
            <a:r>
              <a:rPr lang="en-US"/>
              <a:t>For 2981 workspaces:</a:t>
            </a:r>
            <a:endParaRPr/>
          </a:p>
          <a:p>
            <a:pPr indent="-317500" lvl="1" marL="914400" rtl="0" algn="l">
              <a:spcBef>
                <a:spcPts val="0"/>
              </a:spcBef>
              <a:spcAft>
                <a:spcPts val="0"/>
              </a:spcAft>
              <a:buSzPts val="1400"/>
              <a:buChar char="○"/>
            </a:pPr>
            <a:r>
              <a:rPr lang="en-US"/>
              <a:t>2079 workspaces used cohort builder</a:t>
            </a:r>
            <a:endParaRPr/>
          </a:p>
          <a:p>
            <a:pPr indent="-317500" lvl="1" marL="914400" rtl="0" algn="l">
              <a:spcBef>
                <a:spcPts val="0"/>
              </a:spcBef>
              <a:spcAft>
                <a:spcPts val="0"/>
              </a:spcAft>
              <a:buSzPts val="1400"/>
              <a:buChar char="○"/>
            </a:pPr>
            <a:r>
              <a:rPr lang="en-US"/>
              <a:t>On average, workspaces had three to four cohorts</a:t>
            </a:r>
            <a:endParaRPr/>
          </a:p>
          <a:p>
            <a:pPr indent="0" lvl="0" marL="914400" rtl="0" algn="l">
              <a:spcBef>
                <a:spcPts val="0"/>
              </a:spcBef>
              <a:spcAft>
                <a:spcPts val="0"/>
              </a:spcAft>
              <a:buNone/>
            </a:pPr>
            <a:r>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107"/>
          <p:cNvSpPr txBox="1"/>
          <p:nvPr>
            <p:ph idx="1" type="body"/>
          </p:nvPr>
        </p:nvSpPr>
        <p:spPr>
          <a:xfrm>
            <a:off x="339879" y="744736"/>
            <a:ext cx="8460300" cy="364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30" name="Google Shape;930;p107"/>
          <p:cNvSpPr txBox="1"/>
          <p:nvPr>
            <p:ph type="title"/>
          </p:nvPr>
        </p:nvSpPr>
        <p:spPr>
          <a:xfrm>
            <a:off x="349400" y="285650"/>
            <a:ext cx="8640600" cy="285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US"/>
              <a:t>12533 Cohort Built in 2079 Workspace, Maily Conditions used To Build Cohorts</a:t>
            </a:r>
            <a:endParaRPr/>
          </a:p>
        </p:txBody>
      </p:sp>
      <p:sp>
        <p:nvSpPr>
          <p:cNvPr id="931" name="Google Shape;931;p107"/>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932" name="Google Shape;932;p107"/>
          <p:cNvPicPr preferRelativeResize="0"/>
          <p:nvPr/>
        </p:nvPicPr>
        <p:blipFill>
          <a:blip r:embed="rId3">
            <a:alphaModFix/>
          </a:blip>
          <a:stretch>
            <a:fillRect/>
          </a:stretch>
        </p:blipFill>
        <p:spPr>
          <a:xfrm>
            <a:off x="4994138" y="736500"/>
            <a:ext cx="3724574" cy="4000700"/>
          </a:xfrm>
          <a:prstGeom prst="rect">
            <a:avLst/>
          </a:prstGeom>
          <a:noFill/>
          <a:ln>
            <a:noFill/>
          </a:ln>
        </p:spPr>
      </p:pic>
      <p:pic>
        <p:nvPicPr>
          <p:cNvPr id="933" name="Google Shape;933;p107"/>
          <p:cNvPicPr preferRelativeResize="0"/>
          <p:nvPr/>
        </p:nvPicPr>
        <p:blipFill>
          <a:blip r:embed="rId4">
            <a:alphaModFix/>
          </a:blip>
          <a:stretch>
            <a:fillRect/>
          </a:stretch>
        </p:blipFill>
        <p:spPr>
          <a:xfrm>
            <a:off x="495550" y="707262"/>
            <a:ext cx="3779025" cy="4059175"/>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108"/>
          <p:cNvSpPr txBox="1"/>
          <p:nvPr>
            <p:ph idx="1" type="body"/>
          </p:nvPr>
        </p:nvSpPr>
        <p:spPr>
          <a:xfrm>
            <a:off x="339879" y="744736"/>
            <a:ext cx="8460300" cy="364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39" name="Google Shape;939;p108"/>
          <p:cNvSpPr txBox="1"/>
          <p:nvPr>
            <p:ph type="title"/>
          </p:nvPr>
        </p:nvSpPr>
        <p:spPr>
          <a:xfrm>
            <a:off x="349400" y="285650"/>
            <a:ext cx="8655300" cy="285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US"/>
              <a:t>Workspaces Cohorts that Uses Person, conditions, or both are the Most Common Domain</a:t>
            </a:r>
            <a:endParaRPr/>
          </a:p>
          <a:p>
            <a:pPr indent="0" lvl="0" marL="0" rtl="0" algn="l">
              <a:lnSpc>
                <a:spcPct val="100000"/>
              </a:lnSpc>
              <a:spcBef>
                <a:spcPts val="0"/>
              </a:spcBef>
              <a:spcAft>
                <a:spcPts val="0"/>
              </a:spcAft>
              <a:buNone/>
            </a:pPr>
            <a:r>
              <a:rPr lang="en-US"/>
              <a:t>&lt;ost common</a:t>
            </a:r>
            <a:endParaRPr/>
          </a:p>
        </p:txBody>
      </p:sp>
      <p:sp>
        <p:nvSpPr>
          <p:cNvPr id="940" name="Google Shape;940;p108"/>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941" name="Google Shape;941;p108"/>
          <p:cNvPicPr preferRelativeResize="0"/>
          <p:nvPr/>
        </p:nvPicPr>
        <p:blipFill>
          <a:blip r:embed="rId3">
            <a:alphaModFix/>
          </a:blip>
          <a:stretch>
            <a:fillRect/>
          </a:stretch>
        </p:blipFill>
        <p:spPr>
          <a:xfrm>
            <a:off x="130616" y="798225"/>
            <a:ext cx="8771310" cy="3592699"/>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109"/>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Acknowledgements</a:t>
            </a:r>
            <a:endParaRPr/>
          </a:p>
        </p:txBody>
      </p:sp>
      <p:sp>
        <p:nvSpPr>
          <p:cNvPr id="947" name="Google Shape;947;p109"/>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sp>
        <p:nvSpPr>
          <p:cNvPr id="948" name="Google Shape;948;p109"/>
          <p:cNvSpPr txBox="1"/>
          <p:nvPr/>
        </p:nvSpPr>
        <p:spPr>
          <a:xfrm>
            <a:off x="253000" y="832725"/>
            <a:ext cx="8396700" cy="431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sz="1600">
              <a:solidFill>
                <a:schemeClr val="dk1"/>
              </a:solidFill>
            </a:endParaRPr>
          </a:p>
        </p:txBody>
      </p:sp>
      <p:sp>
        <p:nvSpPr>
          <p:cNvPr id="949" name="Google Shape;949;p109"/>
          <p:cNvSpPr txBox="1"/>
          <p:nvPr/>
        </p:nvSpPr>
        <p:spPr>
          <a:xfrm>
            <a:off x="75625" y="1373200"/>
            <a:ext cx="8396700" cy="2401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600">
                <a:solidFill>
                  <a:schemeClr val="dk1"/>
                </a:solidFill>
              </a:rPr>
              <a:t>Project design, implementation, &amp; analysis were completed by the </a:t>
            </a:r>
            <a:r>
              <a:rPr i="1" lang="en-US" sz="1600">
                <a:solidFill>
                  <a:schemeClr val="dk1"/>
                </a:solidFill>
              </a:rPr>
              <a:t>All of Us </a:t>
            </a:r>
            <a:r>
              <a:rPr lang="en-US" sz="1600">
                <a:solidFill>
                  <a:schemeClr val="dk1"/>
                </a:solidFill>
              </a:rPr>
              <a:t>Data and Research Center.</a:t>
            </a:r>
            <a:endParaRPr sz="1600">
              <a:solidFill>
                <a:schemeClr val="dk1"/>
              </a:solidFill>
            </a:endParaRPr>
          </a:p>
          <a:p>
            <a:pPr indent="0" lvl="0" marL="0" rtl="0" algn="just">
              <a:spcBef>
                <a:spcPts val="0"/>
              </a:spcBef>
              <a:spcAft>
                <a:spcPts val="0"/>
              </a:spcAft>
              <a:buNone/>
            </a:pPr>
            <a:r>
              <a:t/>
            </a:r>
            <a:endParaRPr sz="1600">
              <a:solidFill>
                <a:schemeClr val="dk1"/>
              </a:solidFill>
            </a:endParaRPr>
          </a:p>
          <a:p>
            <a:pPr indent="-330200" lvl="0" marL="457200" rtl="0" algn="just">
              <a:spcBef>
                <a:spcPts val="0"/>
              </a:spcBef>
              <a:spcAft>
                <a:spcPts val="0"/>
              </a:spcAft>
              <a:buClr>
                <a:schemeClr val="dk1"/>
              </a:buClr>
              <a:buSzPts val="1600"/>
              <a:buChar char="●"/>
            </a:pPr>
            <a:r>
              <a:rPr lang="en-US" sz="1600">
                <a:solidFill>
                  <a:schemeClr val="dk1"/>
                </a:solidFill>
              </a:rPr>
              <a:t>Study design &amp; methods: Lina Sulieman, Paul Harris</a:t>
            </a:r>
            <a:endParaRPr sz="1600">
              <a:solidFill>
                <a:schemeClr val="dk1"/>
              </a:solidFill>
            </a:endParaRPr>
          </a:p>
          <a:p>
            <a:pPr indent="-330200" lvl="0" marL="457200" rtl="0" algn="just">
              <a:spcBef>
                <a:spcPts val="0"/>
              </a:spcBef>
              <a:spcAft>
                <a:spcPts val="0"/>
              </a:spcAft>
              <a:buClr>
                <a:schemeClr val="dk1"/>
              </a:buClr>
              <a:buSzPts val="1600"/>
              <a:buChar char="●"/>
            </a:pPr>
            <a:r>
              <a:rPr lang="en-US" sz="1600">
                <a:solidFill>
                  <a:schemeClr val="dk1"/>
                </a:solidFill>
              </a:rPr>
              <a:t>Coding scheme development: Brandy Mapes, Ryan Hale</a:t>
            </a:r>
            <a:endParaRPr sz="1600">
              <a:solidFill>
                <a:schemeClr val="dk1"/>
              </a:solidFill>
            </a:endParaRPr>
          </a:p>
          <a:p>
            <a:pPr indent="-330200" lvl="0" marL="457200" rtl="0" algn="just">
              <a:spcBef>
                <a:spcPts val="0"/>
              </a:spcBef>
              <a:spcAft>
                <a:spcPts val="0"/>
              </a:spcAft>
              <a:buClr>
                <a:schemeClr val="dk1"/>
              </a:buClr>
              <a:buSzPts val="1600"/>
              <a:buChar char="●"/>
            </a:pPr>
            <a:r>
              <a:rPr lang="en-US" sz="1600">
                <a:solidFill>
                  <a:schemeClr val="dk1"/>
                </a:solidFill>
              </a:rPr>
              <a:t>CLAMP: </a:t>
            </a:r>
            <a:r>
              <a:rPr lang="en-US" sz="1600">
                <a:solidFill>
                  <a:schemeClr val="dk1"/>
                </a:solidFill>
              </a:rPr>
              <a:t>Lina Sulieman, Robert Abram, Justin Cook</a:t>
            </a:r>
            <a:endParaRPr sz="1600">
              <a:solidFill>
                <a:schemeClr val="dk1"/>
              </a:solidFill>
            </a:endParaRPr>
          </a:p>
          <a:p>
            <a:pPr indent="-330200" lvl="0" marL="457200" rtl="0" algn="just">
              <a:spcBef>
                <a:spcPts val="0"/>
              </a:spcBef>
              <a:spcAft>
                <a:spcPts val="0"/>
              </a:spcAft>
              <a:buClr>
                <a:schemeClr val="dk1"/>
              </a:buClr>
              <a:buSzPts val="1600"/>
              <a:buChar char="●"/>
            </a:pPr>
            <a:r>
              <a:rPr lang="en-US" sz="1600">
                <a:solidFill>
                  <a:schemeClr val="dk1"/>
                </a:solidFill>
              </a:rPr>
              <a:t>Cohort data Extraction: Timothy Schneider, Chenchal Subraveti</a:t>
            </a:r>
            <a:endParaRPr sz="1600">
              <a:solidFill>
                <a:schemeClr val="dk1"/>
              </a:solidFill>
            </a:endParaRPr>
          </a:p>
          <a:p>
            <a:pPr indent="-330200" lvl="0" marL="457200" rtl="0" algn="just">
              <a:spcBef>
                <a:spcPts val="0"/>
              </a:spcBef>
              <a:spcAft>
                <a:spcPts val="0"/>
              </a:spcAft>
              <a:buClr>
                <a:schemeClr val="dk1"/>
              </a:buClr>
              <a:buSzPts val="1600"/>
              <a:buChar char="●"/>
            </a:pPr>
            <a:r>
              <a:rPr lang="en-US" sz="1600">
                <a:solidFill>
                  <a:schemeClr val="dk1"/>
                </a:solidFill>
              </a:rPr>
              <a:t>Data analysis: Lina Sulieman</a:t>
            </a:r>
            <a:endParaRPr sz="1600">
              <a:solidFill>
                <a:schemeClr val="dk1"/>
              </a:solidFill>
            </a:endParaRPr>
          </a:p>
          <a:p>
            <a:pPr indent="-330200" lvl="0" marL="457200" rtl="0" algn="just">
              <a:spcBef>
                <a:spcPts val="0"/>
              </a:spcBef>
              <a:spcAft>
                <a:spcPts val="0"/>
              </a:spcAft>
              <a:buClr>
                <a:schemeClr val="dk1"/>
              </a:buClr>
              <a:buSzPts val="1600"/>
              <a:buChar char="●"/>
            </a:pPr>
            <a:r>
              <a:rPr lang="en-US" sz="1600">
                <a:solidFill>
                  <a:schemeClr val="dk1"/>
                </a:solidFill>
              </a:rPr>
              <a:t>Material development &amp; review: </a:t>
            </a:r>
            <a:r>
              <a:rPr lang="en-US" sz="1600">
                <a:solidFill>
                  <a:schemeClr val="dk1"/>
                </a:solidFill>
              </a:rPr>
              <a:t>Lina Sulieman, Brandy Mapes, Paul Harris</a:t>
            </a:r>
            <a:endParaRPr sz="1600">
              <a:solidFill>
                <a:schemeClr val="dk1"/>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110"/>
          <p:cNvSpPr txBox="1"/>
          <p:nvPr>
            <p:ph type="title"/>
          </p:nvPr>
        </p:nvSpPr>
        <p:spPr>
          <a:xfrm>
            <a:off x="339879" y="1568033"/>
            <a:ext cx="8457600" cy="2092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US"/>
              <a:t>Extra Slides</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111"/>
          <p:cNvSpPr txBox="1"/>
          <p:nvPr>
            <p:ph idx="1" type="body"/>
          </p:nvPr>
        </p:nvSpPr>
        <p:spPr>
          <a:xfrm>
            <a:off x="339879" y="744736"/>
            <a:ext cx="8460300" cy="364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60" name="Google Shape;960;p111"/>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Number of Categories Assigned for Each Workspaces</a:t>
            </a:r>
            <a:endParaRPr/>
          </a:p>
        </p:txBody>
      </p:sp>
      <p:sp>
        <p:nvSpPr>
          <p:cNvPr id="961" name="Google Shape;961;p111"/>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962" name="Google Shape;962;p111"/>
          <p:cNvPicPr preferRelativeResize="0"/>
          <p:nvPr/>
        </p:nvPicPr>
        <p:blipFill>
          <a:blip r:embed="rId3">
            <a:alphaModFix/>
          </a:blip>
          <a:stretch>
            <a:fillRect/>
          </a:stretch>
        </p:blipFill>
        <p:spPr>
          <a:xfrm>
            <a:off x="742050" y="990575"/>
            <a:ext cx="3295875" cy="2585550"/>
          </a:xfrm>
          <a:prstGeom prst="rect">
            <a:avLst/>
          </a:prstGeom>
          <a:noFill/>
          <a:ln>
            <a:noFill/>
          </a:ln>
        </p:spPr>
      </p:pic>
      <p:sp>
        <p:nvSpPr>
          <p:cNvPr id="963" name="Google Shape;963;p111"/>
          <p:cNvSpPr txBox="1"/>
          <p:nvPr/>
        </p:nvSpPr>
        <p:spPr>
          <a:xfrm>
            <a:off x="1208025" y="3577850"/>
            <a:ext cx="2457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t>Using Limited Keywords only</a:t>
            </a:r>
            <a:endParaRPr sz="1300"/>
          </a:p>
        </p:txBody>
      </p:sp>
      <p:pic>
        <p:nvPicPr>
          <p:cNvPr id="964" name="Google Shape;964;p111"/>
          <p:cNvPicPr preferRelativeResize="0"/>
          <p:nvPr/>
        </p:nvPicPr>
        <p:blipFill>
          <a:blip r:embed="rId4">
            <a:alphaModFix/>
          </a:blip>
          <a:stretch>
            <a:fillRect/>
          </a:stretch>
        </p:blipFill>
        <p:spPr>
          <a:xfrm>
            <a:off x="5003875" y="990572"/>
            <a:ext cx="3244700" cy="2585550"/>
          </a:xfrm>
          <a:prstGeom prst="rect">
            <a:avLst/>
          </a:prstGeom>
          <a:noFill/>
          <a:ln>
            <a:noFill/>
          </a:ln>
        </p:spPr>
      </p:pic>
      <p:sp>
        <p:nvSpPr>
          <p:cNvPr id="965" name="Google Shape;965;p111"/>
          <p:cNvSpPr txBox="1"/>
          <p:nvPr/>
        </p:nvSpPr>
        <p:spPr>
          <a:xfrm>
            <a:off x="5435775" y="3576125"/>
            <a:ext cx="28413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t>Using Limited Keywords and Research Purpose</a:t>
            </a:r>
            <a:endParaRPr sz="1300"/>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112"/>
          <p:cNvSpPr txBox="1"/>
          <p:nvPr>
            <p:ph idx="1" type="body"/>
          </p:nvPr>
        </p:nvSpPr>
        <p:spPr>
          <a:xfrm>
            <a:off x="339879" y="744736"/>
            <a:ext cx="8460300" cy="364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71" name="Google Shape;971;p112"/>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Intersections</a:t>
            </a:r>
            <a:r>
              <a:rPr lang="en-US"/>
              <a:t> of Categories per </a:t>
            </a:r>
            <a:r>
              <a:rPr lang="en-US"/>
              <a:t> Workspace using Limited Keywords </a:t>
            </a:r>
            <a:endParaRPr/>
          </a:p>
        </p:txBody>
      </p:sp>
      <p:sp>
        <p:nvSpPr>
          <p:cNvPr id="972" name="Google Shape;972;p112"/>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973" name="Google Shape;973;p112"/>
          <p:cNvPicPr preferRelativeResize="0"/>
          <p:nvPr/>
        </p:nvPicPr>
        <p:blipFill>
          <a:blip r:embed="rId3">
            <a:alphaModFix/>
          </a:blip>
          <a:stretch>
            <a:fillRect/>
          </a:stretch>
        </p:blipFill>
        <p:spPr>
          <a:xfrm>
            <a:off x="318139" y="1143000"/>
            <a:ext cx="8266426" cy="2317251"/>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113"/>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US"/>
              <a:t>Intersections of Categories per  Workspace</a:t>
            </a:r>
            <a:r>
              <a:rPr lang="en-US"/>
              <a:t> using Limited Keywords and Research Purpose</a:t>
            </a:r>
            <a:endParaRPr/>
          </a:p>
        </p:txBody>
      </p:sp>
      <p:sp>
        <p:nvSpPr>
          <p:cNvPr id="979" name="Google Shape;979;p113"/>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980" name="Google Shape;980;p113"/>
          <p:cNvPicPr preferRelativeResize="0"/>
          <p:nvPr/>
        </p:nvPicPr>
        <p:blipFill>
          <a:blip r:embed="rId3">
            <a:alphaModFix/>
          </a:blip>
          <a:stretch>
            <a:fillRect/>
          </a:stretch>
        </p:blipFill>
        <p:spPr>
          <a:xfrm>
            <a:off x="109550" y="1437579"/>
            <a:ext cx="9144003" cy="1937743"/>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14"/>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US"/>
              <a:t>Number of Categories Assigned for Each Workspaces - All Collected Keywords</a:t>
            </a:r>
            <a:endParaRPr/>
          </a:p>
        </p:txBody>
      </p:sp>
      <p:sp>
        <p:nvSpPr>
          <p:cNvPr id="986" name="Google Shape;986;p114"/>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sp>
        <p:nvSpPr>
          <p:cNvPr id="987" name="Google Shape;987;p114"/>
          <p:cNvSpPr txBox="1"/>
          <p:nvPr/>
        </p:nvSpPr>
        <p:spPr>
          <a:xfrm>
            <a:off x="424475" y="3259550"/>
            <a:ext cx="2457600" cy="101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t>Keywords</a:t>
            </a:r>
            <a:endParaRPr sz="1300"/>
          </a:p>
          <a:p>
            <a:pPr indent="0" lvl="0" marL="0" rtl="0" algn="l">
              <a:spcBef>
                <a:spcPts val="0"/>
              </a:spcBef>
              <a:spcAft>
                <a:spcPts val="0"/>
              </a:spcAft>
              <a:buNone/>
            </a:pPr>
            <a:r>
              <a:rPr lang="en-US" sz="1300"/>
              <a:t>Mapped projects 2853</a:t>
            </a:r>
            <a:endParaRPr sz="1300"/>
          </a:p>
          <a:p>
            <a:pPr indent="0" lvl="0" marL="0" rtl="0" algn="l">
              <a:lnSpc>
                <a:spcPct val="115000"/>
              </a:lnSpc>
              <a:spcBef>
                <a:spcPts val="0"/>
              </a:spcBef>
              <a:spcAft>
                <a:spcPts val="0"/>
              </a:spcAft>
              <a:buNone/>
            </a:pPr>
            <a:r>
              <a:rPr lang="en-US" sz="1300"/>
              <a:t>Non mapped projects 128</a:t>
            </a:r>
            <a:endParaRPr sz="1300"/>
          </a:p>
          <a:p>
            <a:pPr indent="0" lvl="0" marL="0" rtl="0" algn="l">
              <a:lnSpc>
                <a:spcPct val="115000"/>
              </a:lnSpc>
              <a:spcBef>
                <a:spcPts val="0"/>
              </a:spcBef>
              <a:spcAft>
                <a:spcPts val="0"/>
              </a:spcAft>
              <a:buNone/>
            </a:pPr>
            <a:r>
              <a:t/>
            </a:r>
            <a:endParaRPr sz="1300"/>
          </a:p>
        </p:txBody>
      </p:sp>
      <p:sp>
        <p:nvSpPr>
          <p:cNvPr id="988" name="Google Shape;988;p114"/>
          <p:cNvSpPr txBox="1"/>
          <p:nvPr/>
        </p:nvSpPr>
        <p:spPr>
          <a:xfrm>
            <a:off x="3260900" y="3305825"/>
            <a:ext cx="28413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t>Keywords and Research Purpose</a:t>
            </a:r>
            <a:endParaRPr sz="1300"/>
          </a:p>
          <a:p>
            <a:pPr indent="0" lvl="0" marL="0" rtl="0" algn="l">
              <a:spcBef>
                <a:spcPts val="0"/>
              </a:spcBef>
              <a:spcAft>
                <a:spcPts val="0"/>
              </a:spcAft>
              <a:buNone/>
            </a:pPr>
            <a:r>
              <a:rPr lang="en-US" sz="1300"/>
              <a:t>Mapped projects 2868</a:t>
            </a:r>
            <a:endParaRPr sz="1300"/>
          </a:p>
          <a:p>
            <a:pPr indent="0" lvl="0" marL="0" rtl="0" algn="l">
              <a:lnSpc>
                <a:spcPct val="115000"/>
              </a:lnSpc>
              <a:spcBef>
                <a:spcPts val="0"/>
              </a:spcBef>
              <a:spcAft>
                <a:spcPts val="0"/>
              </a:spcAft>
              <a:buNone/>
            </a:pPr>
            <a:r>
              <a:rPr lang="en-US" sz="1300"/>
              <a:t>Non mapped projects 113</a:t>
            </a:r>
            <a:endParaRPr sz="1300"/>
          </a:p>
        </p:txBody>
      </p:sp>
      <p:pic>
        <p:nvPicPr>
          <p:cNvPr id="989" name="Google Shape;989;p114"/>
          <p:cNvPicPr preferRelativeResize="0"/>
          <p:nvPr/>
        </p:nvPicPr>
        <p:blipFill>
          <a:blip r:embed="rId3">
            <a:alphaModFix/>
          </a:blip>
          <a:stretch>
            <a:fillRect/>
          </a:stretch>
        </p:blipFill>
        <p:spPr>
          <a:xfrm>
            <a:off x="22963" y="826193"/>
            <a:ext cx="3078275" cy="2452916"/>
          </a:xfrm>
          <a:prstGeom prst="rect">
            <a:avLst/>
          </a:prstGeom>
          <a:noFill/>
          <a:ln>
            <a:noFill/>
          </a:ln>
        </p:spPr>
      </p:pic>
      <p:pic>
        <p:nvPicPr>
          <p:cNvPr id="990" name="Google Shape;990;p114"/>
          <p:cNvPicPr preferRelativeResize="0"/>
          <p:nvPr/>
        </p:nvPicPr>
        <p:blipFill>
          <a:blip r:embed="rId4">
            <a:alphaModFix/>
          </a:blip>
          <a:stretch>
            <a:fillRect/>
          </a:stretch>
        </p:blipFill>
        <p:spPr>
          <a:xfrm>
            <a:off x="3093225" y="873551"/>
            <a:ext cx="2959439" cy="2358200"/>
          </a:xfrm>
          <a:prstGeom prst="rect">
            <a:avLst/>
          </a:prstGeom>
          <a:noFill/>
          <a:ln>
            <a:noFill/>
          </a:ln>
        </p:spPr>
      </p:pic>
      <p:sp>
        <p:nvSpPr>
          <p:cNvPr id="991" name="Google Shape;991;p114"/>
          <p:cNvSpPr txBox="1"/>
          <p:nvPr/>
        </p:nvSpPr>
        <p:spPr>
          <a:xfrm>
            <a:off x="6348775" y="3190775"/>
            <a:ext cx="2841300" cy="101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t>Keywords, Research Purpose, and population of </a:t>
            </a:r>
            <a:r>
              <a:rPr lang="en-US" sz="1300"/>
              <a:t>interest</a:t>
            </a:r>
            <a:endParaRPr sz="1300"/>
          </a:p>
          <a:p>
            <a:pPr indent="0" lvl="0" marL="0" rtl="0" algn="l">
              <a:lnSpc>
                <a:spcPct val="115000"/>
              </a:lnSpc>
              <a:spcBef>
                <a:spcPts val="0"/>
              </a:spcBef>
              <a:spcAft>
                <a:spcPts val="0"/>
              </a:spcAft>
              <a:buNone/>
            </a:pPr>
            <a:r>
              <a:rPr lang="en-US" sz="1300"/>
              <a:t>Mapped projects 2896</a:t>
            </a:r>
            <a:endParaRPr sz="1300"/>
          </a:p>
          <a:p>
            <a:pPr indent="0" lvl="0" marL="0" rtl="0" algn="l">
              <a:lnSpc>
                <a:spcPct val="115000"/>
              </a:lnSpc>
              <a:spcBef>
                <a:spcPts val="0"/>
              </a:spcBef>
              <a:spcAft>
                <a:spcPts val="0"/>
              </a:spcAft>
              <a:buNone/>
            </a:pPr>
            <a:r>
              <a:rPr lang="en-US" sz="1300"/>
              <a:t>Non mapped projects 85</a:t>
            </a:r>
            <a:endParaRPr sz="1300"/>
          </a:p>
        </p:txBody>
      </p:sp>
      <p:pic>
        <p:nvPicPr>
          <p:cNvPr id="992" name="Google Shape;992;p114"/>
          <p:cNvPicPr preferRelativeResize="0"/>
          <p:nvPr/>
        </p:nvPicPr>
        <p:blipFill>
          <a:blip r:embed="rId5">
            <a:alphaModFix/>
          </a:blip>
          <a:stretch>
            <a:fillRect/>
          </a:stretch>
        </p:blipFill>
        <p:spPr>
          <a:xfrm>
            <a:off x="6052675" y="826475"/>
            <a:ext cx="2959450" cy="2358225"/>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15"/>
          <p:cNvSpPr txBox="1"/>
          <p:nvPr>
            <p:ph idx="1" type="body"/>
          </p:nvPr>
        </p:nvSpPr>
        <p:spPr>
          <a:xfrm>
            <a:off x="339879" y="744736"/>
            <a:ext cx="8460300" cy="364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98" name="Google Shape;998;p115"/>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US"/>
              <a:t>Intersections of Categories per  Workspace using Keywords</a:t>
            </a:r>
            <a:endParaRPr/>
          </a:p>
        </p:txBody>
      </p:sp>
      <p:sp>
        <p:nvSpPr>
          <p:cNvPr id="999" name="Google Shape;999;p115"/>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1000" name="Google Shape;1000;p115"/>
          <p:cNvPicPr preferRelativeResize="0"/>
          <p:nvPr/>
        </p:nvPicPr>
        <p:blipFill>
          <a:blip r:embed="rId3">
            <a:alphaModFix/>
          </a:blip>
          <a:stretch>
            <a:fillRect/>
          </a:stretch>
        </p:blipFill>
        <p:spPr>
          <a:xfrm>
            <a:off x="950" y="1143006"/>
            <a:ext cx="9144000" cy="2563238"/>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116"/>
          <p:cNvSpPr txBox="1"/>
          <p:nvPr>
            <p:ph idx="1" type="body"/>
          </p:nvPr>
        </p:nvSpPr>
        <p:spPr>
          <a:xfrm>
            <a:off x="339879" y="744736"/>
            <a:ext cx="8460300" cy="364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06" name="Google Shape;1006;p116"/>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US"/>
              <a:t>Intersections of Categories per  Workspace using Keywords and Research Purpose</a:t>
            </a:r>
            <a:endParaRPr/>
          </a:p>
        </p:txBody>
      </p:sp>
      <p:sp>
        <p:nvSpPr>
          <p:cNvPr id="1007" name="Google Shape;1007;p116"/>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1008" name="Google Shape;1008;p116"/>
          <p:cNvPicPr preferRelativeResize="0"/>
          <p:nvPr/>
        </p:nvPicPr>
        <p:blipFill>
          <a:blip r:embed="rId3">
            <a:alphaModFix/>
          </a:blip>
          <a:stretch>
            <a:fillRect/>
          </a:stretch>
        </p:blipFill>
        <p:spPr>
          <a:xfrm>
            <a:off x="0" y="1446609"/>
            <a:ext cx="9144003" cy="2250282"/>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117"/>
          <p:cNvSpPr txBox="1"/>
          <p:nvPr>
            <p:ph idx="1" type="body"/>
          </p:nvPr>
        </p:nvSpPr>
        <p:spPr>
          <a:xfrm>
            <a:off x="339879" y="744736"/>
            <a:ext cx="8460300" cy="364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14" name="Google Shape;1014;p117"/>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US"/>
              <a:t>Intersections of Categories per  Workspace using Keywords, Research Purpose, and population of Interest</a:t>
            </a:r>
            <a:endParaRPr/>
          </a:p>
        </p:txBody>
      </p:sp>
      <p:sp>
        <p:nvSpPr>
          <p:cNvPr id="1015" name="Google Shape;1015;p117"/>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1016" name="Google Shape;1016;p117"/>
          <p:cNvPicPr preferRelativeResize="0"/>
          <p:nvPr/>
        </p:nvPicPr>
        <p:blipFill>
          <a:blip r:embed="rId3">
            <a:alphaModFix/>
          </a:blip>
          <a:stretch>
            <a:fillRect/>
          </a:stretch>
        </p:blipFill>
        <p:spPr>
          <a:xfrm>
            <a:off x="0" y="1433215"/>
            <a:ext cx="9144003" cy="2277071"/>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p118"/>
          <p:cNvSpPr txBox="1"/>
          <p:nvPr>
            <p:ph type="title"/>
          </p:nvPr>
        </p:nvSpPr>
        <p:spPr>
          <a:xfrm>
            <a:off x="349404" y="285655"/>
            <a:ext cx="8447100" cy="16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Workspaces CLMAP did not Extract Disease Terms</a:t>
            </a:r>
            <a:endParaRPr/>
          </a:p>
        </p:txBody>
      </p:sp>
      <p:sp>
        <p:nvSpPr>
          <p:cNvPr id="1022" name="Google Shape;1022;p118"/>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sp>
        <p:nvSpPr>
          <p:cNvPr id="1023" name="Google Shape;1023;p118"/>
          <p:cNvSpPr/>
          <p:nvPr/>
        </p:nvSpPr>
        <p:spPr>
          <a:xfrm>
            <a:off x="838275" y="1325425"/>
            <a:ext cx="1888200" cy="9099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a:t>Drugs</a:t>
            </a:r>
            <a:endParaRPr/>
          </a:p>
          <a:p>
            <a:pPr indent="-134620" lvl="0" marL="274320" rtl="0" algn="l">
              <a:spcBef>
                <a:spcPts val="0"/>
              </a:spcBef>
              <a:spcAft>
                <a:spcPts val="0"/>
              </a:spcAft>
              <a:buSzPts val="1400"/>
              <a:buChar char="●"/>
            </a:pPr>
            <a:r>
              <a:rPr lang="en-US"/>
              <a:t>Statin</a:t>
            </a:r>
            <a:endParaRPr/>
          </a:p>
          <a:p>
            <a:pPr indent="-134620" lvl="0" marL="274320" rtl="0" algn="l">
              <a:spcBef>
                <a:spcPts val="0"/>
              </a:spcBef>
              <a:spcAft>
                <a:spcPts val="0"/>
              </a:spcAft>
              <a:buSzPts val="1400"/>
              <a:buChar char="●"/>
            </a:pPr>
            <a:r>
              <a:rPr lang="en-US"/>
              <a:t>Warfarin</a:t>
            </a:r>
            <a:endParaRPr/>
          </a:p>
        </p:txBody>
      </p:sp>
      <p:sp>
        <p:nvSpPr>
          <p:cNvPr id="1024" name="Google Shape;1024;p118"/>
          <p:cNvSpPr/>
          <p:nvPr/>
        </p:nvSpPr>
        <p:spPr>
          <a:xfrm>
            <a:off x="2930325" y="1325425"/>
            <a:ext cx="1888200" cy="9099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a:t>Genetics</a:t>
            </a:r>
            <a:endParaRPr/>
          </a:p>
          <a:p>
            <a:pPr indent="-134620" lvl="0" marL="274320" rtl="0" algn="l">
              <a:spcBef>
                <a:spcPts val="0"/>
              </a:spcBef>
              <a:spcAft>
                <a:spcPts val="0"/>
              </a:spcAft>
              <a:buSzPts val="1400"/>
              <a:buChar char="●"/>
            </a:pPr>
            <a:r>
              <a:rPr lang="en-US"/>
              <a:t>Polygenic score</a:t>
            </a:r>
            <a:endParaRPr/>
          </a:p>
          <a:p>
            <a:pPr indent="0" lvl="0" marL="0" rtl="0" algn="l">
              <a:spcBef>
                <a:spcPts val="0"/>
              </a:spcBef>
              <a:spcAft>
                <a:spcPts val="0"/>
              </a:spcAft>
              <a:buNone/>
            </a:pPr>
            <a:r>
              <a:t/>
            </a:r>
            <a:endParaRPr/>
          </a:p>
        </p:txBody>
      </p:sp>
      <p:sp>
        <p:nvSpPr>
          <p:cNvPr id="1025" name="Google Shape;1025;p118"/>
          <p:cNvSpPr/>
          <p:nvPr/>
        </p:nvSpPr>
        <p:spPr>
          <a:xfrm>
            <a:off x="5022375" y="1325425"/>
            <a:ext cx="1888200" cy="9099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a:t>Population</a:t>
            </a:r>
            <a:endParaRPr/>
          </a:p>
          <a:p>
            <a:pPr indent="-134620" lvl="0" marL="274320" rtl="0" algn="l">
              <a:spcBef>
                <a:spcPts val="0"/>
              </a:spcBef>
              <a:spcAft>
                <a:spcPts val="0"/>
              </a:spcAft>
              <a:buSzPts val="1400"/>
              <a:buChar char="●"/>
            </a:pPr>
            <a:r>
              <a:rPr lang="en-US"/>
              <a:t>Gender Identity</a:t>
            </a:r>
            <a:endParaRPr/>
          </a:p>
          <a:p>
            <a:pPr indent="-134620" lvl="0" marL="274320" rtl="0" algn="l">
              <a:spcBef>
                <a:spcPts val="0"/>
              </a:spcBef>
              <a:spcAft>
                <a:spcPts val="0"/>
              </a:spcAft>
              <a:buSzPts val="1400"/>
              <a:buChar char="●"/>
            </a:pPr>
            <a:r>
              <a:rPr lang="en-US"/>
              <a:t>Income</a:t>
            </a:r>
            <a:endParaRPr/>
          </a:p>
        </p:txBody>
      </p:sp>
      <p:sp>
        <p:nvSpPr>
          <p:cNvPr id="1026" name="Google Shape;1026;p118"/>
          <p:cNvSpPr/>
          <p:nvPr/>
        </p:nvSpPr>
        <p:spPr>
          <a:xfrm>
            <a:off x="7072175" y="1325425"/>
            <a:ext cx="1888200" cy="9099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a:t>Exploring/ Learning</a:t>
            </a:r>
            <a:endParaRPr/>
          </a:p>
          <a:p>
            <a:pPr indent="0" lvl="0" marL="0" rtl="0" algn="l">
              <a:spcBef>
                <a:spcPts val="0"/>
              </a:spcBef>
              <a:spcAft>
                <a:spcPts val="0"/>
              </a:spcAft>
              <a:buNone/>
            </a:pPr>
            <a:r>
              <a:t/>
            </a:r>
            <a:endParaRPr/>
          </a:p>
        </p:txBody>
      </p:sp>
      <p:sp>
        <p:nvSpPr>
          <p:cNvPr id="1027" name="Google Shape;1027;p118"/>
          <p:cNvSpPr/>
          <p:nvPr/>
        </p:nvSpPr>
        <p:spPr>
          <a:xfrm>
            <a:off x="838275" y="2471625"/>
            <a:ext cx="1888200" cy="1483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a:t>Clinical practice/ Outcome</a:t>
            </a:r>
            <a:endParaRPr/>
          </a:p>
          <a:p>
            <a:pPr indent="-134620" lvl="0" marL="274320" rtl="0" algn="l">
              <a:lnSpc>
                <a:spcPct val="115000"/>
              </a:lnSpc>
              <a:spcBef>
                <a:spcPts val="0"/>
              </a:spcBef>
              <a:spcAft>
                <a:spcPts val="0"/>
              </a:spcAft>
              <a:buSzPts val="1400"/>
              <a:buChar char="●"/>
            </a:pPr>
            <a:r>
              <a:rPr lang="en-US"/>
              <a:t>Surgical Resilience</a:t>
            </a:r>
            <a:endParaRPr/>
          </a:p>
          <a:p>
            <a:pPr indent="-134620" lvl="0" marL="274320" rtl="0" algn="l">
              <a:lnSpc>
                <a:spcPct val="115000"/>
              </a:lnSpc>
              <a:spcBef>
                <a:spcPts val="0"/>
              </a:spcBef>
              <a:spcAft>
                <a:spcPts val="0"/>
              </a:spcAft>
              <a:buSzPts val="1400"/>
              <a:buChar char="●"/>
            </a:pPr>
            <a:r>
              <a:rPr lang="en-US"/>
              <a:t>Surgical Site Infections</a:t>
            </a:r>
            <a:endParaRPr/>
          </a:p>
        </p:txBody>
      </p:sp>
      <p:sp>
        <p:nvSpPr>
          <p:cNvPr id="1028" name="Google Shape;1028;p118"/>
          <p:cNvSpPr/>
          <p:nvPr/>
        </p:nvSpPr>
        <p:spPr>
          <a:xfrm>
            <a:off x="2930225" y="2512100"/>
            <a:ext cx="1888200" cy="1483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a:t>Lifestyle/ Behavioural</a:t>
            </a:r>
            <a:endParaRPr/>
          </a:p>
          <a:p>
            <a:pPr indent="-134620" lvl="0" marL="274320" rtl="0" algn="l">
              <a:spcBef>
                <a:spcPts val="0"/>
              </a:spcBef>
              <a:spcAft>
                <a:spcPts val="0"/>
              </a:spcAft>
              <a:buSzPts val="1400"/>
              <a:buChar char="●"/>
            </a:pPr>
            <a:r>
              <a:rPr lang="en-US"/>
              <a:t>Lifestyle</a:t>
            </a:r>
            <a:endParaRPr/>
          </a:p>
          <a:p>
            <a:pPr indent="-134620" lvl="0" marL="274320" rtl="0" algn="l">
              <a:spcBef>
                <a:spcPts val="0"/>
              </a:spcBef>
              <a:spcAft>
                <a:spcPts val="0"/>
              </a:spcAft>
              <a:buSzPts val="1400"/>
              <a:buChar char="●"/>
            </a:pPr>
            <a:r>
              <a:rPr lang="en-US"/>
              <a:t>Smoking</a:t>
            </a:r>
            <a:endParaRPr/>
          </a:p>
          <a:p>
            <a:pPr indent="0" lvl="0" marL="0" rtl="0" algn="l">
              <a:spcBef>
                <a:spcPts val="0"/>
              </a:spcBef>
              <a:spcAft>
                <a:spcPts val="0"/>
              </a:spcAft>
              <a:buNone/>
            </a:pPr>
            <a:r>
              <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119"/>
          <p:cNvSpPr txBox="1"/>
          <p:nvPr>
            <p:ph idx="1" type="body"/>
          </p:nvPr>
        </p:nvSpPr>
        <p:spPr>
          <a:xfrm>
            <a:off x="339879" y="744736"/>
            <a:ext cx="8460300" cy="364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34" name="Google Shape;1034;p119"/>
          <p:cNvSpPr txBox="1"/>
          <p:nvPr>
            <p:ph type="title"/>
          </p:nvPr>
        </p:nvSpPr>
        <p:spPr>
          <a:xfrm>
            <a:off x="349400" y="285647"/>
            <a:ext cx="8447100" cy="28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Cohorts that Uses Person, conditions, or both are the Most Common Domain</a:t>
            </a:r>
            <a:endParaRPr/>
          </a:p>
          <a:p>
            <a:pPr indent="0" lvl="0" marL="0" rtl="0" algn="l">
              <a:spcBef>
                <a:spcPts val="0"/>
              </a:spcBef>
              <a:spcAft>
                <a:spcPts val="0"/>
              </a:spcAft>
              <a:buNone/>
            </a:pPr>
            <a:r>
              <a:rPr lang="en-US"/>
              <a:t>&lt;ost common</a:t>
            </a:r>
            <a:endParaRPr/>
          </a:p>
        </p:txBody>
      </p:sp>
      <p:sp>
        <p:nvSpPr>
          <p:cNvPr id="1035" name="Google Shape;1035;p119"/>
          <p:cNvSpPr txBox="1"/>
          <p:nvPr>
            <p:ph idx="2"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pic>
        <p:nvPicPr>
          <p:cNvPr id="1036" name="Google Shape;1036;p119"/>
          <p:cNvPicPr preferRelativeResize="0"/>
          <p:nvPr/>
        </p:nvPicPr>
        <p:blipFill>
          <a:blip r:embed="rId3">
            <a:alphaModFix/>
          </a:blip>
          <a:stretch>
            <a:fillRect/>
          </a:stretch>
        </p:blipFill>
        <p:spPr>
          <a:xfrm>
            <a:off x="306512" y="730475"/>
            <a:ext cx="8750076" cy="358400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120"/>
          <p:cNvSpPr txBox="1"/>
          <p:nvPr>
            <p:ph type="title"/>
          </p:nvPr>
        </p:nvSpPr>
        <p:spPr>
          <a:xfrm>
            <a:off x="349400" y="285646"/>
            <a:ext cx="8447100" cy="28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Results - Oct 2022 - 2467 W</a:t>
            </a:r>
            <a:r>
              <a:rPr lang="en-US"/>
              <a:t>orkspaces Analyzed</a:t>
            </a:r>
            <a:r>
              <a:rPr lang="en-US"/>
              <a:t> - </a:t>
            </a:r>
            <a:r>
              <a:rPr lang="en-US"/>
              <a:t>Keywords</a:t>
            </a:r>
            <a:endParaRPr/>
          </a:p>
        </p:txBody>
      </p:sp>
      <p:sp>
        <p:nvSpPr>
          <p:cNvPr id="1042" name="Google Shape;1042;p120"/>
          <p:cNvSpPr txBox="1"/>
          <p:nvPr>
            <p:ph idx="1" type="body"/>
          </p:nvPr>
        </p:nvSpPr>
        <p:spPr>
          <a:xfrm>
            <a:off x="0" y="4589502"/>
            <a:ext cx="9144000" cy="554100"/>
          </a:xfrm>
          <a:prstGeom prst="rect">
            <a:avLst/>
          </a:prstGeom>
        </p:spPr>
        <p:txBody>
          <a:bodyPr anchorCtr="0" anchor="b" bIns="171425" lIns="342875" spcFirstLastPara="1" rIns="342875" wrap="square" tIns="171425">
            <a:noAutofit/>
          </a:bodyPr>
          <a:lstStyle/>
          <a:p>
            <a:pPr indent="0" lvl="0" marL="0" rtl="0" algn="ctr">
              <a:spcBef>
                <a:spcPts val="0"/>
              </a:spcBef>
              <a:spcAft>
                <a:spcPts val="0"/>
              </a:spcAft>
              <a:buNone/>
            </a:pPr>
            <a:r>
              <a:t/>
            </a:r>
            <a:endParaRPr/>
          </a:p>
        </p:txBody>
      </p:sp>
      <p:graphicFrame>
        <p:nvGraphicFramePr>
          <p:cNvPr id="1043" name="Google Shape;1043;p120"/>
          <p:cNvGraphicFramePr/>
          <p:nvPr/>
        </p:nvGraphicFramePr>
        <p:xfrm>
          <a:off x="342900" y="649625"/>
          <a:ext cx="3000000" cy="3000000"/>
        </p:xfrm>
        <a:graphic>
          <a:graphicData uri="http://schemas.openxmlformats.org/drawingml/2006/table">
            <a:tbl>
              <a:tblPr>
                <a:noFill/>
                <a:tableStyleId>{21075E54-8EE1-4DF8-AC3F-35C2FC0C33FF}</a:tableStyleId>
              </a:tblPr>
              <a:tblGrid>
                <a:gridCol w="4046100"/>
                <a:gridCol w="906875"/>
                <a:gridCol w="914575"/>
                <a:gridCol w="1259000"/>
                <a:gridCol w="1581800"/>
              </a:tblGrid>
              <a:tr h="338475">
                <a:tc gridSpan="5">
                  <a:txBody>
                    <a:bodyPr/>
                    <a:lstStyle/>
                    <a:p>
                      <a:pPr indent="0" lvl="0" marL="0" rtl="0" algn="ctr">
                        <a:spcBef>
                          <a:spcPts val="0"/>
                        </a:spcBef>
                        <a:spcAft>
                          <a:spcPts val="0"/>
                        </a:spcAft>
                        <a:buNone/>
                      </a:pPr>
                      <a:r>
                        <a:rPr b="1" lang="en-US">
                          <a:solidFill>
                            <a:schemeClr val="dk1"/>
                          </a:solidFill>
                        </a:rPr>
                        <a:t>Number of Workspaces Mapped to Scientific Focus Areas Based on Coding Scheme</a:t>
                      </a:r>
                      <a:endParaRPr b="1">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solidFill>
                      <a:schemeClr val="accent3"/>
                    </a:solidFill>
                  </a:tcPr>
                </a:tc>
                <a:tc hMerge="1"/>
                <a:tc hMerge="1"/>
                <a:tc hMerge="1"/>
                <a:tc hMerge="1"/>
              </a:tr>
              <a:tr h="436625">
                <a:tc>
                  <a:txBody>
                    <a:bodyPr/>
                    <a:lstStyle/>
                    <a:p>
                      <a:pPr indent="0" lvl="0" marL="0" rtl="0" algn="l">
                        <a:lnSpc>
                          <a:spcPct val="100000"/>
                        </a:lnSpc>
                        <a:spcBef>
                          <a:spcPts val="0"/>
                        </a:spcBef>
                        <a:spcAft>
                          <a:spcPts val="0"/>
                        </a:spcAft>
                        <a:buNone/>
                      </a:pPr>
                      <a:r>
                        <a:rPr lang="en-US" sz="1200">
                          <a:solidFill>
                            <a:schemeClr val="dk1"/>
                          </a:solidFill>
                        </a:rPr>
                        <a:t>Category</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Subset keywords*</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All Keywords</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Keywords + Project purpose</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Keywords + Project purpose+ population</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rtl="0" algn="l">
                        <a:lnSpc>
                          <a:spcPct val="100000"/>
                        </a:lnSpc>
                        <a:spcBef>
                          <a:spcPts val="0"/>
                        </a:spcBef>
                        <a:spcAft>
                          <a:spcPts val="0"/>
                        </a:spcAft>
                        <a:buNone/>
                      </a:pPr>
                      <a:r>
                        <a:rPr lang="en-US" sz="1200">
                          <a:solidFill>
                            <a:schemeClr val="dk1"/>
                          </a:solidFill>
                        </a:rPr>
                        <a:t>Prevalent Common &amp; Rare Conditions</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solidFill>
                            <a:schemeClr val="dk1"/>
                          </a:solidFill>
                        </a:rPr>
                        <a:t>1086</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1509</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1509</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1509</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rtl="0" algn="l">
                        <a:lnSpc>
                          <a:spcPct val="100000"/>
                        </a:lnSpc>
                        <a:spcBef>
                          <a:spcPts val="0"/>
                        </a:spcBef>
                        <a:spcAft>
                          <a:spcPts val="0"/>
                        </a:spcAft>
                        <a:buNone/>
                      </a:pPr>
                      <a:r>
                        <a:rPr lang="en-US" sz="1200">
                          <a:solidFill>
                            <a:schemeClr val="dk1"/>
                          </a:solidFill>
                        </a:rPr>
                        <a:t>Maternal &amp; Child Health</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149</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149</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149</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149</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rtl="0" algn="l">
                        <a:lnSpc>
                          <a:spcPct val="100000"/>
                        </a:lnSpc>
                        <a:spcBef>
                          <a:spcPts val="0"/>
                        </a:spcBef>
                        <a:spcAft>
                          <a:spcPts val="0"/>
                        </a:spcAft>
                        <a:buNone/>
                      </a:pPr>
                      <a:r>
                        <a:rPr lang="en-US" sz="1200">
                          <a:solidFill>
                            <a:schemeClr val="dk1"/>
                          </a:solidFill>
                        </a:rPr>
                        <a:t>Health Aging &amp; Resilience Across Lifespan</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269</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269</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269</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269</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rtl="0" algn="l">
                        <a:lnSpc>
                          <a:spcPct val="100000"/>
                        </a:lnSpc>
                        <a:spcBef>
                          <a:spcPts val="0"/>
                        </a:spcBef>
                        <a:spcAft>
                          <a:spcPts val="0"/>
                        </a:spcAft>
                        <a:buNone/>
                      </a:pPr>
                      <a:r>
                        <a:rPr lang="en-US" sz="1200">
                          <a:solidFill>
                            <a:schemeClr val="dk1"/>
                          </a:solidFill>
                        </a:rPr>
                        <a:t>Return of Results on Individual &amp; Population Health </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29 </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29</a:t>
                      </a:r>
                      <a:r>
                        <a:rPr lang="en-US" sz="1200">
                          <a:solidFill>
                            <a:schemeClr val="dk1"/>
                          </a:solidFill>
                        </a:rPr>
                        <a:t> </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727</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727</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rtl="0" algn="l">
                        <a:lnSpc>
                          <a:spcPct val="100000"/>
                        </a:lnSpc>
                        <a:spcBef>
                          <a:spcPts val="0"/>
                        </a:spcBef>
                        <a:spcAft>
                          <a:spcPts val="0"/>
                        </a:spcAft>
                        <a:buNone/>
                      </a:pPr>
                      <a:r>
                        <a:rPr lang="en-US" sz="1200">
                          <a:solidFill>
                            <a:schemeClr val="dk1"/>
                          </a:solidFill>
                        </a:rPr>
                        <a:t>Lifestyle, Substance, &amp; Behavioral Health</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456</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456</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712</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712</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rtl="0" algn="l">
                        <a:lnSpc>
                          <a:spcPct val="100000"/>
                        </a:lnSpc>
                        <a:spcBef>
                          <a:spcPts val="0"/>
                        </a:spcBef>
                        <a:spcAft>
                          <a:spcPts val="0"/>
                        </a:spcAft>
                        <a:buNone/>
                      </a:pPr>
                      <a:r>
                        <a:rPr lang="en-US" sz="1200">
                          <a:solidFill>
                            <a:schemeClr val="dk1"/>
                          </a:solidFill>
                        </a:rPr>
                        <a:t>Environment </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422</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422</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422</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422</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61950">
                <a:tc>
                  <a:txBody>
                    <a:bodyPr/>
                    <a:lstStyle/>
                    <a:p>
                      <a:pPr indent="0" lvl="0" marL="0" rtl="0" algn="l">
                        <a:lnSpc>
                          <a:spcPct val="100000"/>
                        </a:lnSpc>
                        <a:spcBef>
                          <a:spcPts val="0"/>
                        </a:spcBef>
                        <a:spcAft>
                          <a:spcPts val="0"/>
                        </a:spcAft>
                        <a:buNone/>
                      </a:pPr>
                      <a:r>
                        <a:rPr lang="en-US" sz="1200">
                          <a:solidFill>
                            <a:schemeClr val="dk1"/>
                          </a:solidFill>
                        </a:rPr>
                        <a:t>Health Equity</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1624</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1624</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1624</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1838</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78200">
                <a:tc>
                  <a:txBody>
                    <a:bodyPr/>
                    <a:lstStyle/>
                    <a:p>
                      <a:pPr indent="0" lvl="0" marL="0" rtl="0" algn="l">
                        <a:lnSpc>
                          <a:spcPct val="100000"/>
                        </a:lnSpc>
                        <a:spcBef>
                          <a:spcPts val="0"/>
                        </a:spcBef>
                        <a:spcAft>
                          <a:spcPts val="0"/>
                        </a:spcAft>
                        <a:buNone/>
                      </a:pPr>
                      <a:r>
                        <a:rPr lang="en-US" sz="1200">
                          <a:solidFill>
                            <a:schemeClr val="dk1"/>
                          </a:solidFill>
                        </a:rPr>
                        <a:t>Genetics &amp; Biology</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1501</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1501</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1549</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1200">
                          <a:solidFill>
                            <a:schemeClr val="dk1"/>
                          </a:solidFill>
                        </a:rPr>
                        <a:t>1549</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23725">
                <a:tc>
                  <a:txBody>
                    <a:bodyPr/>
                    <a:lstStyle/>
                    <a:p>
                      <a:pPr indent="0" lvl="0" marL="0" rtl="0" algn="l">
                        <a:lnSpc>
                          <a:spcPct val="100000"/>
                        </a:lnSpc>
                        <a:spcBef>
                          <a:spcPts val="0"/>
                        </a:spcBef>
                        <a:spcAft>
                          <a:spcPts val="0"/>
                        </a:spcAft>
                        <a:buNone/>
                      </a:pPr>
                      <a:r>
                        <a:rPr lang="en-US" sz="1200">
                          <a:solidFill>
                            <a:schemeClr val="dk1"/>
                          </a:solidFill>
                        </a:rPr>
                        <a:t>Total workspaces that map according to scheme</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2318</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2359</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2375</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2405</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189750">
                <a:tc>
                  <a:txBody>
                    <a:bodyPr/>
                    <a:lstStyle/>
                    <a:p>
                      <a:pPr indent="0" lvl="0" marL="0" rtl="0" algn="l">
                        <a:lnSpc>
                          <a:spcPct val="100000"/>
                        </a:lnSpc>
                        <a:spcBef>
                          <a:spcPts val="0"/>
                        </a:spcBef>
                        <a:spcAft>
                          <a:spcPts val="0"/>
                        </a:spcAft>
                        <a:buNone/>
                      </a:pPr>
                      <a:r>
                        <a:rPr lang="en-US" sz="1200">
                          <a:solidFill>
                            <a:schemeClr val="dk1"/>
                          </a:solidFill>
                        </a:rPr>
                        <a:t>Total workspaces that do not map/require manual review</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149</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108</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92</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62</a:t>
                      </a:r>
                      <a:endParaRPr sz="1200">
                        <a:solidFill>
                          <a:schemeClr val="dk1"/>
                        </a:solidFill>
                      </a:endParaRPr>
                    </a:p>
                  </a:txBody>
                  <a:tcPr marT="45700" marB="45700"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bl>
          </a:graphicData>
        </a:graphic>
      </p:graphicFrame>
      <p:sp>
        <p:nvSpPr>
          <p:cNvPr id="1044" name="Google Shape;1044;p120"/>
          <p:cNvSpPr txBox="1"/>
          <p:nvPr/>
        </p:nvSpPr>
        <p:spPr>
          <a:xfrm>
            <a:off x="332825" y="4213745"/>
            <a:ext cx="8728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0"/>
              <a:t>* </a:t>
            </a:r>
            <a:r>
              <a:rPr lang="en-US" sz="1000"/>
              <a:t>Common disease limited to top leading causes of death (</a:t>
            </a:r>
            <a:r>
              <a:rPr lang="en-US" sz="1100" u="sng">
                <a:solidFill>
                  <a:schemeClr val="hlink"/>
                </a:solidFill>
                <a:hlinkClick r:id="rId3"/>
              </a:rPr>
              <a:t>https://www.cdc.gov/nchs/fastats/leading-causes-of-death.htm</a:t>
            </a:r>
            <a:r>
              <a:rPr lang="en-US" sz="1000"/>
              <a:t>)</a:t>
            </a:r>
            <a:endParaRPr sz="1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ll of Us Deck Template 02.18">
  <a:themeElements>
    <a:clrScheme name="All of Us 082516">
      <a:dk1>
        <a:srgbClr val="262261"/>
      </a:dk1>
      <a:lt1>
        <a:srgbClr val="FFFFFF"/>
      </a:lt1>
      <a:dk2>
        <a:srgbClr val="3E8EDE"/>
      </a:dk2>
      <a:lt2>
        <a:srgbClr val="F1F2F2"/>
      </a:lt2>
      <a:accent1>
        <a:srgbClr val="262261"/>
      </a:accent1>
      <a:accent2>
        <a:srgbClr val="3E8EDE"/>
      </a:accent2>
      <a:accent3>
        <a:srgbClr val="BFBFBF"/>
      </a:accent3>
      <a:accent4>
        <a:srgbClr val="ED2024"/>
      </a:accent4>
      <a:accent5>
        <a:srgbClr val="919191"/>
      </a:accent5>
      <a:accent6>
        <a:srgbClr val="441114"/>
      </a:accent6>
      <a:hlink>
        <a:srgbClr val="262261"/>
      </a:hlink>
      <a:folHlink>
        <a:srgbClr val="4411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All of Us Deck Template 02.18">
  <a:themeElements>
    <a:clrScheme name="All of Us 082516">
      <a:dk1>
        <a:srgbClr val="262261"/>
      </a:dk1>
      <a:lt1>
        <a:srgbClr val="FFFFFF"/>
      </a:lt1>
      <a:dk2>
        <a:srgbClr val="3E8EDE"/>
      </a:dk2>
      <a:lt2>
        <a:srgbClr val="F1F2F2"/>
      </a:lt2>
      <a:accent1>
        <a:srgbClr val="262261"/>
      </a:accent1>
      <a:accent2>
        <a:srgbClr val="3E8EDE"/>
      </a:accent2>
      <a:accent3>
        <a:srgbClr val="BFBFBF"/>
      </a:accent3>
      <a:accent4>
        <a:srgbClr val="ED2024"/>
      </a:accent4>
      <a:accent5>
        <a:srgbClr val="919191"/>
      </a:accent5>
      <a:accent6>
        <a:srgbClr val="441114"/>
      </a:accent6>
      <a:hlink>
        <a:srgbClr val="262261"/>
      </a:hlink>
      <a:folHlink>
        <a:srgbClr val="4411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All of Us Deck Template 073117">
  <a:themeElements>
    <a:clrScheme name="All of Us 082516">
      <a:dk1>
        <a:srgbClr val="262261"/>
      </a:dk1>
      <a:lt1>
        <a:srgbClr val="FFFFFF"/>
      </a:lt1>
      <a:dk2>
        <a:srgbClr val="3E8EDE"/>
      </a:dk2>
      <a:lt2>
        <a:srgbClr val="F1F2F2"/>
      </a:lt2>
      <a:accent1>
        <a:srgbClr val="262261"/>
      </a:accent1>
      <a:accent2>
        <a:srgbClr val="3E8EDE"/>
      </a:accent2>
      <a:accent3>
        <a:srgbClr val="BFBFBF"/>
      </a:accent3>
      <a:accent4>
        <a:srgbClr val="ED2024"/>
      </a:accent4>
      <a:accent5>
        <a:srgbClr val="919191"/>
      </a:accent5>
      <a:accent6>
        <a:srgbClr val="441114"/>
      </a:accent6>
      <a:hlink>
        <a:srgbClr val="262261"/>
      </a:hlink>
      <a:folHlink>
        <a:srgbClr val="4411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