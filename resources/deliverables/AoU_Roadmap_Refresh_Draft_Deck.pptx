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262 pubs / 2,388 projects, 18.4%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13.9% share is anomalous and driven by 1–2 prolific groups per Phase 1 README; trend is declining (−4.4).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54%, FA7 50%) but three structural problems exist —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—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26.3× peer median, SDOH 5.1×, PGx 4.6×, methods 3.0×.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6.9×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293,979 bioRxiv+medRxiv preprints and 422,565 NIH RePORTER grants (2021-2026). Computed term-acceleration (recent vs prior doc-share), induced ~24 emerging topics via LLM clustering (not the locked 19-theme taxonomy), gap-checked each vs AoU (1,428)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—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33 AI pubs; NLM-G1 explicit alignment. EXTERNAL EVIDENCE (slide 12 horizon scan): the two fastest-rising, AoU-feasible white-space gaps in the entire biomedical literature — genomic foundation models and LLMs/agentic AI —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−12.3);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 (slide 12): the external scan ranks LLMs/agentic AI as the #2 actionable white-space gap (published LLM-in-medicine work up 47× 2021→2025; AoU at 0.2%) and genomic foundation models #1 — strengthening Rec 1 (co-scientist) and Rec 3 (FM evaluation). It also bounds scope: single-cell/spatial/protein-structure foundation models are real but outside AoU's data model —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— AoU has workspace sharing only; Dockstore (Terra/AnVIL), BDC public apps, Cavatica publish-your-own, N3C branching/GitHub export all exceed it; corroborated by Part 2 workspace data (85.8% solo, 3.7% multi-institution, ~20% duplicate-title clones). (2) governed LLM — RW 2.0 ships Claude Code + Gemini CLI but BYO-key, so not usable on participant data; LLM/RAG/agentic ~0% in workspaces. (3) portability — no CWL/WDL/DRS analysis packaging.</a:t>
            </a:r>
          </a:p>
          <a:p>
            <a:r>
              <a:rPr sz="1000">
                <a:latin typeface="Helvetica"/>
              </a:rPr>
              <a:t>KEY BAA POINT: the constraint on an in-environment LLM is NOT a missing BAA —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6.9×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6.9×'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—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— frame-defining; gives the fastest-rising work a home.
(2) Rename FA8 + a proteomics-release roadmap — pair the structural signal with the data investment.
(3) A single shared bias-in-translation standard — coordinated across the Translational, Imaging, and AI need areas rather than three semi-aligned ones.
(4) Sequencing: the structural framework is the foundation the other need areas align to.
(5) Researcher Workbench build priorities —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—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June 2,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We took a five-step, evidence-driven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Every recommendation here can be traced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 AoU corpus — 1,428 substantive publications + 12,899 substantive workspace projects, theme-tagged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themes onto 29 NIH strategic plans (NIH-Wide + 21 ICs + cross-cutting). Extracted 166 priority statements; built a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against 4 peer biobanks (UK Biobank, FinnGen, MVP, China Kadoorie) using a same-tagger keyword approach — calibrates AoU's distinctive contributions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structural framework gaps and demand-supply mismatches — plus an open-discovery horizon scan of 294k preprints + 423k NIH grants to surface emerging white-space AoU hasn't yet claimed (slide 12).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candidate recommendations against the 8-criterion Sci Com rubric (the format Smoller established in November 2024) and rank the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1,428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12,899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28.4%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24.9%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13.9%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4.9%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33 pubs, 30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75 pubs (5.4% share) —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12.2% post-2023 vs AoU 1.8%.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—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—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33 pubs (HA4); 30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20 pubs (HA8); 19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75 pubs (HA2); 67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11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24 pubs (HA1); 23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12.2% post-2023 / AoU 1.8%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11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13 pubs (HA5); 8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32.9% SDOH share; 5.1×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(11,868 pubs), FinnGen (3,152), MVP (438), and CKB (558) —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267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294k preprints + 423k NIH grants (2021-26): trends accelerating fastest that are near-absent in AoU —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—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—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—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—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—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(75 pubs), AI/foundation models (33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12.2% post-2023 / AoU 1.8%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−9.6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—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26.3× + SDOH 5.1×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8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33 AI pubs (30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86% of AoU workspaces are solo, ~20% are tutorial clones.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—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—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—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26.3× + SDOH 5.1× + PGx 4.6× + methods 3.0×.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13.9% of the corpus and 6.9× the peer median — but driven by 1–2 prolific groups, not a strategic priority. Trend score −4.4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— now full PubMed censuses (UKB 11,868; FinnGen 3,152; MVP 438; CKB 558). Internally consistent across peers but absolute counts under- and over-count differently. USE THE STATIC SHARE INDEX, not trend differentials, for action-relevant comparisons. MVP corpus is small (438);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~8.1×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—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 (slide 17).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2026-06-02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