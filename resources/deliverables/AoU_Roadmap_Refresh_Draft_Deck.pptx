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307 pubs / 2,388 projects, 18.6%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12.8% share is anomalous and driven by 1–2 prolific groups per Phase 1 README; trend is declining (−5.5).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55%, FA7 49%) but three structural problems exist —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—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24.0× peer median, SDOH 5.4×, PGx 4.3×, methods 2.8×.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6.4×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322,138 bioRxiv+medRxiv preprints and 460,285 NIH RePORTER grants (2021-2026). Computed term-acceleration (recent vs prior doc-share), induced ~24 emerging topics via LLM clustering (not the locked 19-theme taxonomy), gap-checked each vs AoU (1,653)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—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aou-roadmap-refresh/ancillary_studies.md. Goals verified against the official NIH page (nih.gov/allofus/funding/partnered-research-studies, reviewed 2026-07-16); EtM goal quoted verbatim ("add objective behavioral health data"). Workspace counts from the 2026-10-14 production pull (32,922 workspaces) vs the old 2025-10-24 snapshot (21,242); "new" = present now but absent then. Publication/preprint absence verified live via Europe PMC incl. SRC:PPR preprints — the 3 nominal "All of Us"+"Exploring the Mind" hits are coincidental phrase matches, not EtM-data papers.</a:t>
            </a:r>
          </a:p>
          <a:p>
            <a:r>
              <a:rPr sz="1000">
                <a:latin typeface="Helvetica"/>
              </a:rPr>
              <a:t>WHY A DEDICATED SLIDE: the user asked that ancillary-study goals be represented across deliverables even where data is not yet released. These studies are the program's leading edge; the publication corpus lags released data by 1-2 years, so scoring opportunity on literature alone undervalues them. WEAR/Fitbit is treated as a core modality (Wearables &amp; digital health theme), not a partnered study, per the NIH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37 AI pubs; NLM-G1 explicit alignment. EXTERNAL EVIDENCE (slide 12 horizon scan): the two fastest-rising, AoU-feasible white-space gaps in the entire biomedical literature — genomic foundation models and LLMs/agentic AI —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−12.4);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 (slide 12): the external scan ranks LLMs/agentic AI as the #2 actionable white-space gap (published LLM-in-medicine work up 47× 2021→2025; AoU at 0.2%) and genomic foundation models #1 — strengthening Rec 1 (co-scientist) and Rec 3 (FM evaluation). It also bounds scope: single-cell/spatial/protein-structure foundation models are real but outside AoU's data model —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— AoU has workspace sharing only; Dockstore (Terra/AnVIL), BDC public apps, Cavatica publish-your-own, N3C branching/GitHub export all exceed it; corroborated by Part 2 workspace data (87.7% solo, 3.2% multi-institution, ~18% duplicate-title clones) on the refreshed 32,922-workspace census. (2) governed LLM — RW 2.0 ships Claude Code + Gemini CLI but BYO-key, so not usable on participant data; LLM/RAG/agentic ~0% in workspaces. (3) portability — no CWL/WDL/DRS analysis packaging.</a:t>
            </a:r>
          </a:p>
          <a:p>
            <a:r>
              <a:rPr sz="1000">
                <a:latin typeface="Helvetica"/>
              </a:rPr>
              <a:t>CONVERGENCE: an unreleased 2026 ACT-IAC/AoU draft white paper ("Advancing AI/ML for the NIH All of Us Research Program") reaches the SAME conclusions from stakeholder interviews — its Focus Area 2 recommends (a) reusable research assets (phenotype/feature libraries, validated notebooks, workflow templates), (b) a governed in-environment AI research assistant with MCP metadata services ("bring the model to the data; assistant gets no broader access than the researcher"), (c) portable workflows + graduated partner-tool certification, and (d) a hybrid/federated compute model (STRIDES/NAIRR). Independent qualitative corroboration of our quantitative gap analysis.</a:t>
            </a:r>
          </a:p>
          <a:p>
            <a:r>
              <a:rPr sz="1000">
                <a:latin typeface="Helvetica"/>
              </a:rPr>
              <a:t>KEY BAA POINT: the constraint on an in-environment LLM is NOT a missing BAA —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6.4×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6.4×'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—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— frame-defining; gives the fastest-rising work a home.
(2) Rename FA8 + a proteomics-release roadmap — pair the structural signal with the data investment.
(3) A single shared bias-in-translation standard — coordinated across the Translational, Imaging, and AI need areas rather than three semi-aligned ones.
(4) Sequencing: the structural framework is the foundation the other need areas align to.
(5) Researcher Workbench build priorities —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—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October 14,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We took a five-step, evidence-driven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Every recommendation here can be traced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 AoU corpus — 1,653 substantive publications + 20,165 substantive workspace projects (from a live 32,922-workspace production pull, 2026-10-14), theme-tagged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themes onto 29 NIH strategic plans (NIH-Wide + 21 ICs + cross-cutting). Extracted 166 priority statements; built a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against 4 peer biobanks (UK Biobank, FinnGen, MVP, China Kadoorie) using a same-tagger keyword approach — calibrates AoU's distinctive contributions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structural framework gaps and demand-supply mismatches — plus an open-discovery horizon scan of 294k preprints + 423k NIH grants to surface emerging white-space AoU hasn't yet claimed (slide 12).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candidate recommendations against the 8-criterion Sci Com rubric (the format Smoller established in November 2024) and rank the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1,653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20,165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29.0%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25.8%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19.4%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7.3%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37 pubs, 34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86 pubs (5.3% share) —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13.5% post-2023 vs AoU 2.1%.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—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—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37 pubs (HA4); 34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30 pubs (HA8); 29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86 pubs (HA2); 78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12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33 pubs (HA1); 32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13.5% post-2023 / AoU 2.1%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(HA5); 10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32.6% SDOH share; 5.4×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(12,986 pubs), FinnGen (3,376), MVP (501), and CKB (588) —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072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322k preprints + 460k NIH grants (2021-26): trends accelerating fastest that are near-absent in AoU —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—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—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—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—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—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Ancillary studies: new modalities the publication record can't yet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Partnered studies add data on top of the core protocol; several post-date the 2020 roadmap and are only now releasing data. We score them on stated goals + live workspace intent — a leading indicator.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112014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/>
                <a:gridCol w="5824728"/>
                <a:gridCol w="1568196"/>
                <a:gridCol w="1120140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Partnered study (sponsor)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Stated goal / new modality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Workspaces (new-pull)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pubs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Exploring the Mind  (NIMH)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Goal: add objective behavioral-health data — tasks measuring attention, decision-making, response time/accuracy, emotion recognition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32  (27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 pubs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Eyes on Health  (NEI + NIBIB)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Oculomics: retinal images from 5,000 participants; the eye as a window to CVD, diabetes &amp; neurological disease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166  (95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Nutrition for Precision Health  (Common Fund)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Enroll 8,000 participants; build algorithms predicting individual responses to food &amp; dietary patterns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  (81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Health &amp; Exposomics  (NIEHS)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Assay 5,500+ stored samples for environmental exposures × genomic/behavioral factors (T2D deep-dive)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399  (196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growing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4617720"/>
            <a:ext cx="11201400" cy="11430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3A6B"/>
                </a:solidFill>
                <a:latin typeface="Helvetica"/>
              </a:rPr>
              <a:t>Workspaces lead publications by a year or more — the clearest case for a LIVE pull: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92624"/>
            <a:ext cx="10881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Exploring the Mind has ZERO publications or preprints anywhere (verified live against Europe PMC, which indexes preprints) — yet 32 workspaces already reference it, and 27 were invisible in the pre-refresh (2025-10-24) workspace snapshot. Cognition/mental-health work is now 13% of all 32,922 workspaces. A roadmap scored only on existing literature would systematically undervalue every ancillary study.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Recommendation: give each ongoing ancillary study an explicit home in the relevant focus area, scored on goal + workspace signal and flagged “data emerging”; add a standing AoU-linked preprint stream so the next wave surfaces earlier.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(86 pubs), AI/foundation models (37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13.5% post-2023 / AoU 2.1%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−9.8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—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24.0× + SDOH 5.4×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9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37 AI pubs (34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88% of AoU workspaces are solo, ~18% are tutorial clones. An unreleased 2026 ACT-IAC/AoU AI/ML white paper independently recommends exactly this (reusable-asset registry, graduated Bronze/Silver/Gold certification).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—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—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—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24.0× + SDOH 5.4× + PGx 4.3× + methods 2.8×.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12.8% of the corpus and 6.4× the peer median — but driven by 1–2 prolific groups, not a strategic priority. Trend score −5.5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— now full PubMed censuses (UKB 12,986; FinnGen 3,376; MVP 501; CKB 588). Internally consistent across peers but absolute counts under- and over-count differently. USE THE STATIC SHARE INDEX, not trend differentials, for action-relevant comparisons. MVP corpus is small (501);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~9.5×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—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 (slide 17).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