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WG leads who will fit their recommendations into whatever framework this WG endorses.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262 pubs / 2,388 projects, 18.4%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13.9% share is anomalous and driven by 1–2 prolific groups per Phase 1 README; trend is declining (−4.4).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54%, FA7 50%) but three structural problems exist — (a) theme 3 methods/AI orphan, (b) wearables orphan despite being a slide-7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in the entire WG package — it's the one change ONLY this WG can make, and three downstream WGs (Imaging, AI, Communications) depend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26.3×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6.9×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293,979 bioRxiv+medRxiv preprints and 422,565 NIH RePORTER grants (2021-2026). Computed term-acceleration (recent vs prior doc-share), induced ~24 emerging topics via LLM clustering (not the locked 19-theme taxonomy), gap-checked each vs AoU (1,428)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33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−12.3);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translational-WG deliverable.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6.9×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6.9×'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four explicit asks the Sci Com should take action on:</a:t>
            </a:r>
          </a:p>
          <a:p>
            <a:r>
              <a:rPr sz="1000">
                <a:latin typeface="Helvetica"/>
              </a:rPr>
              <a:t>(1) ENDORSE the 9th focus area — frame-defining; can only be done by this WG.
(2) ENDORSE the FA8 rename + commission the proteomics roadmap — pair the structural signal with the data investment.
(3) COMMISSION the cross-WG bias framework hierarchy — WG-2 (Sanchez &amp; Cohn) convenes WG-3 + WG-4.
(4) ALLOCATE time at the next Sci Com for the structural-framework vote — sequence WG-1 decisions BEFORE the other four WGs' Top-3 are finalized.</a:t>
            </a:r>
          </a:p>
          <a:p>
            <a:r>
              <a:rPr sz="1000">
                <a:latin typeface="Helvetica"/>
              </a:rPr>
              <a:t>Smaller asks tucked in: surface Aging/ADRD as a Tier-2 priority for WG-5 patient-facing story.</a:t>
            </a:r>
          </a:p>
          <a:p>
            <a:r>
              <a:rPr sz="1000">
                <a:latin typeface="Helvetica"/>
              </a:rPr>
              <a:t>If Sci Com only takes one action: endorse the 9th focus area. It's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framework. ONLY this WG can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1,428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1,428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28.4%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24.9%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13.9%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only WG-1 can address.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33 pubs, 30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75 pubs (5.4% share) — slide-7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slide-7 2023+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12.2% post-2023 vs AoU 1.8%. 2026 omics releases need a NAMED home.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WG-1 recommendation (Rec 1): add a 9th focus area — "Data, AI &amp; Methods"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Absorbs theme 3 (the 18% orphan), wearables, AI/foundation models, and imaging-as-data once it flows. Without it, WG-3 (Imaging) and WG-4 (AI) recommendations have no coherent home in the Roadmap.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33 pubs (HA4); 30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20 pubs (HA8); 19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75 pubs (HA2); 67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11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slide-7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12.2% post-2023 / AoU 1.8%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13 pubs (HA5); 8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32.9%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(11,868 pubs), FinnGen (3,152), MVP (438), and CKB (558)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267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294k preprints + 423k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WG-1 Top-3: the framework changes only this WG can make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Rubric scores in parentheses. Each row includes the concrete decision we ask the Sci Com to make.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"/>
                <a:gridCol w="3360420"/>
                <a:gridCol w="4368546"/>
                <a:gridCol w="1008126"/>
                <a:gridCol w="2016252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Action requested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Absorbs theme 3 (18% orphan), wearables (HA2 75 pubs), AI/foundation models (HA4 33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the framework addition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commit to proteomics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12.2% post-2023 / AoU 1.8%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ENDORSE rename + AUTHORIZE 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FA reframes: FA4 toward ROR implementation; FA2 → "Maternal Health"; FA6 environmental-exposure linkage commitment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−9.6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B35900"/>
                          </a:solidFill>
                          <a:latin typeface="Georgia"/>
                        </a:rPr>
                        <a:t>DISCUSS + vote on the three sub-items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 and not more?  The Sci Com rubric format limits us to three. Each here is structural; each is uniquely WG-1.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26.3×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33 AI pubs (30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26.3×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the Sci Com should know before acting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13.9% of the corpus and 6.9× the peer median — but driven by 1–2 prolific groups, not a strategic priority. Trend score −4.4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11,868; FinnGen 3,152; MVP 438; CKB 558). Internally consistent across peers but absolute counts under- and over-count differently. USE THE STATIC SHARE INDEX, not trend differentials, for action-relevant comparisons. MVP corpus is small (438);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~8.1×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What we ask the Science Committee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Four concrete decisions today; one calendar commitment for the cross-WG hierarchy.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32588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addition of 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8308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Frame-defining for WG-3 (Imaging) and WG-4 (AI). Without it, downstream WG work is permanently orphaned.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1920240" cy="96012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ENDORSE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42316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FA8 rename to "Genetics, Multi-omics &amp; Biology" + commission the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Signals to the field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7472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2044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the cross-WG bias-in-translation framework hierarchy (WG-2 normative → WG-3 imaging → WG-4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97764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Single AoU bias-reporting standard rather than three semi-aligned frameworks. WG-2 (Sanchez &amp; Cohn) convenes.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92024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00600"/>
            <a:ext cx="1920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Helvetica"/>
              </a:rPr>
              <a:t>ALLOCATE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17720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time at the next Science Committee for the structural-framework vote (FA9 + FA8 rename + FA reframes)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5074920"/>
            <a:ext cx="90982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These three structural decisions are the WG-1 deliverable; they should be settled before the other four WGs' Top-3 are finalized.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