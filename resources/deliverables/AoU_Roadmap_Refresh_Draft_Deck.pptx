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WG leads who will fit their recommendations into whatever framework this WG endorses.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262 pubs / 2,388 projects, 18.4%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13.9% share is anomalous and driven by 1–2 prolific groups per Phase 1 README; trend is declining (−4.4).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54%, FA7 50%) but three structural problems exist — (a) theme 3 methods/AI orphan, (b) wearables orphan despite being a slide-7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in the entire WG package — it's the one change ONLY this WG can make, and three downstream WGs (Imaging, AI, Communications) depend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26.3× peer median, SDOH 5.1×, PGx 4.6×, methods 3.0×.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6.9×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293,979 bioRxiv+medRxiv preprints and 422,565 NIH RePORTER grants (2021-2026). Computed term-acceleration (recent vs prior doc-share), induced ~24 emerging topics via LLM clustering (not the locked 19-theme taxonomy), gap-checked each vs AoU (1,428)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—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33 AI pubs; NLM-G1 explicit alignment. EXTERNAL EVIDENCE (slide 12 horizon scan): the two fastest-rising, AoU-feasible white-space gaps in the entire biomedical literature — genomic foundation models and LLMs/agentic AI —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−12.3);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translational-WG deliverable.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 (slide 12): the external scan ranks LLMs/agentic AI as the #2 actionable white-space gap (published LLM-in-medicine work up 47× 2021→2025; AoU at 0.2%) and genomic foundation models #1 — strengthening Rec 1 (co-scientist) and Rec 3 (FM evaluation). It also bounds scope: single-cell/spatial/protein-structure foundation models are real but outside AoU's data model —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— AoU has workspace sharing only; Dockstore (Terra/AnVIL), BDC public apps, Cavatica publish-your-own, N3C branching/GitHub export all exceed it; corroborated by Part 2 workspace data (85.8% solo, 3.7% multi-institution, ~20% duplicate-title clones). (2) governed LLM — RW 2.0 ships Claude Code + Gemini CLI but BYO-key, so not usable on participant data; LLM/RAG/agentic ~0% in workspaces. (3) portability — no CWL/WDL/DRS analysis packaging.</a:t>
            </a:r>
          </a:p>
          <a:p>
            <a:r>
              <a:rPr sz="1000">
                <a:latin typeface="Helvetica"/>
              </a:rPr>
              <a:t>KEY BAA POINT: the constraint on an in-environment LLM is NOT a missing BAA —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6.9×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6.9×'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The four explicit asks the Sci Com should take action on:</a:t>
            </a:r>
          </a:p>
          <a:p>
            <a:r>
              <a:rPr sz="1000">
                <a:latin typeface="Helvetica"/>
              </a:rPr>
              <a:t>(1) ENDORSE the 9th focus area — frame-defining; can only be done by this WG.
(2) ENDORSE the FA8 rename + commission the proteomics roadmap — pair the structural signal with the data investment.
(3) COMMISSION the cross-WG bias framework hierarchy — WG-2 (Sanchez &amp; Cohn) convenes WG-3 + WG-4.
(4) ALLOCATE time at the next Sci Com for the structural-framework vote — sequence WG-1 decisions BEFORE the other four WGs' Top-3 are finalized.</a:t>
            </a:r>
          </a:p>
          <a:p>
            <a:r>
              <a:rPr sz="1000">
                <a:latin typeface="Helvetica"/>
              </a:rPr>
              <a:t>Smaller asks tucked in: surface Aging/ADRD as a Tier-2 priority for WG-5 patient-facing story.</a:t>
            </a:r>
          </a:p>
          <a:p>
            <a:r>
              <a:rPr sz="1000">
                <a:latin typeface="Helvetica"/>
              </a:rPr>
              <a:t>If Sci Com only takes one action: endorse the 9th focus area. It's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June 2,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framework. ONLY this WG can change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1,428 substantive publications + 12,899 substantive workspace projects,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 and demand-supply mismatches — plus an open-discovery horizon scan of 294k preprints + 423k NIH grants to surface emerging white-space AoU hasn't yet claimed (slide 12).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1,428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12,899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28.4%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24.9%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13.9%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4.9%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only WG-1 can address.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33 pubs, 30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75 pubs (5.4% share) — slide-7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slide-7 2023+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12.2% post-2023 vs AoU 1.8%. 2026 omics releases need a NAMED home.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WG-1 recommendation (Rec 1): add a 9th focus area — "Data, AI &amp; Methods"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Absorbs theme 3 (the 18% orphan), wearables, AI/foundation models, and imaging-as-data once it flows. Without it, WG-3 (Imaging) and WG-4 (AI) recommendations have no coherent home in the Roadmap.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slide-7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33 pubs (HA4); 30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20 pubs (HA8); 19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75 pubs (HA2); 67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11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slide-7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24 pubs (HA1); 23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12.2% post-2023 / AoU 1.8%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11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13 pubs (HA5); 8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32.9% SDOH share; 5.1×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(11,868 pubs), FinnGen (3,152), MVP (438), and CKB (558)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267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294k preprints + 423k NIH grants (2021-26): trends accelerating fastest that are near-absent in AoU —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—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—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—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—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—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WG-1 Top-3: the framework changes only this WG can make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Rubric scores in parentheses. Each row includes the concrete decision we ask the Sci Com to make.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"/>
                <a:gridCol w="3360420"/>
                <a:gridCol w="4368546"/>
                <a:gridCol w="1008126"/>
                <a:gridCol w="2016252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Action requested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Absorbs theme 3 (18% orphan), wearables (HA2 75 pubs), AI/foundation models (HA4 33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ENDORSE the framework addition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commit to proteomics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12.2% post-2023 / AoU 1.8%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ENDORSE rename + AUTHORIZE 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FA reframes: FA4 toward ROR implementation; FA2 → "Maternal Health"; FA6 environmental-exposure linkage commitment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−9.6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DISCUSS + vote on the three sub-items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 and not more?  The Sci Com rubric format limits us to three. Each here is structural; each is uniquely WG-1.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26.3× + SDOH 5.1×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8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33 AI pubs (30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86% of AoU workspaces are solo, ~20% are tutorial clones.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—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—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—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26.3× + SDOH 5.1× + PGx 4.6× + methods 3.0×.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the Sci Com should know before acting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13.9% of the corpus and 6.9× the peer median — but driven by 1–2 prolific groups, not a strategic priority. Trend score −4.4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11,868; FinnGen 3,152; MVP 438; CKB 558). Internally consistent across peers but absolute counts under- and over-count differently. USE THE STATIC SHARE INDEX, not trend differentials, for action-relevant comparisons. MVP corpus is small (438);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~8.1×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What we ask the Science Committee to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Five concrete decisions today; one calendar commitment for the cross-WG hierarchy.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ENDORSE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the addition of 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WG-3 (Imaging) and WG-4 (AI). Without it, downstream WG work is permanently orphaned.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ENDORSE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the FA8 rename to "Genetics, Multi-omics &amp; Biology" + commission the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to the field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COMMISSION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the cross-WG bias-in-translation framework hierarchy (WG-2 normative → WG-3 imaging → WG-4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 AoU bias-reporting standard rather than three semi-aligned frameworks. WG-2 (Sanchez &amp; Cohn) convenes.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ALLOCATE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time at the next Science Committee for the structural-framework vote (FA9 + FA8 rename + FA reframes)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These three structural decisions are the WG-1 deliverable; they should be settled before the other four WGs' Top-3 are finalized.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COMMISSION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the Researcher Workbench build priorities: a governed in-VPC AI co-scientist, a reusable-apps/workflow registry, and multimodal-integration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 (slide 17). The in-VPC LLM is legal under the existing Google Cloud BAA. Operationalizes FA9 + the AI co-scientist.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