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need-area groups whose recommendations align with the refreshed framework.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-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 - Phase 1: corpus acquisition + theme tagging - Phase 2: validation + audit - Phase 3a: 19→8 crosswalk - Phase 3b: temporal trends pre/post-2023 - Phase 3c: IC alignment + gap analysis 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-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- 307 pubs / 2,388 projects, 18.6% pub share / 18.5% project share -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12.8% share is anomalous and driven by 1–2 prolific groups per Phase 1 README; trend is declining (−5.5).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-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55%, FA7 49%) but three structural problems exist - (a) theme 3 methods/AI orphan, (b) wearables with no home despite being a 2023 Roadmap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- the structural change the Imaging, AI, and Communications need areas all build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The 'prior vs future' view in one place. The eight 2020 focus areas still describe most of the science, so most are kept. Four are reframes (Maternal &amp; Child Health -&gt; Maternal Health; Return of Results -&gt; implementation; Environment -&gt; explicit exposure-linkage; Genetics &amp; Biology -&gt; Genetics, Multi-omics &amp; Biology). The single structural change is the 9th focus area, 'Data, AI &amp; Methods', which gives the ~18% orphan and the AI/foundation-model surge a coherent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+0.2 - flat in relative terms. Wearables have already matured to a permanent place in the work but the framework hasn't caught up. This is a 'recognition gap, not growth gap' -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-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- important to surface for Sci Com so the conversation doesn't conflate them: - Environment: engineering work (external data + geocoding). LOW cost, HIGH yield. - Imaging: governance + release decision. HIGH cost. WG-3 owns. - Multi-omics: mechanical closure via 2026 releases. Framework signal (FA8 rename) is the WG-1 lever. 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24.0× peer median, SDOH 5.4×, PGx 4.3×, methods 2.8×. These are AoU's DEFENSIBLE IDENTITY -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6.4×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322,138 bioRxiv+medRxiv preprints and 460,285 NIH RePORTER grants (2021-2026). Computed term-acceleration (recent vs prior doc-share), induced ~24 emerging topics via LLM clustering (not the locked 19-theme taxonomy), gap-checked each vs AoU (1,653)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-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aou-roadmap-refresh/ancillary_studies.md. Goals verified against the official NIH page (nih.gov/allofus/funding/partnered-research-studies, reviewed 2026-07-16); EtM goal quoted verbatim ("add objective behavioral health data"). Workspace counts from the 2026-10-14 production pull (32,922 workspaces) vs the old 2025-10-24 snapshot (21,242); "new" = present now but absent then. Publication/preprint absence verified live via Europe PMC incl. SRC:PPR preprints - the 3 nominal "All of Us"+"Exploring the Mind" hits are coincidental phrase matches, not EtM-data papers.</a:t>
            </a:r>
          </a:p>
          <a:p>
            <a:r>
              <a:rPr sz="1000">
                <a:latin typeface="Helvetica"/>
              </a:rPr>
              <a:t>WHY A DEDICATED SLIDE: the user asked that ancillary-study goals be represented across deliverables even where data is not yet released. These studies are the program's leading edge; the publication corpus lags released data by 1-2 years, so scoring opportunity on literature alone undervalues them. WEAR/Fitbit is treated as a core modality (Wearables &amp; digital health theme), not a partnered study, per the NIH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37 AI pubs; NLM-G1 explicit alignment. EXTERNAL EVIDENCE (slide 12 horizon scan): the two fastest-rising, AoU-feasible white-space gaps in the entire biomedical literature - genomic foundation models and LLMs/agentic AI -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-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−12.4); FA2 → 'Maternal Health' (judgment about naming accuracy; politically sensitive -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 need-area set.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(3.75 -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(3.88 -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BACKING: the external scan ranks LLMs/agentic AI as the #2 actionable white-space gap (published LLM-in-medicine work up 47× 2021→2025; AoU at 0.2%) and genomic foundation models #1 - strengthening Rec 1 (co-scientist) and Rec 3 (FM evaluation). It also bounds scope: single-cell/spatial/protein-structure foundation models are real but outside AoU's data model -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- AoU has workspace sharing only; Dockstore (Terra/AnVIL), BDC public apps, Cavatica publish-your-own, N3C branching/GitHub export all exceed it; corroborated by Part 2 workspace data (87.7% solo, 3.2% multi-institution, ~18% duplicate-title clones) on the refreshed 32,922-workspace census. (2) governed LLM - RW 2.0 ships Claude Code + Gemini CLI but BYO-key, so not usable on participant data; LLM/RAG/agentic ~0% in workspaces. (3) portability - no CWL/WDL/DRS analysis packaging.</a:t>
            </a:r>
          </a:p>
          <a:p>
            <a:r>
              <a:rPr sz="1000">
                <a:latin typeface="Helvetica"/>
              </a:rPr>
              <a:t>CONVERGENCE: an unreleased 2026 ACT-IAC/AoU draft white paper ("Advancing AI/ML for the NIH All of Us Research Program") reaches the SAME conclusions from stakeholder interviews - its Focus Area 2 recommends (a) reusable research assets (phenotype/feature libraries, validated notebooks, workflow templates), (b) a governed in-environment AI research assistant with MCP metadata services ("bring the model to the data; assistant gets no broader access than the researcher"), (c) portable workflows + graduated partner-tool certification, and (d) a hybrid/federated compute model (STRIDES/NAIRR). Independent qualitative corroboration of our quantitative gap analysis.</a:t>
            </a:r>
          </a:p>
          <a:p>
            <a:r>
              <a:rPr sz="1000">
                <a:latin typeface="Helvetica"/>
              </a:rPr>
              <a:t>COMMITTEE-ENDORSED (Roadmap Refresh WG, 2026-10-14): a proposed "super user group" (Ginsburg) to guide data strategy and build shared reusable resources - including an INTERNAL All of Us foundation model hosted securely in the cloud with NO data egress. This unifies the two top recommendations (genomic foundation models + governed in-environment AI) into one program-owned build.</a:t>
            </a:r>
          </a:p>
          <a:p>
            <a:r>
              <a:rPr sz="1000">
                <a:latin typeface="Helvetica"/>
              </a:rPr>
              <a:t>KEY BAA POINT: the constraint on an in-environment LLM is NOT a missing BAA -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- peer-index numbers are precise from the corpus analysis. Distinctive ≠ growing; the headline rests on these four genuine over-indexes. Dermatology 6.4×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- if Sci Com or external audiences see 'dermatology peer-index 6.4×'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-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aou-roadmap-refresh/committee_2026_alignment.md (public-safe items only; internal specifics kept out). These directions came from the 2026 Science Committee meeting series (Jan Priorities Roadmap; Feb Women's Health Driver Project; Apr Generalizability; May Multi-omics; the Roadmap Refresh WG). Verified citations: generalizability = Am J Epidemiology 2026 (DOI 10.1093/aje/kwag010) + waou on CRAN; women's health = J Women's Health 2026 (DOI 10.1177/15409996261434111). The multi-omics 10k preprint could not be verified, so it is described as program activity, uncited.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Summary of the priority recommendations (not decisions assigned to any group - the working groups are recognized need areas whose topics overlap and coordinate):</a:t>
            </a:r>
          </a:p>
          <a:p>
            <a:r>
              <a:rPr sz="1000">
                <a:latin typeface="Helvetica"/>
              </a:rPr>
              <a:t>(1) A 9th focus area, Data, AI &amp; Methods - frame-defining; gives the fastest-rising work a home.
(2) Rename FA8 + a proteomics-release roadmap - pair the structural signal with the data investment.
(3) A single shared bias-in-translation standard - coordinated across the Translational, Imaging, and AI need areas rather than three semi-aligned ones.
(4) Sequencing: the structural framework is the foundation the other need areas align to.
(5) Researcher Workbench build priorities - governed in-VPC AI assistant, reusable-tools registry, multimodal templates.</a:t>
            </a:r>
          </a:p>
          <a:p>
            <a:r>
              <a:rPr sz="1000">
                <a:latin typeface="Helvetica"/>
              </a:rPr>
              <a:t>If one recommendation rises above the rest: the 9th focus area - it is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Selected anchors across the six sections. The complete verified reference list (72 references, 69 with resolvable DOIs, plus the frontier-methods additions) lives in the manuscript outline document's References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1 -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October 14,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-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-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-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-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-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- structural review of the framework, the foundation the other 2026 need areas build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Methods: a five-step, evidence-driven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Reproducible Python pipeline (public repo). Every recommendation traces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 &amp; 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pulled live from the program APIs - 1,653 substantive publications (reconciled to PubMed/iCite) + 20,165 substantive workspace projects (live 32,922-workspace production pull, 2026-10-14). Keyword-tagged on title+abstract+PMC full text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 to NIH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Themes mapped onto 29 NIH strategic plans (NIH-Wide + 21 ICs); 166 priority statements extracted; IC attribution via NIH RePORTER grant IDs →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 to peers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Full-census PubMed name-search of 4 peer biobanks (UK Biobank, FinnGen, MVP, China Kadoorie), tagged with the SAME tagger - a static theme-share index of AoU's distinctive strengths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Horizon scan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Open-discovery term-acceleration over 322k preprints + 460k NIH grants (2021-26) → LLM topic induction, gap-checked vs AoU + peers, with an AoU data-feasibility overlay.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Benchmark &amp;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Researcher Workbench vs 5 comparator platforms (87/87 citations fetch-verified); candidate recommendations scored on the 8-criterion Sci Com rubric (Smoller, Nov 2024) and ranked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1,653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20,165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29.0%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25.8%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19.4%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-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4.4%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7.3%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-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-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to address in the Roadmap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37 pubs, 34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-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86 pubs (5.3% share) - a 2023 Roadmap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-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2023 Roadmap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13.5% post-2023 vs AoU 2.1%. 2026 omics releases need a NAMED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56048"/>
            <a:ext cx="112014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For reference - the current 8 focus areas:  (1) Prevalent Common &amp; Rare Conditions · (2) Maternal &amp; Child Health · (3) Healthy Aging &amp; Resilience · (4) Return of Results on Individual &amp; Population Health · (5) Lifestyle, Substance &amp; Behavioral Health · (6) Environment · (7) Health Equity · (8) Genetics &amp; 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Recommendation 1: add a 9th focus area - "Data, AI &amp; Methods"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Consolidates theme 3 (the 18% with no home), wearables, AI/foundation models, and imaging-as-data once it flows. Without it, the Imaging and AI need areas have no coherent home in the Roadmap.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focus-area framework: current (2020) and proposed refresh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Keep the eight that work, add a ninth for the orphaned fast-growing work, and reframe four, so the framework matches where the science 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400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6532"/>
                <a:gridCol w="2912364"/>
                <a:gridCol w="4032504"/>
              </a:tblGrid>
              <a:tr h="329184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</a:rPr>
                        <a:t>Current focus area (2020 roadmap)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</a:rPr>
                        <a:t>Proposed in the refresh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</a:rPr>
                        <a:t>Why it needs to change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1. Prevalent Common &amp; Rare Conditions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Core disease anchor; largest share of output.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2. Maternal &amp; Child 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Maternal 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Child-health output is thin; sharpen the scope.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3. Healthy Aging &amp; Resilience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 (watch)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Fits, but aging is one of the five peer gaps.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4. Return of Results (Individual &amp; Population)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Return-of-results implementation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Move from concept to implementation.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5. Lifestyle, Substance &amp; Behavioral Health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Fits.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6. Environment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Environment + exposure linkage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Largest demand-supply gap; Nov 2, 2026 release makes it actionable.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7. Health Equity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 &amp; protect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AoU's distinctive, defining strength.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8. Genetics &amp; Biology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Genetics, Multi-omics &amp; Biology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Name multi-omics; the 2026 omics releases need a home.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9. (none today)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Data, AI &amp; Methods  (NEW)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~18% of output + the AI/foundation-model surge have no home. The key change.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Four of the eight are reframed, not replaced; the one structural addition is the 9th focus area. Detail and rationale in the recommendations.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37 pubs (HA4); 34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30 pubs (HA8); 29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86 pubs (HA2); 78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-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12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aspirational -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33 pubs (HA1); 32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13.5% post-2023 / AoU 2.1% -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-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(HA5); 10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-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-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32.6% SDOH share; 5.4×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-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-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-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- 2026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(12,986 pubs), FinnGen (3,376), MVP (501), and CKB (588) -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072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322k preprints + 460k NIH grants (2021-26): trends accelerating fastest that are near-absent in AoU -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-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-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-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-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-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Ancillary studies: new modalities the publication record can't yet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Partnered studies add data on top of the core protocol; several post-date the 2020 roadmap and are only now releasing data. We score them on stated goals + live workspace intent - a leading indicator.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112014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/>
                <a:gridCol w="5824728"/>
                <a:gridCol w="1568196"/>
                <a:gridCol w="1120140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Partnered study (sponsor)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Stated goal / new modality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Workspaces (new-pull)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pubs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Exploring the Mind  (NIMH)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Goal: add objective behavioral-health data - tasks measuring attention, decision-making, response time/accuracy, emotion recognition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32  (27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 pubs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Eyes on Health  (NEI + NIBIB)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Oculomics: retinal images from 5,000 participants; the eye as a window to CVD, diabetes &amp; neurological disease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166  (95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Nutrition for Precision Health  (Common Fund)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Enroll 8,000 participants; build algorithms predicting individual responses to food &amp; dietary patterns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  (81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Health &amp; Exposomics  (NIEHS)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Assay 5,500+ stored samples for environmental exposures × genomic/behavioral factors (T2D deep-dive)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399  (196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growing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4617720"/>
            <a:ext cx="11201400" cy="11430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3A6B"/>
                </a:solidFill>
                <a:latin typeface="Helvetica"/>
              </a:rPr>
              <a:t>Workspaces lead publications by a year or more - the clearest case for a LIVE pull: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92624"/>
            <a:ext cx="10881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Exploring the Mind has ZERO publications or preprints anywhere (verified live against Europe PMC, which indexes preprints) - yet 32 workspaces already reference it, and 27 were invisible in the pre-refresh (2025-10-24) workspace snapshot. Cognition/mental-health work is now 13% of all 32,922 workspaces. A roadmap scored only on existing literature would systematically undervalue every ancillary study.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Recommendation: give each ongoing ancillary study an explicit home in the relevant focus area, scored on goal + workspace signal and flagged “data emerging”; add a standing AoU-linked preprint stream so the next wave surfaces earlier.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Scientific Roadmap: the structural framework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Priority scores in parentheses. Recommendations for the Committee's consideration; the related need areas overlap and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4704588"/>
                <a:gridCol w="4816602"/>
                <a:gridCol w="1120140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Consolidates theme 3 (18% of output with no home), wearables (86 pubs), AI/foundation models (37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a proteomics-release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13.5% post-2023 / AoU 2.1% -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focus-area reframes: FA4 toward ROR implementation; FA2 → "Maternal Health"; FA6 environmental-exposure linkage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−9.8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these?  They are the structural framework changes - the prerequisite the other recognized need areas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-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-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24.0× + SDOH 5.4×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-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9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-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37 AI pubs (34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88% of AoU workspaces are solo, ~18% are tutorial clones. An unreleased 2026 ACT-IAC/AoU AI/ML white paper independently recommends exactly this (reusable-asset registry, graduated Bronze/Silver/Gold certification).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-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-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-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24.0× + SDOH 5.4× + PGx 4.3× + methods 2.8×.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-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- three things to keep in mind when reading these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12.8% of the corpus and 6.4× the peer median - but driven by 1–2 prolific groups, not a strategic priority. Trend score −5.5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- now full PubMed censuses (UKB 12,986; FinnGen 3,376; MVP 501; CKB 588). Internally consistent across peers but absolute counts under- and over-count differently. USE THE STATIC SHARE INDEX, not trend differentials, for action-relevant comparisons. MVP corpus is small (501);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~9.5× from pre- to post-2023. Apparent 'growth' on cardiometabolic, mental health, and cancer is largely a small-baseline artifact -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2026 committee directions, mapped to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Ideas surfaced in the 2026 Science Committee meeting series - where each one lands in this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2014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4588"/>
                <a:gridCol w="6496812"/>
              </a:tblGrid>
              <a:tr h="347472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2026 committee direction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Where it lands in this analysis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Driver-project / driver-paper model (Women's Health Driver Project)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as a standing mechanism; make rare-disease &amp; intersectional (e.g. rare disease × rurality) driver papers a near-term deliverable - attacks the rare-disease peer-gap.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Generalizability tooling - the waou R package (Am J Epidemiol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Weights AoU estimates to the US population; promote to a documented, reusable Workbench capability (addresses the volunteer-cohort caveat).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Multi-omics on ~10,000 diverse participants (RNA-seq + Olink + long-read; →~50k)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Live program activity; confirms the FA8 → “Genetics, Multi-omics &amp; Biology” rename + proteomics-release recommendation.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External biospecimen-request mechanism (academic / nonprofit / industry)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Publicly posted; the data-generation arm of a partner ecosystem - pairs with the RW reusable-assets / partner-tools gap.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Internal AoU foundation model, NO data egress + a “super user group” (Ginsburg)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Unifies the genomic-FM white-space and the governed in-environment AI gap into one program-owned build.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dataset release - November 2,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Geocoded residential history + linked social/environmental variables: the near-term milestone closing the environmental peer-gap.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806440"/>
            <a:ext cx="1120140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These are committee-originated; the analysis corroborates them and shows where each attaches to the roadmap. Full detail in the committee-alignment write-up.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Priority recommendations, for the Committee's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Grouped by recognized need area; the areas overlap and are meant to be coordinated, not actioned by any single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the Imaging and AI need areas; gives the field's fastest-rising work a coherent home in the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Rename FA8 to "Genetics, Multi-omics &amp; Biology" + a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CROSS-CUT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single shared bias-in-translation standard (normative + imaging +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One All of Us bias-reporting standard rather than three semi-aligned ones - coordinated across the Translational, Imaging, and AI need areas.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Settle the structural framework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 framework changes are the foundation; aligning the other need areas to them works best once the framework is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WORKBENCH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Researcher Workbench build priorities: a governed in-VPC AI assistant, a reusable-tools registry, and multimodal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First. The in-VPC LLM is permissible under the existing Google Cloud BAA.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-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Selected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Most-cited anchors behind these findings; full verified list (with DOIs) in the manuscript outline document.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5715000" cy="4846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1.  All of Us Research Program. NEJM 2019.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doi.org/10.1056/NEJMsr1809937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2.  AoU Genomic Data. Nature 2024.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doi.org/10.1038/s41586-023-06957-x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3.  Ramirez et al. Data Quality/Workbench. Patterns 2022.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doi.org/10.1016/j.patter.2022.100570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4.  Sudlow et al. UK Biobank. PLoS Med 2015.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doi.org/10.1371/journal.pmed.1001779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5.  Kurki et al. FinnGen. Nature 2023.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doi.org/10.1038/s41586-022-05473-8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6.  Martin et al. PRS &amp; equity. Nat Genet 2019.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doi.org/10.1038/s41588-019-0379-x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7.  Moor et al. Generalist medical AI. Nature 2023.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doi.org/10.1038/s41586-023-05881-4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8.  Dalla-Torre et al. Nucleotide Transformer. Nat Methods 2025.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doi.org/10.1038/s41592-024-02523-z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325880"/>
            <a:ext cx="5760720" cy="4846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9.   Rinella et al. MASLD nomenclature. Hepatology 2023.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doi.org/10.1097/HEP.0000000000000520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10. Haendel et al. N3C. JAMIA 2021.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doi.org/10.1093/jamia/ocaa196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11. Schatz et al. AnVIL. Cell Genomics 2022.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doi.org/10.1016/j.xgen.2021.100085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12. Wilkinson et al. FAIR principles. Sci Data 2016.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doi.org/10.1038/sdata.2016.18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13. Obermeyer et al. Algorithmic bias. Science 2019.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doi.org/10.1126/science.aax2342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14. Montgomery et al. Generalizability (AoU). Am J Epidemiol 2026.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doi.org/10.1093/aje/kwag010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15. Cohn et al. Women's Health Driver Project. J Women's Health 2026.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       doi.org/10.1177/15409996261434111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61888"/>
            <a:ext cx="1120140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Co-lead anchors (J. Smoller): cross-disorder psychiatric GWAS (Lancet 2013, doi.org/10.1016/S0140-6736(12)62129-1); EHR phenotyping &amp; genomics (Am J Med Genet B 2018, doi.org/10.1002/ajmg.b.32548); PRS/PheWAS across health systems (Am J Psychiatry 2019).  Additional All of Us: Cronin surveys (Epidemiology 2019); Tesfaye SDOH (Sci Rep 2024); Zheng wearable sleep (Nat Med 2024, doi.org/10.1038/s41591-024-03155-8); Kozlowski year-in-review (AJHG 2024).  Full verified list (85 refs, DOIs) in the manuscript outline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