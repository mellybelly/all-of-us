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A3A6B"/>
                </a:solidFill>
                <a:latin typeface="Helvetica"/>
              </a:rPr>
              <a:t>The data All of Us already holds (and what is emerging)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66666"/>
                </a:solidFill>
                <a:latin typeface="Georgia"/>
              </a:rPr>
              <a:t>From the Data Types inventory: the core assets researchers can use today, plus the ancillary-study modalities now arriving.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9525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238"/>
                <a:gridCol w="5600700"/>
                <a:gridCol w="2352294"/>
                <a:gridCol w="1344168"/>
              </a:tblGrid>
              <a:tr h="347472">
                <a:tc>
                  <a:txBody>
                    <a:bodyPr lIns="64008" tIns="36576" bIns="36576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Core data type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64008" tIns="36576" bIns="36576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What is available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64008" tIns="36576" bIns="36576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Coverage / scale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lIns="64008" tIns="36576" bIns="36576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</a:rPr>
                        <a:t>Status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457200">
                <a:tc>
                  <a:txBody>
                    <a:bodyPr wrap="square" lIns="64008" tIns="27432" bIns="27432"/>
                    <a:lstStyle/>
                    <a:p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EHR (OMOP)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Conditions, procedures, medications, labs, vitals; ~95% of cohort linked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~315,000 participants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live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57200">
                <a:tc>
                  <a:txBody>
                    <a:bodyPr wrap="square" lIns="64008" tIns="27432" bIns="27432"/>
                    <a:lstStyle/>
                    <a:p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Surveys (PPI)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Basics, lifestyle, healthcare utilization, social determinants, family/personal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Full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64008" tIns="27432" bIns="27432"/>
                    <a:lstStyle/>
                    <a:p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Physical measures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Height, weight, blood pressure, heart rate, hip/waist at enrollment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Full cohort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live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57200">
                <a:tc>
                  <a:txBody>
                    <a:bodyPr wrap="square" lIns="64008" tIns="27432" bIns="27432"/>
                    <a:lstStyle/>
                    <a:p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Wearables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Fitbit (steps, heart rate, sleep stage), some Garmin; daily-level streams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~15,000 (opt-in)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64008" tIns="27432" bIns="27432"/>
                    <a:lstStyle/>
                    <a:p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Genomes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Whole-genome sequencing (short-read); v8 expanded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~245,000 participants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live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57200">
                <a:tc>
                  <a:txBody>
                    <a:bodyPr wrap="square" lIns="64008" tIns="27432" bIns="27432"/>
                    <a:lstStyle/>
                    <a:p>
                      <a:r>
                        <a:rPr sz="1050" b="1">
                          <a:solidFill>
                            <a:srgbClr val="1A3A6B"/>
                          </a:solidFill>
                          <a:latin typeface="Georgia"/>
                        </a:rPr>
                        <a:t>Baseline assays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CBC, basic lipids, HbA1c on participants providing biospecimens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tIns="27432" bIns="27432"/>
                    <a:lstStyle/>
                    <a:p>
                      <a:r>
                        <a:rPr sz="1050">
                          <a:solidFill>
                            <a:srgbClr val="333333"/>
                          </a:solidFill>
                          <a:latin typeface="Georgia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709160"/>
            <a:ext cx="11201400" cy="1143000"/>
          </a:xfrm>
          <a:prstGeom prst="rect">
            <a:avLst/>
          </a:prstGeom>
          <a:solidFill>
            <a:srgbClr val="EAF0FA"/>
          </a:solidFill>
          <a:ln w="635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77316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3A6B"/>
                </a:solidFill>
                <a:latin typeface="Helvetica"/>
              </a:rPr>
              <a:t>Emerging data from ancillary (partnered) studies - new modalities, not yet fully released: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84064"/>
            <a:ext cx="108813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3333"/>
                </a:solidFill>
                <a:latin typeface="Georgia"/>
              </a:rPr>
              <a:t>Exploring the Mind - objective cognition/behavior (NIMH)   |   Eyes on Health - retinal imaging / oculomics (NEI, NIBIB)   |   Nutrition for Precision Health - deep dietary phenotyping (Common Fund)   |   Environmental Health &amp; Exposomics - environmental biomarkers (NIEHS).  These lead the publication record and are visible first in researcher workspaces.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2014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1">
                <a:solidFill>
                  <a:srgbClr val="B35900"/>
                </a:solidFill>
                <a:latin typeface="Georgia"/>
              </a:rPr>
              <a:t>Recommended new data investments - plasma proteomics, metabolomics, stool/metagenomics, imaging, environmental-exposure linkage, and advanced physiologic sensors - are detailed in the Data Types inventory.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