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4.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72" r:id="rId1"/>
    <p:sldMasterId id="2147483773" r:id="rId2"/>
    <p:sldMasterId id="2147483774" r:id="rId3"/>
    <p:sldMasterId id="2147483775" r:id="rId4"/>
    <p:sldMasterId id="2147483776" r:id="rId5"/>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144000" cy="5143500" type="screen16x9"/>
  <p:notesSz cx="6858000" cy="9144000"/>
  <p:embeddedFontLst>
    <p:embeddedFont>
      <p:font typeface="Lato" panose="020F0502020204030203" pitchFamily="34" charset="0"/>
      <p:regular r:id="rId21"/>
      <p:bold r:id="rId22"/>
      <p:italic r:id="rId23"/>
      <p:boldItalic r:id="rId24"/>
    </p:embeddedFont>
    <p:embeddedFont>
      <p:font typeface="Noto Sans" panose="020B0502040504020204" pitchFamily="34"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
      <p:font typeface="Verdana" panose="020B060403050404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68FA73-9C86-471B-9175-A2C1F541FD73}">
  <a:tblStyle styleId="{2768FA73-9C86-471B-9175-A2C1F541FD7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D2721B7-608E-48ED-B617-1216AA946DB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56" d="100"/>
          <a:sy n="156" d="100"/>
        </p:scale>
        <p:origin x="808"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6.fntdata"/><Relationship Id="rId39" Type="http://schemas.openxmlformats.org/officeDocument/2006/relationships/theme" Target="theme/theme1.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1.fntdata"/><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3.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300d2845932_1_148:notes"/>
          <p:cNvSpPr>
            <a:spLocks noGrp="1" noRot="1" noChangeAspect="1"/>
          </p:cNvSpPr>
          <p:nvPr>
            <p:ph type="sldImg" idx="2"/>
          </p:nvPr>
        </p:nvSpPr>
        <p:spPr>
          <a:xfrm>
            <a:off x="686157" y="1143000"/>
            <a:ext cx="5485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300d2845932_1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796" name="Google Shape;796;g300d2845932_1_148:notes"/>
          <p:cNvSpPr txBox="1">
            <a:spLocks noGrp="1"/>
          </p:cNvSpPr>
          <p:nvPr>
            <p:ph type="hdr" idx="3"/>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797" name="Google Shape;797;g300d2845932_1_148: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lt1"/>
              </a:buClr>
              <a:buSzPts val="1200"/>
              <a:buFont typeface="Calibri"/>
              <a:buNone/>
            </a:pPr>
            <a:endParaRPr sz="1200" b="0" i="0" u="none" strike="noStrike" cap="none">
              <a:solidFill>
                <a:srgbClr val="000000"/>
              </a:solidFill>
              <a:latin typeface="Calibri"/>
              <a:ea typeface="Calibri"/>
              <a:cs typeface="Calibri"/>
              <a:sym typeface="Calibri"/>
            </a:endParaRPr>
          </a:p>
        </p:txBody>
      </p:sp>
      <p:sp>
        <p:nvSpPr>
          <p:cNvPr id="798" name="Google Shape;798;g300d2845932_1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300a5de9d45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300a5de9d45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300d2845932_3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300d2845932_3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bb4d1eae18_0_25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2bb4d1eae18_0_2590:notes"/>
          <p:cNvSpPr txBox="1">
            <a:spLocks noGrp="1"/>
          </p:cNvSpPr>
          <p:nvPr>
            <p:ph type="body" idx="1"/>
          </p:nvPr>
        </p:nvSpPr>
        <p:spPr>
          <a:xfrm>
            <a:off x="685800" y="4400549"/>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7" name="Google Shape;817;g2bb4d1eae18_0_25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00d2845932_1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300d2845932_1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0297853e84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0297853e84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30bcac92052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2" name="Google Shape;842;g30bcac9205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300a5de9d45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9" name="Google Shape;849;g300a5de9d4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30297853e84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30297853e84_0_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5" name="Google Shape;855;g30297853e84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30297853e8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30297853e8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00a5de9d45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9" name="Google Shape;869;g300a5de9d45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30a6550e8b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30a6550e8b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00d2845932_1_278:notes"/>
          <p:cNvSpPr txBox="1">
            <a:spLocks noGrp="1"/>
          </p:cNvSpPr>
          <p:nvPr>
            <p:ph type="body" idx="1"/>
          </p:nvPr>
        </p:nvSpPr>
        <p:spPr>
          <a:xfrm>
            <a:off x="1463675" y="3960812"/>
            <a:ext cx="11703000" cy="324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0" name="Google Shape;880;g300d2845932_1_278:notes"/>
          <p:cNvSpPr>
            <a:spLocks noGrp="1" noRot="1" noChangeAspect="1"/>
          </p:cNvSpPr>
          <p:nvPr>
            <p:ph type="sldImg" idx="2"/>
          </p:nvPr>
        </p:nvSpPr>
        <p:spPr>
          <a:xfrm>
            <a:off x="4846959" y="1028700"/>
            <a:ext cx="4936500" cy="2778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d392a59c22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d392a59c2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rgbClr val="26226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body" idx="1"/>
          </p:nvPr>
        </p:nvSpPr>
        <p:spPr>
          <a:xfrm>
            <a:off x="6339470" y="3692171"/>
            <a:ext cx="2571600" cy="685800"/>
          </a:xfrm>
          <a:prstGeom prst="rect">
            <a:avLst/>
          </a:prstGeom>
          <a:noFill/>
          <a:ln>
            <a:noFill/>
          </a:ln>
        </p:spPr>
        <p:txBody>
          <a:bodyPr spcFirstLastPara="1" wrap="square" lIns="0" tIns="0" rIns="0" bIns="0" anchor="b" anchorCtr="0">
            <a:noAutofit/>
          </a:bodyPr>
          <a:lstStyle>
            <a:lvl1pPr marL="457200" lvl="0" indent="-228600" algn="l" rtl="0">
              <a:lnSpc>
                <a:spcPct val="114000"/>
              </a:lnSpc>
              <a:spcBef>
                <a:spcPts val="0"/>
              </a:spcBef>
              <a:spcAft>
                <a:spcPts val="0"/>
              </a:spcAft>
              <a:buClr>
                <a:schemeClr val="lt1"/>
              </a:buClr>
              <a:buSzPts val="900"/>
              <a:buFont typeface="Arial"/>
              <a:buNone/>
              <a:defRPr sz="1200">
                <a:solidFill>
                  <a:schemeClr val="lt1"/>
                </a:solidFill>
              </a:defRPr>
            </a:lvl1pPr>
            <a:lvl2pPr marL="914400" lvl="1" indent="-228600" algn="l" rtl="0">
              <a:lnSpc>
                <a:spcPct val="140000"/>
              </a:lnSpc>
              <a:spcBef>
                <a:spcPts val="0"/>
              </a:spcBef>
              <a:spcAft>
                <a:spcPts val="0"/>
              </a:spcAft>
              <a:buClr>
                <a:schemeClr val="lt1"/>
              </a:buClr>
              <a:buSzPts val="1300"/>
              <a:buFont typeface="Arial"/>
              <a:buNone/>
              <a:defRPr sz="1100"/>
            </a:lvl2pPr>
            <a:lvl3pPr marL="1371600" lvl="2" indent="-228600" algn="l" rtl="0">
              <a:lnSpc>
                <a:spcPct val="140000"/>
              </a:lnSpc>
              <a:spcBef>
                <a:spcPts val="0"/>
              </a:spcBef>
              <a:spcAft>
                <a:spcPts val="0"/>
              </a:spcAft>
              <a:buClr>
                <a:schemeClr val="lt1"/>
              </a:buClr>
              <a:buSzPts val="1100"/>
              <a:buFont typeface="Arial"/>
              <a:buNone/>
              <a:defRPr sz="1100"/>
            </a:lvl3pPr>
            <a:lvl4pPr marL="1828800" lvl="3" indent="-228600" algn="l" rtl="0">
              <a:lnSpc>
                <a:spcPct val="140000"/>
              </a:lnSpc>
              <a:spcBef>
                <a:spcPts val="0"/>
              </a:spcBef>
              <a:spcAft>
                <a:spcPts val="0"/>
              </a:spcAft>
              <a:buClr>
                <a:schemeClr val="lt1"/>
              </a:buClr>
              <a:buSzPts val="700"/>
              <a:buFont typeface="Arial"/>
              <a:buNone/>
              <a:defRPr sz="1100"/>
            </a:lvl4pPr>
            <a:lvl5pPr marL="2286000" lvl="4" indent="-228600" algn="l" rtl="0">
              <a:lnSpc>
                <a:spcPct val="140000"/>
              </a:lnSpc>
              <a:spcBef>
                <a:spcPts val="0"/>
              </a:spcBef>
              <a:spcAft>
                <a:spcPts val="0"/>
              </a:spcAft>
              <a:buClr>
                <a:schemeClr val="lt1"/>
              </a:buClr>
              <a:buSzPts val="1300"/>
              <a:buFont typeface="Arial"/>
              <a:buNone/>
              <a:defRPr sz="1100"/>
            </a:lvl5pPr>
            <a:lvl6pPr marL="2743200" lvl="5" indent="-273050" algn="l" rtl="0">
              <a:lnSpc>
                <a:spcPct val="90000"/>
              </a:lnSpc>
              <a:spcBef>
                <a:spcPts val="300"/>
              </a:spcBef>
              <a:spcAft>
                <a:spcPts val="0"/>
              </a:spcAft>
              <a:buClr>
                <a:schemeClr val="lt1"/>
              </a:buClr>
              <a:buSzPts val="700"/>
              <a:buChar char="•"/>
              <a:defRPr/>
            </a:lvl6pPr>
            <a:lvl7pPr marL="3200400" lvl="6" indent="-273050" algn="l" rtl="0">
              <a:lnSpc>
                <a:spcPct val="90000"/>
              </a:lnSpc>
              <a:spcBef>
                <a:spcPts val="300"/>
              </a:spcBef>
              <a:spcAft>
                <a:spcPts val="0"/>
              </a:spcAft>
              <a:buClr>
                <a:schemeClr val="lt1"/>
              </a:buClr>
              <a:buSzPts val="700"/>
              <a:buChar char="•"/>
              <a:defRPr/>
            </a:lvl7pPr>
            <a:lvl8pPr marL="3657600" lvl="7" indent="-273050" algn="l" rtl="0">
              <a:lnSpc>
                <a:spcPct val="90000"/>
              </a:lnSpc>
              <a:spcBef>
                <a:spcPts val="300"/>
              </a:spcBef>
              <a:spcAft>
                <a:spcPts val="0"/>
              </a:spcAft>
              <a:buClr>
                <a:schemeClr val="lt1"/>
              </a:buClr>
              <a:buSzPts val="700"/>
              <a:buChar char="•"/>
              <a:defRPr/>
            </a:lvl8pPr>
            <a:lvl9pPr marL="4114800" lvl="8" indent="-273050" algn="l" rtl="0">
              <a:lnSpc>
                <a:spcPct val="90000"/>
              </a:lnSpc>
              <a:spcBef>
                <a:spcPts val="300"/>
              </a:spcBef>
              <a:spcAft>
                <a:spcPts val="0"/>
              </a:spcAft>
              <a:buClr>
                <a:schemeClr val="lt1"/>
              </a:buClr>
              <a:buSzPts val="700"/>
              <a:buChar char="•"/>
              <a:defRPr/>
            </a:lvl9pPr>
          </a:lstStyle>
          <a:p>
            <a:endParaRPr/>
          </a:p>
        </p:txBody>
      </p:sp>
      <p:sp>
        <p:nvSpPr>
          <p:cNvPr id="56" name="Google Shape;56;p14"/>
          <p:cNvSpPr txBox="1">
            <a:spLocks noGrp="1"/>
          </p:cNvSpPr>
          <p:nvPr>
            <p:ph type="subTitle" idx="2"/>
          </p:nvPr>
        </p:nvSpPr>
        <p:spPr>
          <a:xfrm>
            <a:off x="585579" y="0"/>
            <a:ext cx="6488100" cy="1689300"/>
          </a:xfrm>
          <a:prstGeom prst="rect">
            <a:avLst/>
          </a:prstGeom>
          <a:noFill/>
          <a:ln>
            <a:noFill/>
          </a:ln>
        </p:spPr>
        <p:txBody>
          <a:bodyPr spcFirstLastPara="1" wrap="square" lIns="0" tIns="0" rIns="0" bIns="0" anchor="b" anchorCtr="0">
            <a:noAutofit/>
          </a:bodyPr>
          <a:lstStyle>
            <a:lvl1pPr lvl="0" algn="l" rtl="0">
              <a:lnSpc>
                <a:spcPct val="114000"/>
              </a:lnSpc>
              <a:spcBef>
                <a:spcPts val="0"/>
              </a:spcBef>
              <a:spcAft>
                <a:spcPts val="0"/>
              </a:spcAft>
              <a:buClr>
                <a:schemeClr val="lt1"/>
              </a:buClr>
              <a:buSzPts val="1600"/>
              <a:buNone/>
              <a:defRPr sz="2700">
                <a:solidFill>
                  <a:schemeClr val="lt1"/>
                </a:solidFill>
              </a:defRPr>
            </a:lvl1pPr>
            <a:lvl2pPr lvl="1" algn="ctr" rtl="0">
              <a:lnSpc>
                <a:spcPct val="114000"/>
              </a:lnSpc>
              <a:spcBef>
                <a:spcPts val="0"/>
              </a:spcBef>
              <a:spcAft>
                <a:spcPts val="0"/>
              </a:spcAft>
              <a:buClr>
                <a:schemeClr val="lt1"/>
              </a:buClr>
              <a:buSzPts val="1300"/>
              <a:buNone/>
              <a:defRPr sz="1100"/>
            </a:lvl2pPr>
            <a:lvl3pPr lvl="2" algn="ctr" rtl="0">
              <a:lnSpc>
                <a:spcPct val="114000"/>
              </a:lnSpc>
              <a:spcBef>
                <a:spcPts val="0"/>
              </a:spcBef>
              <a:spcAft>
                <a:spcPts val="0"/>
              </a:spcAft>
              <a:buClr>
                <a:schemeClr val="lt1"/>
              </a:buClr>
              <a:buSzPts val="1000"/>
              <a:buNone/>
              <a:defRPr sz="1000"/>
            </a:lvl3pPr>
            <a:lvl4pPr lvl="3" algn="ctr" rtl="0">
              <a:lnSpc>
                <a:spcPct val="114000"/>
              </a:lnSpc>
              <a:spcBef>
                <a:spcPts val="0"/>
              </a:spcBef>
              <a:spcAft>
                <a:spcPts val="0"/>
              </a:spcAft>
              <a:buClr>
                <a:schemeClr val="lt1"/>
              </a:buClr>
              <a:buSzPts val="500"/>
              <a:buNone/>
              <a:defRPr sz="900"/>
            </a:lvl4pPr>
            <a:lvl5pPr lvl="4" algn="ctr" rtl="0">
              <a:lnSpc>
                <a:spcPct val="114000"/>
              </a:lnSpc>
              <a:spcBef>
                <a:spcPts val="0"/>
              </a:spcBef>
              <a:spcAft>
                <a:spcPts val="0"/>
              </a:spcAft>
              <a:buClr>
                <a:schemeClr val="lt1"/>
              </a:buClr>
              <a:buSzPts val="10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pic>
        <p:nvPicPr>
          <p:cNvPr id="57" name="Google Shape;57;p14" descr="A group of people posing for a photo&#10;&#10;Description automatically generated"/>
          <p:cNvPicPr preferRelativeResize="0"/>
          <p:nvPr/>
        </p:nvPicPr>
        <p:blipFill rotWithShape="1">
          <a:blip r:embed="rId2">
            <a:alphaModFix/>
          </a:blip>
          <a:srcRect/>
          <a:stretch/>
        </p:blipFill>
        <p:spPr>
          <a:xfrm>
            <a:off x="0" y="1622502"/>
            <a:ext cx="6341784" cy="3520081"/>
          </a:xfrm>
          <a:prstGeom prst="rect">
            <a:avLst/>
          </a:prstGeom>
          <a:noFill/>
          <a:ln>
            <a:noFill/>
          </a:ln>
        </p:spPr>
      </p:pic>
      <p:pic>
        <p:nvPicPr>
          <p:cNvPr id="58" name="Google Shape;58;p14"/>
          <p:cNvPicPr preferRelativeResize="0"/>
          <p:nvPr/>
        </p:nvPicPr>
        <p:blipFill rotWithShape="1">
          <a:blip r:embed="rId3">
            <a:alphaModFix/>
          </a:blip>
          <a:srcRect/>
          <a:stretch/>
        </p:blipFill>
        <p:spPr>
          <a:xfrm>
            <a:off x="6214205" y="4451399"/>
            <a:ext cx="2287330" cy="444301"/>
          </a:xfrm>
          <a:prstGeom prst="rect">
            <a:avLst/>
          </a:prstGeom>
          <a:noFill/>
          <a:ln>
            <a:noFill/>
          </a:ln>
        </p:spPr>
      </p:pic>
      <p:pic>
        <p:nvPicPr>
          <p:cNvPr id="59" name="Google Shape;59;p14"/>
          <p:cNvPicPr preferRelativeResize="0"/>
          <p:nvPr/>
        </p:nvPicPr>
        <p:blipFill rotWithShape="1">
          <a:blip r:embed="rId4">
            <a:alphaModFix/>
          </a:blip>
          <a:srcRect/>
          <a:stretch/>
        </p:blipFill>
        <p:spPr>
          <a:xfrm>
            <a:off x="7472367" y="0"/>
            <a:ext cx="1290295" cy="125907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05 (blue) layout 02">
  <p:cSld name="Section 05 (blue) layout 02">
    <p:spTree>
      <p:nvGrpSpPr>
        <p:cNvPr id="1" name="Shape 60"/>
        <p:cNvGrpSpPr/>
        <p:nvPr/>
      </p:nvGrpSpPr>
      <p:grpSpPr>
        <a:xfrm>
          <a:off x="0" y="0"/>
          <a:ext cx="0" cy="0"/>
          <a:chOff x="0" y="0"/>
          <a:chExt cx="0" cy="0"/>
        </a:xfrm>
      </p:grpSpPr>
      <p:sp>
        <p:nvSpPr>
          <p:cNvPr id="61" name="Google Shape;61;p15"/>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62" name="Google Shape;62;p1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63" name="Google Shape;63;p1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4" name="Google Shape;64;p1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65" name="Google Shape;65;p15"/>
          <p:cNvSpPr/>
          <p:nvPr/>
        </p:nvSpPr>
        <p:spPr>
          <a:xfrm>
            <a:off x="8660526" y="4704907"/>
            <a:ext cx="491700" cy="191400"/>
          </a:xfrm>
          <a:prstGeom prst="rect">
            <a:avLst/>
          </a:prstGeom>
          <a:solidFill>
            <a:srgbClr val="5EAEE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66" name="Google Shape;66;p15"/>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67" name="Google Shape;67;p15"/>
          <p:cNvSpPr txBox="1">
            <a:spLocks noGrp="1"/>
          </p:cNvSpPr>
          <p:nvPr>
            <p:ph type="body" idx="1"/>
          </p:nvPr>
        </p:nvSpPr>
        <p:spPr>
          <a:xfrm>
            <a:off x="353196" y="1194157"/>
            <a:ext cx="8406900" cy="33777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02 (green) layout 02">
  <p:cSld name="Section 02 (green) layout 02">
    <p:spTree>
      <p:nvGrpSpPr>
        <p:cNvPr id="1" name="Shape 68"/>
        <p:cNvGrpSpPr/>
        <p:nvPr/>
      </p:nvGrpSpPr>
      <p:grpSpPr>
        <a:xfrm>
          <a:off x="0" y="0"/>
          <a:ext cx="0" cy="0"/>
          <a:chOff x="0" y="0"/>
          <a:chExt cx="0" cy="0"/>
        </a:xfrm>
      </p:grpSpPr>
      <p:sp>
        <p:nvSpPr>
          <p:cNvPr id="69" name="Google Shape;69;p16"/>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0" name="Google Shape;70;p16"/>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71" name="Google Shape;71;p16"/>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72" name="Google Shape;72;p16"/>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73" name="Google Shape;73;p16"/>
          <p:cNvSpPr/>
          <p:nvPr/>
        </p:nvSpPr>
        <p:spPr>
          <a:xfrm>
            <a:off x="8660526" y="4704907"/>
            <a:ext cx="491700" cy="191400"/>
          </a:xfrm>
          <a:prstGeom prst="rect">
            <a:avLst/>
          </a:prstGeom>
          <a:solidFill>
            <a:srgbClr val="7AC79B"/>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 name="Google Shape;74;p16"/>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75" name="Google Shape;75;p16"/>
          <p:cNvSpPr txBox="1">
            <a:spLocks noGrp="1"/>
          </p:cNvSpPr>
          <p:nvPr>
            <p:ph type="body" idx="1"/>
          </p:nvPr>
        </p:nvSpPr>
        <p:spPr>
          <a:xfrm>
            <a:off x="353196" y="1194157"/>
            <a:ext cx="8406900" cy="33777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76" name="Google Shape;76;p16"/>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07 (light green) layout 02">
  <p:cSld name="Section 07 (light green) layout 02">
    <p:spTree>
      <p:nvGrpSpPr>
        <p:cNvPr id="1" name="Shape 77"/>
        <p:cNvGrpSpPr/>
        <p:nvPr/>
      </p:nvGrpSpPr>
      <p:grpSpPr>
        <a:xfrm>
          <a:off x="0" y="0"/>
          <a:ext cx="0" cy="0"/>
          <a:chOff x="0" y="0"/>
          <a:chExt cx="0" cy="0"/>
        </a:xfrm>
      </p:grpSpPr>
      <p:sp>
        <p:nvSpPr>
          <p:cNvPr id="78" name="Google Shape;78;p17"/>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9" name="Google Shape;79;p17"/>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80" name="Google Shape;80;p17"/>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81" name="Google Shape;81;p17"/>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82" name="Google Shape;82;p17"/>
          <p:cNvSpPr/>
          <p:nvPr/>
        </p:nvSpPr>
        <p:spPr>
          <a:xfrm>
            <a:off x="8660526" y="4704907"/>
            <a:ext cx="491700" cy="191400"/>
          </a:xfrm>
          <a:prstGeom prst="rect">
            <a:avLst/>
          </a:prstGeom>
          <a:solidFill>
            <a:srgbClr val="7AC79B"/>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83" name="Google Shape;83;p17"/>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84" name="Google Shape;84;p17"/>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000000"/>
              </a:buClr>
              <a:buSzPts val="1200"/>
              <a:buNone/>
              <a:defRPr sz="1200"/>
            </a:lvl1pPr>
            <a:lvl2pPr marL="914400" lvl="1" indent="-304800" algn="l" rtl="0">
              <a:lnSpc>
                <a:spcPct val="90000"/>
              </a:lnSpc>
              <a:spcBef>
                <a:spcPts val="200"/>
              </a:spcBef>
              <a:spcAft>
                <a:spcPts val="0"/>
              </a:spcAft>
              <a:buClr>
                <a:srgbClr val="000000"/>
              </a:buClr>
              <a:buSzPts val="1200"/>
              <a:buChar char="•"/>
              <a:defRPr sz="1200"/>
            </a:lvl2pPr>
            <a:lvl3pPr marL="1371600" lvl="2" indent="-304800" algn="l" rtl="0">
              <a:lnSpc>
                <a:spcPct val="90000"/>
              </a:lnSpc>
              <a:spcBef>
                <a:spcPts val="200"/>
              </a:spcBef>
              <a:spcAft>
                <a:spcPts val="0"/>
              </a:spcAft>
              <a:buClr>
                <a:srgbClr val="000000"/>
              </a:buClr>
              <a:buSzPts val="1200"/>
              <a:buChar char="o"/>
              <a:defRPr sz="1200"/>
            </a:lvl3pPr>
            <a:lvl4pPr marL="1828800" lvl="3" indent="-304800" algn="l" rtl="0">
              <a:lnSpc>
                <a:spcPct val="90000"/>
              </a:lnSpc>
              <a:spcBef>
                <a:spcPts val="200"/>
              </a:spcBef>
              <a:spcAft>
                <a:spcPts val="0"/>
              </a:spcAft>
              <a:buClr>
                <a:srgbClr val="000000"/>
              </a:buClr>
              <a:buSzPts val="1200"/>
              <a:buChar char="⦿"/>
              <a:defRPr sz="1200"/>
            </a:lvl4pPr>
            <a:lvl5pPr marL="2286000" lvl="4" indent="-304800" algn="l" rtl="0">
              <a:lnSpc>
                <a:spcPct val="90000"/>
              </a:lnSpc>
              <a:spcBef>
                <a:spcPts val="200"/>
              </a:spcBef>
              <a:spcAft>
                <a:spcPts val="0"/>
              </a:spcAft>
              <a:buClr>
                <a:srgbClr val="000000"/>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03 (salmon) layout 02">
  <p:cSld name="Section 03 (salmon) layout 02">
    <p:spTree>
      <p:nvGrpSpPr>
        <p:cNvPr id="1" name="Shape 85"/>
        <p:cNvGrpSpPr/>
        <p:nvPr/>
      </p:nvGrpSpPr>
      <p:grpSpPr>
        <a:xfrm>
          <a:off x="0" y="0"/>
          <a:ext cx="0" cy="0"/>
          <a:chOff x="0" y="0"/>
          <a:chExt cx="0" cy="0"/>
        </a:xfrm>
      </p:grpSpPr>
      <p:sp>
        <p:nvSpPr>
          <p:cNvPr id="86" name="Google Shape;86;p18"/>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87" name="Google Shape;87;p18"/>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88" name="Google Shape;88;p1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89" name="Google Shape;89;p1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90" name="Google Shape;90;p18"/>
          <p:cNvSpPr/>
          <p:nvPr/>
        </p:nvSpPr>
        <p:spPr>
          <a:xfrm>
            <a:off x="8660526" y="4704907"/>
            <a:ext cx="491700" cy="191400"/>
          </a:xfrm>
          <a:prstGeom prst="rect">
            <a:avLst/>
          </a:prstGeom>
          <a:solidFill>
            <a:srgbClr val="F58D77"/>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91" name="Google Shape;91;p18"/>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92" name="Google Shape;92;p18"/>
          <p:cNvSpPr txBox="1">
            <a:spLocks noGrp="1"/>
          </p:cNvSpPr>
          <p:nvPr>
            <p:ph type="body" idx="1"/>
          </p:nvPr>
        </p:nvSpPr>
        <p:spPr>
          <a:xfrm>
            <a:off x="353196" y="1194157"/>
            <a:ext cx="8406900" cy="33777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93" name="Google Shape;93;p18"/>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Section 03 (orange)_layout 02">
  <p:cSld name="3_Section 03 (orange)_layout 02">
    <p:spTree>
      <p:nvGrpSpPr>
        <p:cNvPr id="1" name="Shape 94"/>
        <p:cNvGrpSpPr/>
        <p:nvPr/>
      </p:nvGrpSpPr>
      <p:grpSpPr>
        <a:xfrm>
          <a:off x="0" y="0"/>
          <a:ext cx="0" cy="0"/>
          <a:chOff x="0" y="0"/>
          <a:chExt cx="0" cy="0"/>
        </a:xfrm>
      </p:grpSpPr>
      <p:sp>
        <p:nvSpPr>
          <p:cNvPr id="95" name="Google Shape;95;p19"/>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96" name="Google Shape;96;p19"/>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cxnSp>
        <p:nvCxnSpPr>
          <p:cNvPr id="97" name="Google Shape;97;p19"/>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98" name="Google Shape;98;p19"/>
          <p:cNvSpPr txBox="1">
            <a:spLocks noGrp="1"/>
          </p:cNvSpPr>
          <p:nvPr>
            <p:ph type="title"/>
          </p:nvPr>
        </p:nvSpPr>
        <p:spPr>
          <a:xfrm>
            <a:off x="349404" y="151515"/>
            <a:ext cx="84468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99" name="Google Shape;99;p19"/>
          <p:cNvSpPr/>
          <p:nvPr/>
        </p:nvSpPr>
        <p:spPr>
          <a:xfrm>
            <a:off x="8660526" y="4704908"/>
            <a:ext cx="491700" cy="191400"/>
          </a:xfrm>
          <a:prstGeom prst="rect">
            <a:avLst/>
          </a:prstGeom>
          <a:solidFill>
            <a:srgbClr val="F58D7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00" name="Google Shape;100;p19"/>
          <p:cNvSpPr txBox="1"/>
          <p:nvPr/>
        </p:nvSpPr>
        <p:spPr>
          <a:xfrm>
            <a:off x="8729098" y="4704908"/>
            <a:ext cx="2172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101" name="Google Shape;101;p19"/>
          <p:cNvSpPr txBox="1">
            <a:spLocks noGrp="1"/>
          </p:cNvSpPr>
          <p:nvPr>
            <p:ph type="body" idx="1"/>
          </p:nvPr>
        </p:nvSpPr>
        <p:spPr>
          <a:xfrm>
            <a:off x="353196" y="1194158"/>
            <a:ext cx="8406900" cy="33780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SzPts val="2400"/>
              <a:buNone/>
              <a:defRPr sz="1200"/>
            </a:lvl1pPr>
            <a:lvl2pPr marL="914400" lvl="1" indent="-381000" algn="l" rtl="0">
              <a:lnSpc>
                <a:spcPct val="90000"/>
              </a:lnSpc>
              <a:spcBef>
                <a:spcPts val="400"/>
              </a:spcBef>
              <a:spcAft>
                <a:spcPts val="0"/>
              </a:spcAft>
              <a:buSzPts val="2400"/>
              <a:buChar char="•"/>
              <a:defRPr sz="1200"/>
            </a:lvl2pPr>
            <a:lvl3pPr marL="1371600" lvl="2" indent="-381000" algn="l" rtl="0">
              <a:lnSpc>
                <a:spcPct val="90000"/>
              </a:lnSpc>
              <a:spcBef>
                <a:spcPts val="400"/>
              </a:spcBef>
              <a:spcAft>
                <a:spcPts val="0"/>
              </a:spcAft>
              <a:buSzPts val="2400"/>
              <a:buChar char="o"/>
              <a:defRPr sz="1200"/>
            </a:lvl3pPr>
            <a:lvl4pPr marL="1828800" lvl="3" indent="-381000" algn="l" rtl="0">
              <a:lnSpc>
                <a:spcPct val="90000"/>
              </a:lnSpc>
              <a:spcBef>
                <a:spcPts val="400"/>
              </a:spcBef>
              <a:spcAft>
                <a:spcPts val="0"/>
              </a:spcAft>
              <a:buSzPts val="2400"/>
              <a:buChar char="⦿"/>
              <a:defRPr sz="1200"/>
            </a:lvl4pPr>
            <a:lvl5pPr marL="2286000" lvl="4" indent="-381000" algn="l" rtl="0">
              <a:lnSpc>
                <a:spcPct val="90000"/>
              </a:lnSpc>
              <a:spcBef>
                <a:spcPts val="400"/>
              </a:spcBef>
              <a:spcAft>
                <a:spcPts val="0"/>
              </a:spcAft>
              <a:buSzPts val="2400"/>
              <a:buChar char="•"/>
              <a:defRPr sz="1200"/>
            </a:lvl5pPr>
            <a:lvl6pPr marL="2743200" lvl="5" indent="-298450" algn="l" rtl="0">
              <a:lnSpc>
                <a:spcPct val="100000"/>
              </a:lnSpc>
              <a:spcBef>
                <a:spcPts val="0"/>
              </a:spcBef>
              <a:spcAft>
                <a:spcPts val="0"/>
              </a:spcAft>
              <a:buSzPts val="1100"/>
              <a:buChar char="•"/>
              <a:defRPr/>
            </a:lvl6pPr>
            <a:lvl7pPr marL="3200400" lvl="6" indent="-298450" algn="l" rtl="0">
              <a:lnSpc>
                <a:spcPct val="100000"/>
              </a:lnSpc>
              <a:spcBef>
                <a:spcPts val="0"/>
              </a:spcBef>
              <a:spcAft>
                <a:spcPts val="0"/>
              </a:spcAft>
              <a:buSzPts val="1100"/>
              <a:buChar char="•"/>
              <a:defRPr/>
            </a:lvl7pPr>
            <a:lvl8pPr marL="3657600" lvl="7" indent="-298450" algn="l" rtl="0">
              <a:lnSpc>
                <a:spcPct val="100000"/>
              </a:lnSpc>
              <a:spcBef>
                <a:spcPts val="0"/>
              </a:spcBef>
              <a:spcAft>
                <a:spcPts val="0"/>
              </a:spcAft>
              <a:buSzPts val="1100"/>
              <a:buChar char="•"/>
              <a:defRPr/>
            </a:lvl8pPr>
            <a:lvl9pPr marL="4114800" lvl="8" indent="-298450" algn="l" rtl="0">
              <a:lnSpc>
                <a:spcPct val="100000"/>
              </a:lnSpc>
              <a:spcBef>
                <a:spcPts val="0"/>
              </a:spcBef>
              <a:spcAft>
                <a:spcPts val="0"/>
              </a:spcAft>
              <a:buSzPts val="11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Section 05 (magenta)_layout 02">
  <p:cSld name="4_Section 05 (magenta)_layout 02">
    <p:bg>
      <p:bgPr>
        <a:solidFill>
          <a:srgbClr val="F2728C"/>
        </a:solidFill>
        <a:effectLst/>
      </p:bgPr>
    </p:bg>
    <p:spTree>
      <p:nvGrpSpPr>
        <p:cNvPr id="1" name="Shape 102"/>
        <p:cNvGrpSpPr/>
        <p:nvPr/>
      </p:nvGrpSpPr>
      <p:grpSpPr>
        <a:xfrm>
          <a:off x="0" y="0"/>
          <a:ext cx="0" cy="0"/>
          <a:chOff x="0" y="0"/>
          <a:chExt cx="0" cy="0"/>
        </a:xfrm>
      </p:grpSpPr>
      <p:sp>
        <p:nvSpPr>
          <p:cNvPr id="103" name="Google Shape;103;p20"/>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04" name="Google Shape;104;p20"/>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105" name="Google Shape;105;p20"/>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106" name="Google Shape;106;p20"/>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107" name="Google Shape;107;p20"/>
          <p:cNvSpPr/>
          <p:nvPr/>
        </p:nvSpPr>
        <p:spPr>
          <a:xfrm>
            <a:off x="8660526" y="4704907"/>
            <a:ext cx="491700" cy="191400"/>
          </a:xfrm>
          <a:prstGeom prst="rect">
            <a:avLst/>
          </a:prstGeom>
          <a:solidFill>
            <a:srgbClr val="F2728C"/>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08" name="Google Shape;108;p20"/>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109" name="Google Shape;109;p20"/>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Full Span">
  <p:cSld name="One Column Full Span">
    <p:spTree>
      <p:nvGrpSpPr>
        <p:cNvPr id="1" name="Shape 110"/>
        <p:cNvGrpSpPr/>
        <p:nvPr/>
      </p:nvGrpSpPr>
      <p:grpSpPr>
        <a:xfrm>
          <a:off x="0" y="0"/>
          <a:ext cx="0" cy="0"/>
          <a:chOff x="0" y="0"/>
          <a:chExt cx="0" cy="0"/>
        </a:xfrm>
      </p:grpSpPr>
      <p:sp>
        <p:nvSpPr>
          <p:cNvPr id="111" name="Google Shape;111;p21"/>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21"/>
          <p:cNvSpPr txBox="1">
            <a:spLocks noGrp="1"/>
          </p:cNvSpPr>
          <p:nvPr>
            <p:ph type="title"/>
          </p:nvPr>
        </p:nvSpPr>
        <p:spPr>
          <a:xfrm>
            <a:off x="339880" y="286645"/>
            <a:ext cx="84576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13" name="Google Shape;113;p21"/>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114" name="Google Shape;114;p21"/>
          <p:cNvSpPr txBox="1">
            <a:spLocks noGrp="1"/>
          </p:cNvSpPr>
          <p:nvPr>
            <p:ph type="body" idx="1"/>
          </p:nvPr>
        </p:nvSpPr>
        <p:spPr>
          <a:xfrm>
            <a:off x="347897" y="947213"/>
            <a:ext cx="8448300" cy="37350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cxnSp>
        <p:nvCxnSpPr>
          <p:cNvPr id="115" name="Google Shape;115;p21"/>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dk1"/>
        </a:solidFill>
        <a:effectLst/>
      </p:bgPr>
    </p:bg>
    <p:spTree>
      <p:nvGrpSpPr>
        <p:cNvPr id="1" name="Shape 116"/>
        <p:cNvGrpSpPr/>
        <p:nvPr/>
      </p:nvGrpSpPr>
      <p:grpSpPr>
        <a:xfrm>
          <a:off x="0" y="0"/>
          <a:ext cx="0" cy="0"/>
          <a:chOff x="0" y="0"/>
          <a:chExt cx="0" cy="0"/>
        </a:xfrm>
      </p:grpSpPr>
      <p:sp>
        <p:nvSpPr>
          <p:cNvPr id="117" name="Google Shape;117;p22"/>
          <p:cNvSpPr txBox="1">
            <a:spLocks noGrp="1"/>
          </p:cNvSpPr>
          <p:nvPr>
            <p:ph type="ctrTitle"/>
          </p:nvPr>
        </p:nvSpPr>
        <p:spPr>
          <a:xfrm>
            <a:off x="339881" y="1960734"/>
            <a:ext cx="5561700" cy="17145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Clr>
                <a:schemeClr val="lt1"/>
              </a:buClr>
              <a:buSzPts val="4500"/>
              <a:buFont typeface="Arial"/>
              <a:buNone/>
              <a:defRPr sz="4500" b="1"/>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118" name="Google Shape;118;p22"/>
          <p:cNvSpPr txBox="1">
            <a:spLocks noGrp="1"/>
          </p:cNvSpPr>
          <p:nvPr>
            <p:ph type="subTitle" idx="1"/>
          </p:nvPr>
        </p:nvSpPr>
        <p:spPr>
          <a:xfrm>
            <a:off x="339880" y="755921"/>
            <a:ext cx="5561700" cy="573900"/>
          </a:xfrm>
          <a:prstGeom prst="rect">
            <a:avLst/>
          </a:prstGeom>
          <a:noFill/>
          <a:ln>
            <a:noFill/>
          </a:ln>
        </p:spPr>
        <p:txBody>
          <a:bodyPr spcFirstLastPara="1" wrap="square" lIns="0" tIns="0" rIns="0" bIns="0" anchor="b" anchorCtr="0">
            <a:noAutofit/>
          </a:bodyPr>
          <a:lstStyle>
            <a:lvl1pPr lvl="0" algn="l" rtl="0">
              <a:lnSpc>
                <a:spcPct val="116666"/>
              </a:lnSpc>
              <a:spcBef>
                <a:spcPts val="900"/>
              </a:spcBef>
              <a:spcAft>
                <a:spcPts val="0"/>
              </a:spcAft>
              <a:buClr>
                <a:schemeClr val="lt1"/>
              </a:buClr>
              <a:buSzPts val="2700"/>
              <a:buNone/>
              <a:defRPr sz="2700"/>
            </a:lvl1pPr>
            <a:lvl2pPr lvl="1" algn="ctr" rtl="0">
              <a:lnSpc>
                <a:spcPct val="181573"/>
              </a:lnSpc>
              <a:spcBef>
                <a:spcPts val="900"/>
              </a:spcBef>
              <a:spcAft>
                <a:spcPts val="0"/>
              </a:spcAft>
              <a:buClr>
                <a:schemeClr val="lt1"/>
              </a:buClr>
              <a:buSzPts val="1300"/>
              <a:buNone/>
              <a:defRPr sz="1100"/>
            </a:lvl2pPr>
            <a:lvl3pPr lvl="2" algn="ctr" rtl="0">
              <a:lnSpc>
                <a:spcPct val="201718"/>
              </a:lnSpc>
              <a:spcBef>
                <a:spcPts val="900"/>
              </a:spcBef>
              <a:spcAft>
                <a:spcPts val="0"/>
              </a:spcAft>
              <a:buClr>
                <a:schemeClr val="lt1"/>
              </a:buClr>
              <a:buSzPts val="1000"/>
              <a:buNone/>
              <a:defRPr sz="1000"/>
            </a:lvl3pPr>
            <a:lvl4pPr lvl="3" algn="ctr" rtl="0">
              <a:lnSpc>
                <a:spcPct val="226795"/>
              </a:lnSpc>
              <a:spcBef>
                <a:spcPts val="900"/>
              </a:spcBef>
              <a:spcAft>
                <a:spcPts val="0"/>
              </a:spcAft>
              <a:buClr>
                <a:schemeClr val="lt1"/>
              </a:buClr>
              <a:buSzPts val="900"/>
              <a:buNone/>
              <a:defRPr sz="900"/>
            </a:lvl4pPr>
            <a:lvl5pPr lvl="4" algn="ctr" rtl="0">
              <a:lnSpc>
                <a:spcPct val="226795"/>
              </a:lnSpc>
              <a:spcBef>
                <a:spcPts val="900"/>
              </a:spcBef>
              <a:spcAft>
                <a:spcPts val="0"/>
              </a:spcAft>
              <a:buClr>
                <a:schemeClr val="lt1"/>
              </a:buClr>
              <a:buSzPts val="10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cxnSp>
        <p:nvCxnSpPr>
          <p:cNvPr id="119" name="Google Shape;119;p22"/>
          <p:cNvCxnSpPr/>
          <p:nvPr/>
        </p:nvCxnSpPr>
        <p:spPr>
          <a:xfrm>
            <a:off x="339879" y="3766542"/>
            <a:ext cx="8457600" cy="0"/>
          </a:xfrm>
          <a:prstGeom prst="straightConnector1">
            <a:avLst/>
          </a:prstGeom>
          <a:noFill/>
          <a:ln w="50800" cap="flat" cmpd="sng">
            <a:solidFill>
              <a:schemeClr val="lt1"/>
            </a:solidFill>
            <a:prstDash val="solid"/>
            <a:miter lim="800000"/>
            <a:headEnd type="none" w="sm" len="sm"/>
            <a:tailEnd type="none" w="sm" len="sm"/>
          </a:ln>
        </p:spPr>
      </p:cxnSp>
      <p:sp>
        <p:nvSpPr>
          <p:cNvPr id="120" name="Google Shape;120;p22"/>
          <p:cNvSpPr txBox="1">
            <a:spLocks noGrp="1"/>
          </p:cNvSpPr>
          <p:nvPr>
            <p:ph type="body" idx="2"/>
          </p:nvPr>
        </p:nvSpPr>
        <p:spPr>
          <a:xfrm>
            <a:off x="1295136" y="4124325"/>
            <a:ext cx="4110900" cy="661800"/>
          </a:xfrm>
          <a:prstGeom prst="rect">
            <a:avLst/>
          </a:prstGeom>
          <a:noFill/>
          <a:ln>
            <a:noFill/>
          </a:ln>
        </p:spPr>
        <p:txBody>
          <a:bodyPr spcFirstLastPara="1" wrap="square" lIns="0" tIns="0" rIns="0" bIns="0" anchor="t" anchorCtr="0">
            <a:noAutofit/>
          </a:bodyPr>
          <a:lstStyle>
            <a:lvl1pPr marL="457200" lvl="0" indent="-228600" algn="l" rtl="0">
              <a:lnSpc>
                <a:spcPct val="135000"/>
              </a:lnSpc>
              <a:spcBef>
                <a:spcPts val="900"/>
              </a:spcBef>
              <a:spcAft>
                <a:spcPts val="0"/>
              </a:spcAft>
              <a:buClr>
                <a:schemeClr val="lt1"/>
              </a:buClr>
              <a:buSzPts val="1500"/>
              <a:buFont typeface="Arial"/>
              <a:buNone/>
              <a:defRPr sz="1500"/>
            </a:lvl1pPr>
            <a:lvl2pPr marL="914400" lvl="1" indent="-228600" algn="l" rtl="0">
              <a:lnSpc>
                <a:spcPct val="140000"/>
              </a:lnSpc>
              <a:spcBef>
                <a:spcPts val="0"/>
              </a:spcBef>
              <a:spcAft>
                <a:spcPts val="0"/>
              </a:spcAft>
              <a:buClr>
                <a:schemeClr val="lt1"/>
              </a:buClr>
              <a:buSzPts val="1300"/>
              <a:buFont typeface="Arial"/>
              <a:buNone/>
              <a:defRPr sz="1100"/>
            </a:lvl2pPr>
            <a:lvl3pPr marL="1371600" lvl="2" indent="-228600" algn="l" rtl="0">
              <a:lnSpc>
                <a:spcPct val="140000"/>
              </a:lnSpc>
              <a:spcBef>
                <a:spcPts val="0"/>
              </a:spcBef>
              <a:spcAft>
                <a:spcPts val="0"/>
              </a:spcAft>
              <a:buClr>
                <a:schemeClr val="lt1"/>
              </a:buClr>
              <a:buSzPts val="1100"/>
              <a:buFont typeface="Arial"/>
              <a:buNone/>
              <a:defRPr sz="1100"/>
            </a:lvl3pPr>
            <a:lvl4pPr marL="1828800" lvl="3" indent="-228600" algn="l" rtl="0">
              <a:lnSpc>
                <a:spcPct val="140000"/>
              </a:lnSpc>
              <a:spcBef>
                <a:spcPts val="0"/>
              </a:spcBef>
              <a:spcAft>
                <a:spcPts val="0"/>
              </a:spcAft>
              <a:buClr>
                <a:schemeClr val="lt1"/>
              </a:buClr>
              <a:buSzPts val="1100"/>
              <a:buFont typeface="Arial"/>
              <a:buNone/>
              <a:defRPr sz="1100"/>
            </a:lvl4pPr>
            <a:lvl5pPr marL="2286000" lvl="4" indent="-228600" algn="l" rtl="0">
              <a:lnSpc>
                <a:spcPct val="140000"/>
              </a:lnSpc>
              <a:spcBef>
                <a:spcPts val="0"/>
              </a:spcBef>
              <a:spcAft>
                <a:spcPts val="0"/>
              </a:spcAft>
              <a:buClr>
                <a:schemeClr val="lt1"/>
              </a:buClr>
              <a:buSzPts val="1300"/>
              <a:buFont typeface="Arial"/>
              <a:buNone/>
              <a:defRPr sz="1100"/>
            </a:lvl5pPr>
            <a:lvl6pPr marL="2743200" lvl="5" indent="-273050" algn="l" rtl="0">
              <a:lnSpc>
                <a:spcPct val="90000"/>
              </a:lnSpc>
              <a:spcBef>
                <a:spcPts val="300"/>
              </a:spcBef>
              <a:spcAft>
                <a:spcPts val="0"/>
              </a:spcAft>
              <a:buClr>
                <a:schemeClr val="lt1"/>
              </a:buClr>
              <a:buSzPts val="700"/>
              <a:buChar char="•"/>
              <a:defRPr/>
            </a:lvl6pPr>
            <a:lvl7pPr marL="3200400" lvl="6" indent="-273050" algn="l" rtl="0">
              <a:lnSpc>
                <a:spcPct val="90000"/>
              </a:lnSpc>
              <a:spcBef>
                <a:spcPts val="300"/>
              </a:spcBef>
              <a:spcAft>
                <a:spcPts val="0"/>
              </a:spcAft>
              <a:buClr>
                <a:schemeClr val="lt1"/>
              </a:buClr>
              <a:buSzPts val="700"/>
              <a:buChar char="•"/>
              <a:defRPr/>
            </a:lvl7pPr>
            <a:lvl8pPr marL="3657600" lvl="7" indent="-273050" algn="l" rtl="0">
              <a:lnSpc>
                <a:spcPct val="90000"/>
              </a:lnSpc>
              <a:spcBef>
                <a:spcPts val="300"/>
              </a:spcBef>
              <a:spcAft>
                <a:spcPts val="0"/>
              </a:spcAft>
              <a:buClr>
                <a:schemeClr val="lt1"/>
              </a:buClr>
              <a:buSzPts val="700"/>
              <a:buChar char="•"/>
              <a:defRPr/>
            </a:lvl8pPr>
            <a:lvl9pPr marL="4114800" lvl="8" indent="-273050" algn="l" rtl="0">
              <a:lnSpc>
                <a:spcPct val="90000"/>
              </a:lnSpc>
              <a:spcBef>
                <a:spcPts val="300"/>
              </a:spcBef>
              <a:spcAft>
                <a:spcPts val="0"/>
              </a:spcAft>
              <a:buClr>
                <a:schemeClr val="lt1"/>
              </a:buClr>
              <a:buSzPts val="700"/>
              <a:buChar char="•"/>
              <a:defRPr/>
            </a:lvl9pPr>
          </a:lstStyle>
          <a:p>
            <a:endParaRPr/>
          </a:p>
        </p:txBody>
      </p:sp>
      <p:pic>
        <p:nvPicPr>
          <p:cNvPr id="121" name="Google Shape;121;p22"/>
          <p:cNvPicPr preferRelativeResize="0"/>
          <p:nvPr/>
        </p:nvPicPr>
        <p:blipFill rotWithShape="1">
          <a:blip r:embed="rId2">
            <a:alphaModFix/>
          </a:blip>
          <a:srcRect/>
          <a:stretch/>
        </p:blipFill>
        <p:spPr>
          <a:xfrm>
            <a:off x="6128814" y="2274508"/>
            <a:ext cx="2668411" cy="2254868"/>
          </a:xfrm>
          <a:prstGeom prst="rect">
            <a:avLst/>
          </a:prstGeom>
          <a:noFill/>
          <a:ln>
            <a:noFill/>
          </a:ln>
        </p:spPr>
      </p:pic>
      <p:pic>
        <p:nvPicPr>
          <p:cNvPr id="122" name="Google Shape;122;p22"/>
          <p:cNvPicPr preferRelativeResize="0"/>
          <p:nvPr/>
        </p:nvPicPr>
        <p:blipFill rotWithShape="1">
          <a:blip r:embed="rId3">
            <a:alphaModFix/>
          </a:blip>
          <a:srcRect/>
          <a:stretch/>
        </p:blipFill>
        <p:spPr>
          <a:xfrm>
            <a:off x="355100" y="4165717"/>
            <a:ext cx="627051" cy="551605"/>
          </a:xfrm>
          <a:prstGeom prst="rect">
            <a:avLst/>
          </a:prstGeom>
          <a:noFill/>
          <a:ln>
            <a:noFill/>
          </a:ln>
        </p:spPr>
      </p:pic>
      <p:pic>
        <p:nvPicPr>
          <p:cNvPr id="123" name="Google Shape;123;p22"/>
          <p:cNvPicPr preferRelativeResize="0"/>
          <p:nvPr/>
        </p:nvPicPr>
        <p:blipFill rotWithShape="1">
          <a:blip r:embed="rId2">
            <a:alphaModFix/>
          </a:blip>
          <a:srcRect/>
          <a:stretch/>
        </p:blipFill>
        <p:spPr>
          <a:xfrm>
            <a:off x="6128814" y="2274508"/>
            <a:ext cx="2668411" cy="2254868"/>
          </a:xfrm>
          <a:prstGeom prst="rect">
            <a:avLst/>
          </a:prstGeom>
          <a:noFill/>
          <a:ln>
            <a:noFill/>
          </a:ln>
        </p:spPr>
      </p:pic>
      <p:pic>
        <p:nvPicPr>
          <p:cNvPr id="124" name="Google Shape;124;p22"/>
          <p:cNvPicPr preferRelativeResize="0"/>
          <p:nvPr/>
        </p:nvPicPr>
        <p:blipFill rotWithShape="1">
          <a:blip r:embed="rId3">
            <a:alphaModFix/>
          </a:blip>
          <a:srcRect/>
          <a:stretch/>
        </p:blipFill>
        <p:spPr>
          <a:xfrm>
            <a:off x="355100" y="4165717"/>
            <a:ext cx="627051" cy="551605"/>
          </a:xfrm>
          <a:prstGeom prst="rect">
            <a:avLst/>
          </a:prstGeom>
          <a:noFill/>
          <a:ln>
            <a:noFill/>
          </a:ln>
        </p:spPr>
      </p:pic>
      <p:pic>
        <p:nvPicPr>
          <p:cNvPr id="125" name="Google Shape;125;p22"/>
          <p:cNvPicPr preferRelativeResize="0"/>
          <p:nvPr/>
        </p:nvPicPr>
        <p:blipFill rotWithShape="1">
          <a:blip r:embed="rId2">
            <a:alphaModFix/>
          </a:blip>
          <a:srcRect/>
          <a:stretch/>
        </p:blipFill>
        <p:spPr>
          <a:xfrm>
            <a:off x="6128814" y="2274508"/>
            <a:ext cx="2668411" cy="2254868"/>
          </a:xfrm>
          <a:prstGeom prst="rect">
            <a:avLst/>
          </a:prstGeom>
          <a:noFill/>
          <a:ln>
            <a:noFill/>
          </a:ln>
        </p:spPr>
      </p:pic>
      <p:pic>
        <p:nvPicPr>
          <p:cNvPr id="126" name="Google Shape;126;p22"/>
          <p:cNvPicPr preferRelativeResize="0"/>
          <p:nvPr/>
        </p:nvPicPr>
        <p:blipFill rotWithShape="1">
          <a:blip r:embed="rId3">
            <a:alphaModFix/>
          </a:blip>
          <a:srcRect/>
          <a:stretch/>
        </p:blipFill>
        <p:spPr>
          <a:xfrm>
            <a:off x="355100" y="4165717"/>
            <a:ext cx="627051" cy="5516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chemeClr val="dk1"/>
        </a:solidFill>
        <a:effectLst/>
      </p:bgPr>
    </p:bg>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39879" y="1525171"/>
            <a:ext cx="8457600" cy="2092200"/>
          </a:xfrm>
          <a:prstGeom prst="rect">
            <a:avLst/>
          </a:prstGeom>
          <a:noFill/>
          <a:ln>
            <a:noFill/>
          </a:ln>
        </p:spPr>
        <p:txBody>
          <a:bodyPr spcFirstLastPara="1" wrap="square" lIns="0" tIns="0" rIns="0" bIns="0" anchor="b" anchorCtr="0">
            <a:noAutofit/>
          </a:bodyPr>
          <a:lstStyle>
            <a:lvl1pPr lvl="0" algn="l" rtl="0">
              <a:lnSpc>
                <a:spcPct val="116666"/>
              </a:lnSpc>
              <a:spcBef>
                <a:spcPts val="0"/>
              </a:spcBef>
              <a:spcAft>
                <a:spcPts val="0"/>
              </a:spcAft>
              <a:buClr>
                <a:schemeClr val="lt1"/>
              </a:buClr>
              <a:buSzPts val="2700"/>
              <a:buFont typeface="Arial"/>
              <a:buNone/>
              <a:defRPr sz="2700" b="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29" name="Google Shape;129;p23"/>
          <p:cNvCxnSpPr/>
          <p:nvPr/>
        </p:nvCxnSpPr>
        <p:spPr>
          <a:xfrm>
            <a:off x="339879" y="3766542"/>
            <a:ext cx="8457600" cy="0"/>
          </a:xfrm>
          <a:prstGeom prst="straightConnector1">
            <a:avLst/>
          </a:prstGeom>
          <a:noFill/>
          <a:ln w="9525" cap="flat" cmpd="sng">
            <a:solidFill>
              <a:schemeClr val="lt1"/>
            </a:solidFill>
            <a:prstDash val="solid"/>
            <a:miter lim="800000"/>
            <a:headEnd type="none" w="sm" len="sm"/>
            <a:tailEnd type="none" w="sm" len="sm"/>
          </a:ln>
        </p:spPr>
      </p:cxnSp>
      <p:sp>
        <p:nvSpPr>
          <p:cNvPr id="130" name="Google Shape;130;p23"/>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Half Span">
  <p:cSld name="One Column Half Span">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39880" y="286645"/>
            <a:ext cx="84576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33" name="Google Shape;133;p24"/>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134" name="Google Shape;134;p24"/>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4"/>
          <p:cNvSpPr txBox="1">
            <a:spLocks noGrp="1"/>
          </p:cNvSpPr>
          <p:nvPr>
            <p:ph type="body" idx="1"/>
          </p:nvPr>
        </p:nvSpPr>
        <p:spPr>
          <a:xfrm>
            <a:off x="347898" y="947213"/>
            <a:ext cx="4104000" cy="37350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a:off x="339880" y="286645"/>
            <a:ext cx="84576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38" name="Google Shape;138;p25"/>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139" name="Google Shape;139;p25"/>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2"/>
        </a:solidFill>
        <a:effectLst/>
      </p:bgPr>
    </p:bg>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339880" y="1358578"/>
            <a:ext cx="8457600" cy="1381200"/>
          </a:xfrm>
          <a:prstGeom prst="rect">
            <a:avLst/>
          </a:prstGeom>
          <a:noFill/>
          <a:ln>
            <a:noFill/>
          </a:ln>
        </p:spPr>
        <p:txBody>
          <a:bodyPr spcFirstLastPara="1" wrap="square" lIns="0" tIns="0" rIns="0" bIns="0" anchor="t" anchorCtr="0">
            <a:noAutofit/>
          </a:bodyPr>
          <a:lstStyle>
            <a:lvl1pPr lvl="0" algn="l" rtl="0">
              <a:lnSpc>
                <a:spcPct val="120000"/>
              </a:lnSpc>
              <a:spcBef>
                <a:spcPts val="0"/>
              </a:spcBef>
              <a:spcAft>
                <a:spcPts val="0"/>
              </a:spcAft>
              <a:buClr>
                <a:schemeClr val="lt1"/>
              </a:buClr>
              <a:buSzPts val="2200"/>
              <a:buFont typeface="Arial"/>
              <a:buNone/>
              <a:defRPr sz="2200" b="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142" name="Google Shape;142;p26"/>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43"/>
        <p:cNvGrpSpPr/>
        <p:nvPr/>
      </p:nvGrpSpPr>
      <p:grpSpPr>
        <a:xfrm>
          <a:off x="0" y="0"/>
          <a:ext cx="0" cy="0"/>
          <a:chOff x="0" y="0"/>
          <a:chExt cx="0" cy="0"/>
        </a:xfrm>
      </p:grpSpPr>
      <p:sp>
        <p:nvSpPr>
          <p:cNvPr id="144" name="Google Shape;144;p27"/>
          <p:cNvSpPr txBox="1">
            <a:spLocks noGrp="1"/>
          </p:cNvSpPr>
          <p:nvPr>
            <p:ph type="body" idx="1"/>
          </p:nvPr>
        </p:nvSpPr>
        <p:spPr>
          <a:xfrm>
            <a:off x="347333" y="4134480"/>
            <a:ext cx="8450100" cy="547800"/>
          </a:xfrm>
          <a:prstGeom prst="rect">
            <a:avLst/>
          </a:prstGeom>
          <a:noFill/>
          <a:ln>
            <a:noFill/>
          </a:ln>
        </p:spPr>
        <p:txBody>
          <a:bodyPr spcFirstLastPara="1" wrap="square" lIns="0" tIns="0" rIns="0" bIns="0" anchor="t" anchorCtr="0">
            <a:normAutofit/>
          </a:bodyPr>
          <a:lstStyle>
            <a:lvl1pPr marL="457200" lvl="0" indent="-228600" algn="l" rtl="0">
              <a:lnSpc>
                <a:spcPct val="140000"/>
              </a:lnSpc>
              <a:spcBef>
                <a:spcPts val="900"/>
              </a:spcBef>
              <a:spcAft>
                <a:spcPts val="0"/>
              </a:spcAft>
              <a:buClr>
                <a:srgbClr val="8B8A9C"/>
              </a:buClr>
              <a:buSzPts val="1100"/>
              <a:buNone/>
              <a:defRPr sz="1100">
                <a:solidFill>
                  <a:srgbClr val="8B8A9C"/>
                </a:solidFill>
              </a:defRPr>
            </a:lvl1pPr>
            <a:lvl2pPr marL="914400" lvl="1" indent="-228600" algn="l" rtl="0">
              <a:lnSpc>
                <a:spcPct val="181573"/>
              </a:lnSpc>
              <a:spcBef>
                <a:spcPts val="900"/>
              </a:spcBef>
              <a:spcAft>
                <a:spcPts val="0"/>
              </a:spcAft>
              <a:buClr>
                <a:srgbClr val="8B8A9C"/>
              </a:buClr>
              <a:buSzPts val="1300"/>
              <a:buNone/>
              <a:defRPr sz="1100">
                <a:solidFill>
                  <a:srgbClr val="8B8A9C"/>
                </a:solidFill>
              </a:defRPr>
            </a:lvl2pPr>
            <a:lvl3pPr marL="1371600" lvl="2" indent="-228600" algn="l" rtl="0">
              <a:lnSpc>
                <a:spcPct val="201718"/>
              </a:lnSpc>
              <a:spcBef>
                <a:spcPts val="900"/>
              </a:spcBef>
              <a:spcAft>
                <a:spcPts val="0"/>
              </a:spcAft>
              <a:buClr>
                <a:srgbClr val="8B8A9C"/>
              </a:buClr>
              <a:buSzPts val="1000"/>
              <a:buNone/>
              <a:defRPr sz="1000">
                <a:solidFill>
                  <a:srgbClr val="8B8A9C"/>
                </a:solidFill>
              </a:defRPr>
            </a:lvl3pPr>
            <a:lvl4pPr marL="1828800" lvl="3" indent="-228600" algn="l" rtl="0">
              <a:lnSpc>
                <a:spcPct val="226795"/>
              </a:lnSpc>
              <a:spcBef>
                <a:spcPts val="900"/>
              </a:spcBef>
              <a:spcAft>
                <a:spcPts val="0"/>
              </a:spcAft>
              <a:buClr>
                <a:srgbClr val="8B8A9C"/>
              </a:buClr>
              <a:buSzPts val="900"/>
              <a:buNone/>
              <a:defRPr sz="900">
                <a:solidFill>
                  <a:srgbClr val="8B8A9C"/>
                </a:solidFill>
              </a:defRPr>
            </a:lvl4pPr>
            <a:lvl5pPr marL="2286000" lvl="4" indent="-228600" algn="l" rtl="0">
              <a:lnSpc>
                <a:spcPct val="226795"/>
              </a:lnSpc>
              <a:spcBef>
                <a:spcPts val="900"/>
              </a:spcBef>
              <a:spcAft>
                <a:spcPts val="0"/>
              </a:spcAft>
              <a:buClr>
                <a:srgbClr val="8B8A9C"/>
              </a:buClr>
              <a:buSzPts val="1000"/>
              <a:buNone/>
              <a:defRPr sz="900">
                <a:solidFill>
                  <a:srgbClr val="8B8A9C"/>
                </a:solidFill>
              </a:defRPr>
            </a:lvl5pPr>
            <a:lvl6pPr marL="2743200" lvl="5" indent="-228600" algn="l" rtl="0">
              <a:lnSpc>
                <a:spcPct val="90000"/>
              </a:lnSpc>
              <a:spcBef>
                <a:spcPts val="300"/>
              </a:spcBef>
              <a:spcAft>
                <a:spcPts val="0"/>
              </a:spcAft>
              <a:buClr>
                <a:srgbClr val="8B8A9C"/>
              </a:buClr>
              <a:buSzPts val="900"/>
              <a:buNone/>
              <a:defRPr sz="900">
                <a:solidFill>
                  <a:srgbClr val="8B8A9C"/>
                </a:solidFill>
              </a:defRPr>
            </a:lvl6pPr>
            <a:lvl7pPr marL="3200400" lvl="6" indent="-228600" algn="l" rtl="0">
              <a:lnSpc>
                <a:spcPct val="90000"/>
              </a:lnSpc>
              <a:spcBef>
                <a:spcPts val="300"/>
              </a:spcBef>
              <a:spcAft>
                <a:spcPts val="0"/>
              </a:spcAft>
              <a:buClr>
                <a:srgbClr val="8B8A9C"/>
              </a:buClr>
              <a:buSzPts val="900"/>
              <a:buNone/>
              <a:defRPr sz="900">
                <a:solidFill>
                  <a:srgbClr val="8B8A9C"/>
                </a:solidFill>
              </a:defRPr>
            </a:lvl7pPr>
            <a:lvl8pPr marL="3657600" lvl="7" indent="-228600" algn="l" rtl="0">
              <a:lnSpc>
                <a:spcPct val="90000"/>
              </a:lnSpc>
              <a:spcBef>
                <a:spcPts val="300"/>
              </a:spcBef>
              <a:spcAft>
                <a:spcPts val="0"/>
              </a:spcAft>
              <a:buClr>
                <a:srgbClr val="8B8A9C"/>
              </a:buClr>
              <a:buSzPts val="900"/>
              <a:buNone/>
              <a:defRPr sz="900">
                <a:solidFill>
                  <a:srgbClr val="8B8A9C"/>
                </a:solidFill>
              </a:defRPr>
            </a:lvl8pPr>
            <a:lvl9pPr marL="4114800" lvl="8" indent="-228600" algn="l" rtl="0">
              <a:lnSpc>
                <a:spcPct val="90000"/>
              </a:lnSpc>
              <a:spcBef>
                <a:spcPts val="300"/>
              </a:spcBef>
              <a:spcAft>
                <a:spcPts val="0"/>
              </a:spcAft>
              <a:buClr>
                <a:srgbClr val="8B8A9C"/>
              </a:buClr>
              <a:buSzPts val="900"/>
              <a:buNone/>
              <a:defRPr sz="900">
                <a:solidFill>
                  <a:srgbClr val="8B8A9C"/>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5"/>
        <p:cNvGrpSpPr/>
        <p:nvPr/>
      </p:nvGrpSpPr>
      <p:grpSpPr>
        <a:xfrm>
          <a:off x="0" y="0"/>
          <a:ext cx="0" cy="0"/>
          <a:chOff x="0" y="0"/>
          <a:chExt cx="0" cy="0"/>
        </a:xfrm>
      </p:grpSpPr>
      <p:sp>
        <p:nvSpPr>
          <p:cNvPr id="146" name="Google Shape;146;p28"/>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2"/>
        </a:solidFill>
        <a:effectLst/>
      </p:bgPr>
    </p:bg>
    <p:spTree>
      <p:nvGrpSpPr>
        <p:cNvPr id="1" name="Shape 147"/>
        <p:cNvGrpSpPr/>
        <p:nvPr/>
      </p:nvGrpSpPr>
      <p:grpSpPr>
        <a:xfrm>
          <a:off x="0" y="0"/>
          <a:ext cx="0" cy="0"/>
          <a:chOff x="0" y="0"/>
          <a:chExt cx="0" cy="0"/>
        </a:xfrm>
      </p:grpSpPr>
      <p:sp>
        <p:nvSpPr>
          <p:cNvPr id="148" name="Google Shape;148;p29"/>
          <p:cNvSpPr txBox="1">
            <a:spLocks noGrp="1"/>
          </p:cNvSpPr>
          <p:nvPr>
            <p:ph type="subTitle" idx="1"/>
          </p:nvPr>
        </p:nvSpPr>
        <p:spPr>
          <a:xfrm>
            <a:off x="339880" y="3356896"/>
            <a:ext cx="8457600" cy="573900"/>
          </a:xfrm>
          <a:prstGeom prst="rect">
            <a:avLst/>
          </a:prstGeom>
          <a:noFill/>
          <a:ln>
            <a:noFill/>
          </a:ln>
        </p:spPr>
        <p:txBody>
          <a:bodyPr spcFirstLastPara="1" wrap="square" lIns="0" tIns="0" rIns="0" bIns="0" anchor="t" anchorCtr="0">
            <a:noAutofit/>
          </a:bodyPr>
          <a:lstStyle>
            <a:lvl1pPr lvl="0" algn="ctr" rtl="0">
              <a:lnSpc>
                <a:spcPct val="133333"/>
              </a:lnSpc>
              <a:spcBef>
                <a:spcPts val="900"/>
              </a:spcBef>
              <a:spcAft>
                <a:spcPts val="0"/>
              </a:spcAft>
              <a:buClr>
                <a:schemeClr val="lt1"/>
              </a:buClr>
              <a:buSzPts val="1300"/>
              <a:buNone/>
              <a:defRPr sz="1300"/>
            </a:lvl1pPr>
            <a:lvl2pPr lvl="1" algn="ctr" rtl="0">
              <a:lnSpc>
                <a:spcPct val="181573"/>
              </a:lnSpc>
              <a:spcBef>
                <a:spcPts val="900"/>
              </a:spcBef>
              <a:spcAft>
                <a:spcPts val="0"/>
              </a:spcAft>
              <a:buClr>
                <a:schemeClr val="lt1"/>
              </a:buClr>
              <a:buSzPts val="1300"/>
              <a:buNone/>
              <a:defRPr sz="1100"/>
            </a:lvl2pPr>
            <a:lvl3pPr lvl="2" algn="ctr" rtl="0">
              <a:lnSpc>
                <a:spcPct val="201718"/>
              </a:lnSpc>
              <a:spcBef>
                <a:spcPts val="900"/>
              </a:spcBef>
              <a:spcAft>
                <a:spcPts val="0"/>
              </a:spcAft>
              <a:buClr>
                <a:schemeClr val="lt1"/>
              </a:buClr>
              <a:buSzPts val="1000"/>
              <a:buNone/>
              <a:defRPr sz="1000"/>
            </a:lvl3pPr>
            <a:lvl4pPr lvl="3" algn="ctr" rtl="0">
              <a:lnSpc>
                <a:spcPct val="226795"/>
              </a:lnSpc>
              <a:spcBef>
                <a:spcPts val="900"/>
              </a:spcBef>
              <a:spcAft>
                <a:spcPts val="0"/>
              </a:spcAft>
              <a:buClr>
                <a:schemeClr val="lt1"/>
              </a:buClr>
              <a:buSzPts val="900"/>
              <a:buNone/>
              <a:defRPr sz="900"/>
            </a:lvl4pPr>
            <a:lvl5pPr lvl="4" algn="ctr" rtl="0">
              <a:lnSpc>
                <a:spcPct val="226795"/>
              </a:lnSpc>
              <a:spcBef>
                <a:spcPts val="900"/>
              </a:spcBef>
              <a:spcAft>
                <a:spcPts val="0"/>
              </a:spcAft>
              <a:buClr>
                <a:schemeClr val="lt1"/>
              </a:buClr>
              <a:buSzPts val="10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sp>
        <p:nvSpPr>
          <p:cNvPr id="149" name="Google Shape;149;p29"/>
          <p:cNvSpPr txBox="1">
            <a:spLocks noGrp="1"/>
          </p:cNvSpPr>
          <p:nvPr>
            <p:ph type="ctrTitle"/>
          </p:nvPr>
        </p:nvSpPr>
        <p:spPr>
          <a:xfrm>
            <a:off x="339880" y="1269823"/>
            <a:ext cx="8457600" cy="1914300"/>
          </a:xfrm>
          <a:prstGeom prst="rect">
            <a:avLst/>
          </a:prstGeom>
          <a:noFill/>
          <a:ln>
            <a:noFill/>
          </a:ln>
        </p:spPr>
        <p:txBody>
          <a:bodyPr spcFirstLastPara="1" wrap="square" lIns="0" tIns="0" rIns="0" bIns="0" anchor="b" anchorCtr="0">
            <a:noAutofit/>
          </a:bodyPr>
          <a:lstStyle>
            <a:lvl1pPr lvl="0" algn="ctr" rtl="0">
              <a:lnSpc>
                <a:spcPct val="100000"/>
              </a:lnSpc>
              <a:spcBef>
                <a:spcPts val="0"/>
              </a:spcBef>
              <a:spcAft>
                <a:spcPts val="0"/>
              </a:spcAft>
              <a:buClr>
                <a:schemeClr val="lt1"/>
              </a:buClr>
              <a:buSzPts val="11200"/>
              <a:buFont typeface="Arial"/>
              <a:buNone/>
              <a:defRPr sz="112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150" name="Google Shape;150;p29"/>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51"/>
        <p:cNvGrpSpPr/>
        <p:nvPr/>
      </p:nvGrpSpPr>
      <p:grpSpPr>
        <a:xfrm>
          <a:off x="0" y="0"/>
          <a:ext cx="0" cy="0"/>
          <a:chOff x="0" y="0"/>
          <a:chExt cx="0" cy="0"/>
        </a:xfrm>
      </p:grpSpPr>
      <p:sp>
        <p:nvSpPr>
          <p:cNvPr id="152" name="Google Shape;152;p30"/>
          <p:cNvSpPr/>
          <p:nvPr/>
        </p:nvSpPr>
        <p:spPr>
          <a:xfrm>
            <a:off x="4319978" y="0"/>
            <a:ext cx="4824000" cy="5143500"/>
          </a:xfrm>
          <a:prstGeom prst="rect">
            <a:avLst/>
          </a:prstGeom>
          <a:solidFill>
            <a:schemeClr val="dk2"/>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153" name="Google Shape;153;p30"/>
          <p:cNvCxnSpPr/>
          <p:nvPr/>
        </p:nvCxnSpPr>
        <p:spPr>
          <a:xfrm>
            <a:off x="339880" y="571500"/>
            <a:ext cx="3391800" cy="0"/>
          </a:xfrm>
          <a:prstGeom prst="straightConnector1">
            <a:avLst/>
          </a:prstGeom>
          <a:noFill/>
          <a:ln w="9525" cap="flat" cmpd="sng">
            <a:solidFill>
              <a:schemeClr val="accent1"/>
            </a:solidFill>
            <a:prstDash val="solid"/>
            <a:miter lim="800000"/>
            <a:headEnd type="none" w="sm" len="sm"/>
            <a:tailEnd type="none" w="sm" len="sm"/>
          </a:ln>
        </p:spPr>
      </p:cxnSp>
      <p:sp>
        <p:nvSpPr>
          <p:cNvPr id="154" name="Google Shape;154;p30"/>
          <p:cNvSpPr txBox="1">
            <a:spLocks noGrp="1"/>
          </p:cNvSpPr>
          <p:nvPr>
            <p:ph type="body" idx="1"/>
          </p:nvPr>
        </p:nvSpPr>
        <p:spPr>
          <a:xfrm>
            <a:off x="4686286" y="571500"/>
            <a:ext cx="4111200" cy="41124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
        <p:nvSpPr>
          <p:cNvPr id="155" name="Google Shape;155;p30"/>
          <p:cNvSpPr txBox="1">
            <a:spLocks noGrp="1"/>
          </p:cNvSpPr>
          <p:nvPr>
            <p:ph type="title"/>
          </p:nvPr>
        </p:nvSpPr>
        <p:spPr>
          <a:xfrm>
            <a:off x="339881" y="286645"/>
            <a:ext cx="33918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156" name="Google Shape;156;p30"/>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7" name="Google Shape;157;p30"/>
          <p:cNvSpPr txBox="1">
            <a:spLocks noGrp="1"/>
          </p:cNvSpPr>
          <p:nvPr>
            <p:ph type="body" idx="2"/>
          </p:nvPr>
        </p:nvSpPr>
        <p:spPr>
          <a:xfrm>
            <a:off x="347898" y="944994"/>
            <a:ext cx="3383700" cy="37389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8"/>
        <p:cNvGrpSpPr/>
        <p:nvPr/>
      </p:nvGrpSpPr>
      <p:grpSpPr>
        <a:xfrm>
          <a:off x="0" y="0"/>
          <a:ext cx="0" cy="0"/>
          <a:chOff x="0" y="0"/>
          <a:chExt cx="0" cy="0"/>
        </a:xfrm>
      </p:grpSpPr>
      <p:sp>
        <p:nvSpPr>
          <p:cNvPr id="159" name="Google Shape;159;p31"/>
          <p:cNvSpPr txBox="1">
            <a:spLocks noGrp="1"/>
          </p:cNvSpPr>
          <p:nvPr>
            <p:ph type="body" idx="1"/>
          </p:nvPr>
        </p:nvSpPr>
        <p:spPr>
          <a:xfrm>
            <a:off x="335710" y="1060704"/>
            <a:ext cx="4118400" cy="35409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
        <p:nvSpPr>
          <p:cNvPr id="160" name="Google Shape;160;p31"/>
          <p:cNvSpPr txBox="1">
            <a:spLocks noGrp="1"/>
          </p:cNvSpPr>
          <p:nvPr>
            <p:ph type="body" idx="2"/>
          </p:nvPr>
        </p:nvSpPr>
        <p:spPr>
          <a:xfrm>
            <a:off x="4682118" y="1060704"/>
            <a:ext cx="4115400" cy="3540900"/>
          </a:xfrm>
          <a:prstGeom prst="rect">
            <a:avLst/>
          </a:prstGeom>
          <a:noFill/>
          <a:ln>
            <a:noFill/>
          </a:ln>
        </p:spPr>
        <p:txBody>
          <a:bodyPr spcFirstLastPara="1" wrap="square" lIns="0" tIns="0" rIns="0" bIns="0" anchor="t" anchorCtr="0">
            <a:noAutofit/>
          </a:bodyPr>
          <a:lstStyle>
            <a:lvl1pPr marL="457200" lvl="0" indent="-273050" algn="l" rtl="0">
              <a:lnSpc>
                <a:spcPct val="300000"/>
              </a:lnSpc>
              <a:spcBef>
                <a:spcPts val="900"/>
              </a:spcBef>
              <a:spcAft>
                <a:spcPts val="0"/>
              </a:spcAft>
              <a:buClr>
                <a:schemeClr val="dk1"/>
              </a:buClr>
              <a:buSzPts val="700"/>
              <a:buChar char="⦿"/>
              <a:defRPr/>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
        <p:nvSpPr>
          <p:cNvPr id="161" name="Google Shape;161;p31"/>
          <p:cNvSpPr txBox="1">
            <a:spLocks noGrp="1"/>
          </p:cNvSpPr>
          <p:nvPr>
            <p:ph type="title"/>
          </p:nvPr>
        </p:nvSpPr>
        <p:spPr>
          <a:xfrm>
            <a:off x="339880" y="286645"/>
            <a:ext cx="84576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62" name="Google Shape;162;p31"/>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163" name="Google Shape;163;p31"/>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64"/>
        <p:cNvGrpSpPr/>
        <p:nvPr/>
      </p:nvGrpSpPr>
      <p:grpSpPr>
        <a:xfrm>
          <a:off x="0" y="0"/>
          <a:ext cx="0" cy="0"/>
          <a:chOff x="0" y="0"/>
          <a:chExt cx="0" cy="0"/>
        </a:xfrm>
      </p:grpSpPr>
      <p:sp>
        <p:nvSpPr>
          <p:cNvPr id="165" name="Google Shape;165;p32"/>
          <p:cNvSpPr txBox="1">
            <a:spLocks noGrp="1"/>
          </p:cNvSpPr>
          <p:nvPr>
            <p:ph type="body" idx="1"/>
          </p:nvPr>
        </p:nvSpPr>
        <p:spPr>
          <a:xfrm>
            <a:off x="339879" y="948333"/>
            <a:ext cx="8460300" cy="3565500"/>
          </a:xfrm>
          <a:prstGeom prst="rect">
            <a:avLst/>
          </a:prstGeom>
          <a:noFill/>
          <a:ln>
            <a:noFill/>
          </a:ln>
        </p:spPr>
        <p:txBody>
          <a:bodyPr spcFirstLastPara="1" wrap="square" lIns="0" tIns="0" rIns="0" bIns="0" anchor="t" anchorCtr="0">
            <a:noAutofit/>
          </a:bodyPr>
          <a:lstStyle>
            <a:lvl1pPr marL="457200" lvl="0" indent="-330200" algn="l" rtl="0">
              <a:lnSpc>
                <a:spcPct val="122727"/>
              </a:lnSpc>
              <a:spcBef>
                <a:spcPts val="900"/>
              </a:spcBef>
              <a:spcAft>
                <a:spcPts val="0"/>
              </a:spcAft>
              <a:buClr>
                <a:schemeClr val="dk1"/>
              </a:buClr>
              <a:buSzPts val="1600"/>
              <a:buFont typeface="Noto Sans Symbols"/>
              <a:buChar char="⦿"/>
              <a:defRPr sz="1600"/>
            </a:lvl1pPr>
            <a:lvl2pPr marL="914400" lvl="1" indent="-279400" algn="l" rtl="0">
              <a:lnSpc>
                <a:spcPct val="300000"/>
              </a:lnSpc>
              <a:spcBef>
                <a:spcPts val="900"/>
              </a:spcBef>
              <a:spcAft>
                <a:spcPts val="0"/>
              </a:spcAft>
              <a:buClr>
                <a:schemeClr val="dk1"/>
              </a:buClr>
              <a:buSzPts val="800"/>
              <a:buChar char="•"/>
              <a:defRPr/>
            </a:lvl2pPr>
            <a:lvl3pPr marL="1371600" lvl="2" indent="-273050" algn="l" rtl="0">
              <a:lnSpc>
                <a:spcPct val="300000"/>
              </a:lnSpc>
              <a:spcBef>
                <a:spcPts val="900"/>
              </a:spcBef>
              <a:spcAft>
                <a:spcPts val="0"/>
              </a:spcAft>
              <a:buClr>
                <a:schemeClr val="dk1"/>
              </a:buClr>
              <a:buSzPts val="700"/>
              <a:buChar char="o"/>
              <a:defRPr/>
            </a:lvl3pPr>
            <a:lvl4pPr marL="1828800" lvl="3" indent="-273050" algn="l" rtl="0">
              <a:lnSpc>
                <a:spcPct val="300000"/>
              </a:lnSpc>
              <a:spcBef>
                <a:spcPts val="900"/>
              </a:spcBef>
              <a:spcAft>
                <a:spcPts val="0"/>
              </a:spcAft>
              <a:buClr>
                <a:schemeClr val="dk1"/>
              </a:buClr>
              <a:buSzPts val="700"/>
              <a:buChar char="⦿"/>
              <a:defRPr/>
            </a:lvl4pPr>
            <a:lvl5pPr marL="2286000" lvl="4" indent="-279400" algn="l" rtl="0">
              <a:lnSpc>
                <a:spcPct val="300000"/>
              </a:lnSpc>
              <a:spcBef>
                <a:spcPts val="90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
        <p:nvSpPr>
          <p:cNvPr id="166" name="Google Shape;166;p32"/>
          <p:cNvSpPr txBox="1">
            <a:spLocks noGrp="1"/>
          </p:cNvSpPr>
          <p:nvPr>
            <p:ph type="title"/>
          </p:nvPr>
        </p:nvSpPr>
        <p:spPr>
          <a:xfrm>
            <a:off x="339880" y="286645"/>
            <a:ext cx="8457600" cy="284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1"/>
              </a:buClr>
              <a:buSzPts val="1800"/>
              <a:buFont typeface="Arial"/>
              <a:buNone/>
              <a:defRPr sz="1800"/>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167" name="Google Shape;167;p32"/>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168" name="Google Shape;168;p32"/>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07 (light green)_divder page">
  <p:cSld name="Section 07 (light green)_divder page">
    <p:bg>
      <p:bgPr>
        <a:solidFill>
          <a:srgbClr val="7AC79B"/>
        </a:solidFill>
        <a:effectLst/>
      </p:bgPr>
    </p:bg>
    <p:spTree>
      <p:nvGrpSpPr>
        <p:cNvPr id="1" name="Shape 169"/>
        <p:cNvGrpSpPr/>
        <p:nvPr/>
      </p:nvGrpSpPr>
      <p:grpSpPr>
        <a:xfrm>
          <a:off x="0" y="0"/>
          <a:ext cx="0" cy="0"/>
          <a:chOff x="0" y="0"/>
          <a:chExt cx="0" cy="0"/>
        </a:xfrm>
      </p:grpSpPr>
      <p:sp>
        <p:nvSpPr>
          <p:cNvPr id="170" name="Google Shape;170;p33"/>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171" name="Google Shape;171;p33"/>
          <p:cNvPicPr preferRelativeResize="0"/>
          <p:nvPr/>
        </p:nvPicPr>
        <p:blipFill rotWithShape="1">
          <a:blip r:embed="rId2">
            <a:alphaModFix/>
          </a:blip>
          <a:srcRect/>
          <a:stretch/>
        </p:blipFill>
        <p:spPr>
          <a:xfrm>
            <a:off x="7452565" y="0"/>
            <a:ext cx="1177531" cy="1149043"/>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01 (yellow) layout 02">
  <p:cSld name="Section 01 (yellow) layout 02">
    <p:spTree>
      <p:nvGrpSpPr>
        <p:cNvPr id="1" name="Shape 172"/>
        <p:cNvGrpSpPr/>
        <p:nvPr/>
      </p:nvGrpSpPr>
      <p:grpSpPr>
        <a:xfrm>
          <a:off x="0" y="0"/>
          <a:ext cx="0" cy="0"/>
          <a:chOff x="0" y="0"/>
          <a:chExt cx="0" cy="0"/>
        </a:xfrm>
      </p:grpSpPr>
      <p:sp>
        <p:nvSpPr>
          <p:cNvPr id="173" name="Google Shape;173;p3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174" name="Google Shape;174;p3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175" name="Google Shape;175;p3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176" name="Google Shape;176;p34"/>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77" name="Google Shape;177;p34"/>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178" name="Google Shape;178;p34"/>
          <p:cNvSpPr txBox="1">
            <a:spLocks noGrp="1"/>
          </p:cNvSpPr>
          <p:nvPr>
            <p:ph type="body" idx="1"/>
          </p:nvPr>
        </p:nvSpPr>
        <p:spPr>
          <a:xfrm>
            <a:off x="353196" y="1194157"/>
            <a:ext cx="8410800" cy="3319500"/>
          </a:xfrm>
          <a:prstGeom prst="rect">
            <a:avLst/>
          </a:prstGeom>
          <a:noFill/>
          <a:ln>
            <a:noFill/>
          </a:ln>
        </p:spPr>
        <p:txBody>
          <a:bodyPr spcFirstLastPara="1" wrap="square" lIns="0" tIns="0" rIns="0" bIns="0" anchor="t" anchorCtr="0">
            <a:noAutofit/>
          </a:bodyPr>
          <a:lstStyle>
            <a:lvl1pPr marL="457200" lvl="0" indent="-273050" algn="l" rtl="0">
              <a:lnSpc>
                <a:spcPct val="90000"/>
              </a:lnSpc>
              <a:spcBef>
                <a:spcPts val="400"/>
              </a:spcBef>
              <a:spcAft>
                <a:spcPts val="0"/>
              </a:spcAft>
              <a:buClr>
                <a:srgbClr val="000000"/>
              </a:buClr>
              <a:buSzPts val="700"/>
              <a:buChar char="⦿"/>
              <a:defRPr/>
            </a:lvl1pPr>
            <a:lvl2pPr marL="914400" lvl="1" indent="-273050" algn="l" rtl="0">
              <a:lnSpc>
                <a:spcPct val="90000"/>
              </a:lnSpc>
              <a:spcBef>
                <a:spcPts val="200"/>
              </a:spcBef>
              <a:spcAft>
                <a:spcPts val="0"/>
              </a:spcAft>
              <a:buClr>
                <a:srgbClr val="000000"/>
              </a:buClr>
              <a:buSzPts val="700"/>
              <a:buChar char="•"/>
              <a:defRPr/>
            </a:lvl2pPr>
            <a:lvl3pPr marL="1371600" lvl="2" indent="-273050" algn="l" rtl="0">
              <a:lnSpc>
                <a:spcPct val="90000"/>
              </a:lnSpc>
              <a:spcBef>
                <a:spcPts val="200"/>
              </a:spcBef>
              <a:spcAft>
                <a:spcPts val="0"/>
              </a:spcAft>
              <a:buClr>
                <a:srgbClr val="000000"/>
              </a:buClr>
              <a:buSzPts val="700"/>
              <a:buChar char="o"/>
              <a:defRPr/>
            </a:lvl3pPr>
            <a:lvl4pPr marL="1828800" lvl="3" indent="-273050" algn="l" rtl="0">
              <a:lnSpc>
                <a:spcPct val="90000"/>
              </a:lnSpc>
              <a:spcBef>
                <a:spcPts val="200"/>
              </a:spcBef>
              <a:spcAft>
                <a:spcPts val="0"/>
              </a:spcAft>
              <a:buClr>
                <a:srgbClr val="000000"/>
              </a:buClr>
              <a:buSzPts val="700"/>
              <a:buChar char="⦿"/>
              <a:defRPr/>
            </a:lvl4pPr>
            <a:lvl5pPr marL="2286000" lvl="4" indent="-273050" algn="l" rtl="0">
              <a:lnSpc>
                <a:spcPct val="90000"/>
              </a:lnSpc>
              <a:spcBef>
                <a:spcPts val="200"/>
              </a:spcBef>
              <a:spcAft>
                <a:spcPts val="0"/>
              </a:spcAft>
              <a:buClr>
                <a:srgbClr val="000000"/>
              </a:buClr>
              <a:buSzPts val="700"/>
              <a:buChar char="•"/>
              <a:defRPr/>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ull Column Bullets">
  <p:cSld name="2_Full Column Bullets">
    <p:spTree>
      <p:nvGrpSpPr>
        <p:cNvPr id="1" name="Shape 179"/>
        <p:cNvGrpSpPr/>
        <p:nvPr/>
      </p:nvGrpSpPr>
      <p:grpSpPr>
        <a:xfrm>
          <a:off x="0" y="0"/>
          <a:ext cx="0" cy="0"/>
          <a:chOff x="0" y="0"/>
          <a:chExt cx="0" cy="0"/>
        </a:xfrm>
      </p:grpSpPr>
      <p:pic>
        <p:nvPicPr>
          <p:cNvPr id="180" name="Google Shape;180;p35"/>
          <p:cNvPicPr preferRelativeResize="0"/>
          <p:nvPr/>
        </p:nvPicPr>
        <p:blipFill rotWithShape="1">
          <a:blip r:embed="rId2">
            <a:alphaModFix/>
          </a:blip>
          <a:srcRect/>
          <a:stretch/>
        </p:blipFill>
        <p:spPr>
          <a:xfrm>
            <a:off x="0" y="-335"/>
            <a:ext cx="9141619" cy="5142164"/>
          </a:xfrm>
          <a:prstGeom prst="rect">
            <a:avLst/>
          </a:prstGeom>
          <a:noFill/>
          <a:ln>
            <a:noFill/>
          </a:ln>
        </p:spPr>
      </p:pic>
      <p:sp>
        <p:nvSpPr>
          <p:cNvPr id="181" name="Google Shape;181;p35"/>
          <p:cNvSpPr txBox="1">
            <a:spLocks noGrp="1"/>
          </p:cNvSpPr>
          <p:nvPr>
            <p:ph type="body" idx="1"/>
          </p:nvPr>
        </p:nvSpPr>
        <p:spPr>
          <a:xfrm>
            <a:off x="339880" y="956930"/>
            <a:ext cx="8460300" cy="3434100"/>
          </a:xfrm>
          <a:prstGeom prst="rect">
            <a:avLst/>
          </a:prstGeom>
          <a:noFill/>
          <a:ln>
            <a:noFill/>
          </a:ln>
        </p:spPr>
        <p:txBody>
          <a:bodyPr spcFirstLastPara="1" wrap="square" lIns="0" tIns="0" rIns="0" bIns="0" anchor="t" anchorCtr="0">
            <a:noAutofit/>
          </a:bodyPr>
          <a:lstStyle>
            <a:lvl1pPr marL="457200" marR="0" lvl="0" indent="-260350" algn="l" rtl="0">
              <a:lnSpc>
                <a:spcPct val="114000"/>
              </a:lnSpc>
              <a:spcBef>
                <a:spcPts val="0"/>
              </a:spcBef>
              <a:spcAft>
                <a:spcPts val="0"/>
              </a:spcAft>
              <a:buClr>
                <a:schemeClr val="dk1"/>
              </a:buClr>
              <a:buSzPts val="500"/>
              <a:buFont typeface="Noto Sans Symbols"/>
              <a:buChar char="⦿"/>
              <a:defRPr sz="1600" b="0" i="0" u="none" strike="noStrike" cap="none">
                <a:solidFill>
                  <a:schemeClr val="dk1"/>
                </a:solidFill>
                <a:latin typeface="Arial"/>
                <a:ea typeface="Arial"/>
                <a:cs typeface="Arial"/>
                <a:sym typeface="Arial"/>
              </a:defRPr>
            </a:lvl1pPr>
            <a:lvl2pPr marL="914400" marR="0" lvl="1"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2pPr>
            <a:lvl3pPr marL="1371600" marR="0" lvl="2" indent="-273050" algn="l" rtl="0">
              <a:lnSpc>
                <a:spcPct val="114000"/>
              </a:lnSpc>
              <a:spcBef>
                <a:spcPts val="0"/>
              </a:spcBef>
              <a:spcAft>
                <a:spcPts val="0"/>
              </a:spcAft>
              <a:buClr>
                <a:schemeClr val="dk1"/>
              </a:buClr>
              <a:buSzPts val="700"/>
              <a:buFont typeface="Courier New"/>
              <a:buChar char="o"/>
              <a:defRPr sz="1500" b="0" i="0" u="none" strike="noStrike" cap="none">
                <a:solidFill>
                  <a:schemeClr val="dk1"/>
                </a:solidFill>
                <a:latin typeface="Arial"/>
                <a:ea typeface="Arial"/>
                <a:cs typeface="Arial"/>
                <a:sym typeface="Arial"/>
              </a:defRPr>
            </a:lvl3pPr>
            <a:lvl4pPr marL="1828800" marR="0" lvl="3" indent="-254000" algn="l" rtl="0">
              <a:lnSpc>
                <a:spcPct val="114000"/>
              </a:lnSpc>
              <a:spcBef>
                <a:spcPts val="0"/>
              </a:spcBef>
              <a:spcAft>
                <a:spcPts val="0"/>
              </a:spcAft>
              <a:buClr>
                <a:schemeClr val="dk1"/>
              </a:buClr>
              <a:buSzPts val="400"/>
              <a:buFont typeface="Noto Sans Symbols"/>
              <a:buChar char="⦿"/>
              <a:defRPr sz="1500" b="0" i="0" u="none" strike="noStrike" cap="none">
                <a:solidFill>
                  <a:schemeClr val="dk1"/>
                </a:solidFill>
                <a:latin typeface="Arial"/>
                <a:ea typeface="Arial"/>
                <a:cs typeface="Arial"/>
                <a:sym typeface="Arial"/>
              </a:defRPr>
            </a:lvl4pPr>
            <a:lvl5pPr marL="2286000" marR="0" lvl="4"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5pPr>
            <a:lvl6pPr marL="2743200" marR="0" lvl="5"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6pPr>
            <a:lvl7pPr marL="3200400" marR="0" lvl="6"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7pPr>
            <a:lvl8pPr marL="3657600" marR="0" lvl="7"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8pPr>
            <a:lvl9pPr marL="4114800" marR="0" lvl="8"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182" name="Google Shape;182;p3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83" name="Google Shape;183;p3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01 (yellow)_divder page">
  <p:cSld name="Section 01 (yellow)_divder page">
    <p:bg>
      <p:bgPr>
        <a:solidFill>
          <a:srgbClr val="FFDD7F"/>
        </a:solidFill>
        <a:effectLst/>
      </p:bgPr>
    </p:bg>
    <p:spTree>
      <p:nvGrpSpPr>
        <p:cNvPr id="1" name="Shape 184"/>
        <p:cNvGrpSpPr/>
        <p:nvPr/>
      </p:nvGrpSpPr>
      <p:grpSpPr>
        <a:xfrm>
          <a:off x="0" y="0"/>
          <a:ext cx="0" cy="0"/>
          <a:chOff x="0" y="0"/>
          <a:chExt cx="0" cy="0"/>
        </a:xfrm>
      </p:grpSpPr>
      <p:sp>
        <p:nvSpPr>
          <p:cNvPr id="185" name="Google Shape;185;p36"/>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186" name="Google Shape;186;p36"/>
          <p:cNvPicPr preferRelativeResize="0"/>
          <p:nvPr/>
        </p:nvPicPr>
        <p:blipFill rotWithShape="1">
          <a:blip r:embed="rId2">
            <a:alphaModFix/>
          </a:blip>
          <a:srcRect/>
          <a:stretch/>
        </p:blipFill>
        <p:spPr>
          <a:xfrm>
            <a:off x="7452565" y="0"/>
            <a:ext cx="1177380" cy="1148894"/>
          </a:xfrm>
          <a:prstGeom prst="rect">
            <a:avLst/>
          </a:prstGeom>
          <a:noFill/>
          <a:ln>
            <a:noFill/>
          </a:ln>
        </p:spPr>
      </p:pic>
      <p:sp>
        <p:nvSpPr>
          <p:cNvPr id="187" name="Google Shape;187;p36"/>
          <p:cNvSpPr txBox="1"/>
          <p:nvPr/>
        </p:nvSpPr>
        <p:spPr>
          <a:xfrm>
            <a:off x="-1895788" y="1445559"/>
            <a:ext cx="0" cy="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000000"/>
              </a:buClr>
              <a:buSzPts val="1500"/>
              <a:buFont typeface="Arial"/>
              <a:buNone/>
            </a:pPr>
            <a:endParaRPr sz="1200" b="0" i="0" u="sng" strike="noStrike" cap="non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01 (yellow) layout 02 1">
  <p:cSld name="Section 01 (yellow) layout 02_1">
    <p:spTree>
      <p:nvGrpSpPr>
        <p:cNvPr id="1" name="Shape 188"/>
        <p:cNvGrpSpPr/>
        <p:nvPr/>
      </p:nvGrpSpPr>
      <p:grpSpPr>
        <a:xfrm>
          <a:off x="0" y="0"/>
          <a:ext cx="0" cy="0"/>
          <a:chOff x="0" y="0"/>
          <a:chExt cx="0" cy="0"/>
        </a:xfrm>
      </p:grpSpPr>
      <p:sp>
        <p:nvSpPr>
          <p:cNvPr id="189" name="Google Shape;189;p37"/>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190" name="Google Shape;190;p37"/>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191" name="Google Shape;191;p37"/>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192" name="Google Shape;192;p37"/>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93" name="Google Shape;193;p37"/>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194" name="Google Shape;194;p37"/>
          <p:cNvSpPr txBox="1">
            <a:spLocks noGrp="1"/>
          </p:cNvSpPr>
          <p:nvPr>
            <p:ph type="body" idx="1"/>
          </p:nvPr>
        </p:nvSpPr>
        <p:spPr>
          <a:xfrm>
            <a:off x="353196" y="1194157"/>
            <a:ext cx="8410500" cy="3319500"/>
          </a:xfrm>
          <a:prstGeom prst="rect">
            <a:avLst/>
          </a:prstGeom>
          <a:noFill/>
          <a:ln>
            <a:noFill/>
          </a:ln>
        </p:spPr>
        <p:txBody>
          <a:bodyPr spcFirstLastPara="1" wrap="square" lIns="0" tIns="0" rIns="0" bIns="0" anchor="t" anchorCtr="0">
            <a:noAutofit/>
          </a:bodyPr>
          <a:lstStyle>
            <a:lvl1pPr marL="457200" lvl="0" indent="-273050" algn="l" rtl="0">
              <a:lnSpc>
                <a:spcPct val="90000"/>
              </a:lnSpc>
              <a:spcBef>
                <a:spcPts val="400"/>
              </a:spcBef>
              <a:spcAft>
                <a:spcPts val="0"/>
              </a:spcAft>
              <a:buClr>
                <a:srgbClr val="000000"/>
              </a:buClr>
              <a:buSzPts val="700"/>
              <a:buChar char="⦿"/>
              <a:defRPr/>
            </a:lvl1pPr>
            <a:lvl2pPr marL="914400" lvl="1" indent="-273050" algn="l" rtl="0">
              <a:lnSpc>
                <a:spcPct val="90000"/>
              </a:lnSpc>
              <a:spcBef>
                <a:spcPts val="200"/>
              </a:spcBef>
              <a:spcAft>
                <a:spcPts val="0"/>
              </a:spcAft>
              <a:buClr>
                <a:srgbClr val="000000"/>
              </a:buClr>
              <a:buSzPts val="700"/>
              <a:buChar char="•"/>
              <a:defRPr/>
            </a:lvl2pPr>
            <a:lvl3pPr marL="1371600" lvl="2" indent="-273050" algn="l" rtl="0">
              <a:lnSpc>
                <a:spcPct val="90000"/>
              </a:lnSpc>
              <a:spcBef>
                <a:spcPts val="200"/>
              </a:spcBef>
              <a:spcAft>
                <a:spcPts val="0"/>
              </a:spcAft>
              <a:buClr>
                <a:srgbClr val="000000"/>
              </a:buClr>
              <a:buSzPts val="700"/>
              <a:buChar char="o"/>
              <a:defRPr/>
            </a:lvl3pPr>
            <a:lvl4pPr marL="1828800" lvl="3" indent="-273050" algn="l" rtl="0">
              <a:lnSpc>
                <a:spcPct val="90000"/>
              </a:lnSpc>
              <a:spcBef>
                <a:spcPts val="200"/>
              </a:spcBef>
              <a:spcAft>
                <a:spcPts val="0"/>
              </a:spcAft>
              <a:buClr>
                <a:srgbClr val="000000"/>
              </a:buClr>
              <a:buSzPts val="700"/>
              <a:buChar char="⦿"/>
              <a:defRPr/>
            </a:lvl4pPr>
            <a:lvl5pPr marL="2286000" lvl="4" indent="-273050" algn="l" rtl="0">
              <a:lnSpc>
                <a:spcPct val="90000"/>
              </a:lnSpc>
              <a:spcBef>
                <a:spcPts val="200"/>
              </a:spcBef>
              <a:spcAft>
                <a:spcPts val="0"/>
              </a:spcAft>
              <a:buClr>
                <a:srgbClr val="000000"/>
              </a:buClr>
              <a:buSzPts val="700"/>
              <a:buChar char="•"/>
              <a:defRPr/>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Section_01 (yellow) layout 02">
  <p:cSld name="1_Section_01 (yellow) layout 02_2">
    <p:spTree>
      <p:nvGrpSpPr>
        <p:cNvPr id="1" name="Shape 195"/>
        <p:cNvGrpSpPr/>
        <p:nvPr/>
      </p:nvGrpSpPr>
      <p:grpSpPr>
        <a:xfrm>
          <a:off x="0" y="0"/>
          <a:ext cx="0" cy="0"/>
          <a:chOff x="0" y="0"/>
          <a:chExt cx="0" cy="0"/>
        </a:xfrm>
      </p:grpSpPr>
      <p:sp>
        <p:nvSpPr>
          <p:cNvPr id="196" name="Google Shape;196;p38"/>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197" name="Google Shape;197;p38"/>
          <p:cNvSpPr/>
          <p:nvPr/>
        </p:nvSpPr>
        <p:spPr>
          <a:xfrm>
            <a:off x="0" y="-335"/>
            <a:ext cx="9144000" cy="870000"/>
          </a:xfrm>
          <a:prstGeom prst="rect">
            <a:avLst/>
          </a:prstGeom>
          <a:solidFill>
            <a:schemeClr val="dk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198" name="Google Shape;198;p3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199" name="Google Shape;199;p3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00" name="Google Shape;200;p38"/>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01" name="Google Shape;201;p38"/>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02" name="Google Shape;202;p38"/>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304800" algn="l" rtl="0">
              <a:lnSpc>
                <a:spcPct val="90000"/>
              </a:lnSpc>
              <a:spcBef>
                <a:spcPts val="400"/>
              </a:spcBef>
              <a:spcAft>
                <a:spcPts val="0"/>
              </a:spcAft>
              <a:buClr>
                <a:srgbClr val="000000"/>
              </a:buClr>
              <a:buSzPts val="1200"/>
              <a:buFont typeface="Arial"/>
              <a:buChar char="⦿"/>
              <a:defRPr sz="1200"/>
            </a:lvl1pPr>
            <a:lvl2pPr marL="914400" lvl="1" indent="-304800" algn="l" rtl="0">
              <a:lnSpc>
                <a:spcPct val="90000"/>
              </a:lnSpc>
              <a:spcBef>
                <a:spcPts val="200"/>
              </a:spcBef>
              <a:spcAft>
                <a:spcPts val="0"/>
              </a:spcAft>
              <a:buClr>
                <a:srgbClr val="000000"/>
              </a:buClr>
              <a:buSzPts val="1200"/>
              <a:buChar char="•"/>
              <a:defRPr sz="1200"/>
            </a:lvl2pPr>
            <a:lvl3pPr marL="1371600" lvl="2" indent="-304800" algn="l" rtl="0">
              <a:lnSpc>
                <a:spcPct val="90000"/>
              </a:lnSpc>
              <a:spcBef>
                <a:spcPts val="200"/>
              </a:spcBef>
              <a:spcAft>
                <a:spcPts val="0"/>
              </a:spcAft>
              <a:buClr>
                <a:srgbClr val="000000"/>
              </a:buClr>
              <a:buSzPts val="1200"/>
              <a:buChar char="o"/>
              <a:defRPr sz="1200"/>
            </a:lvl3pPr>
            <a:lvl4pPr marL="1828800" lvl="3" indent="-304800" algn="l" rtl="0">
              <a:lnSpc>
                <a:spcPct val="90000"/>
              </a:lnSpc>
              <a:spcBef>
                <a:spcPts val="200"/>
              </a:spcBef>
              <a:spcAft>
                <a:spcPts val="0"/>
              </a:spcAft>
              <a:buClr>
                <a:srgbClr val="000000"/>
              </a:buClr>
              <a:buSzPts val="1200"/>
              <a:buChar char="⦿"/>
              <a:defRPr sz="1200"/>
            </a:lvl4pPr>
            <a:lvl5pPr marL="2286000" lvl="4" indent="-304800" algn="l" rtl="0">
              <a:lnSpc>
                <a:spcPct val="90000"/>
              </a:lnSpc>
              <a:spcBef>
                <a:spcPts val="200"/>
              </a:spcBef>
              <a:spcAft>
                <a:spcPts val="0"/>
              </a:spcAft>
              <a:buClr>
                <a:srgbClr val="000000"/>
              </a:buClr>
              <a:buSzPts val="1200"/>
              <a:buChar char="•"/>
              <a:defRPr sz="1200"/>
            </a:lvl5pPr>
            <a:lvl6pPr marL="2743200" lvl="5" indent="-292100" algn="l" rtl="0">
              <a:lnSpc>
                <a:spcPct val="100000"/>
              </a:lnSpc>
              <a:spcBef>
                <a:spcPts val="0"/>
              </a:spcBef>
              <a:spcAft>
                <a:spcPts val="0"/>
              </a:spcAft>
              <a:buSzPts val="1000"/>
              <a:buChar char="•"/>
              <a:defRPr/>
            </a:lvl6pPr>
            <a:lvl7pPr marL="3200400" lvl="6" indent="-292100" algn="l" rtl="0">
              <a:lnSpc>
                <a:spcPct val="100000"/>
              </a:lnSpc>
              <a:spcBef>
                <a:spcPts val="0"/>
              </a:spcBef>
              <a:spcAft>
                <a:spcPts val="0"/>
              </a:spcAft>
              <a:buSzPts val="1000"/>
              <a:buChar char="•"/>
              <a:defRPr/>
            </a:lvl7pPr>
            <a:lvl8pPr marL="3657600" lvl="7" indent="-292100" algn="l" rtl="0">
              <a:lnSpc>
                <a:spcPct val="100000"/>
              </a:lnSpc>
              <a:spcBef>
                <a:spcPts val="0"/>
              </a:spcBef>
              <a:spcAft>
                <a:spcPts val="0"/>
              </a:spcAft>
              <a:buSzPts val="1000"/>
              <a:buChar char="•"/>
              <a:defRPr/>
            </a:lvl8pPr>
            <a:lvl9pPr marL="4114800" lvl="8" indent="-292100" algn="l" rtl="0">
              <a:lnSpc>
                <a:spcPct val="100000"/>
              </a:lnSpc>
              <a:spcBef>
                <a:spcPts val="0"/>
              </a:spcBef>
              <a:spcAft>
                <a:spcPts val="0"/>
              </a:spcAft>
              <a:buSzPts val="10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04 (pink)_divder page">
  <p:cSld name="Section 04 (pink)_divder page">
    <p:bg>
      <p:bgPr>
        <a:solidFill>
          <a:srgbClr val="F2728C"/>
        </a:solidFill>
        <a:effectLst/>
      </p:bgPr>
    </p:bg>
    <p:spTree>
      <p:nvGrpSpPr>
        <p:cNvPr id="1" name="Shape 203"/>
        <p:cNvGrpSpPr/>
        <p:nvPr/>
      </p:nvGrpSpPr>
      <p:grpSpPr>
        <a:xfrm>
          <a:off x="0" y="0"/>
          <a:ext cx="0" cy="0"/>
          <a:chOff x="0" y="0"/>
          <a:chExt cx="0" cy="0"/>
        </a:xfrm>
      </p:grpSpPr>
      <p:sp>
        <p:nvSpPr>
          <p:cNvPr id="204" name="Google Shape;204;p39"/>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205" name="Google Shape;205;p39"/>
          <p:cNvPicPr preferRelativeResize="0"/>
          <p:nvPr/>
        </p:nvPicPr>
        <p:blipFill rotWithShape="1">
          <a:blip r:embed="rId2">
            <a:alphaModFix/>
          </a:blip>
          <a:srcRect/>
          <a:stretch/>
        </p:blipFill>
        <p:spPr>
          <a:xfrm>
            <a:off x="7452565" y="0"/>
            <a:ext cx="1177378" cy="1148894"/>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ull Column Bullets 1">
  <p:cSld name="Full Column Bullets 1">
    <p:spTree>
      <p:nvGrpSpPr>
        <p:cNvPr id="1" name="Shape 206"/>
        <p:cNvGrpSpPr/>
        <p:nvPr/>
      </p:nvGrpSpPr>
      <p:grpSpPr>
        <a:xfrm>
          <a:off x="0" y="0"/>
          <a:ext cx="0" cy="0"/>
          <a:chOff x="0" y="0"/>
          <a:chExt cx="0" cy="0"/>
        </a:xfrm>
      </p:grpSpPr>
      <p:sp>
        <p:nvSpPr>
          <p:cNvPr id="207" name="Google Shape;207;p40"/>
          <p:cNvSpPr txBox="1">
            <a:spLocks noGrp="1"/>
          </p:cNvSpPr>
          <p:nvPr>
            <p:ph type="body" idx="1"/>
          </p:nvPr>
        </p:nvSpPr>
        <p:spPr>
          <a:xfrm>
            <a:off x="339879" y="744736"/>
            <a:ext cx="8460300" cy="3646200"/>
          </a:xfrm>
          <a:prstGeom prst="rect">
            <a:avLst/>
          </a:prstGeom>
          <a:noFill/>
          <a:ln>
            <a:noFill/>
          </a:ln>
        </p:spPr>
        <p:txBody>
          <a:bodyPr spcFirstLastPara="1" wrap="square" lIns="0" tIns="0" rIns="0" bIns="0" anchor="t" anchorCtr="0">
            <a:noAutofit/>
          </a:bodyPr>
          <a:lstStyle>
            <a:lvl1pPr marL="457200" lvl="0" indent="-292100" algn="l" rtl="0">
              <a:lnSpc>
                <a:spcPct val="120000"/>
              </a:lnSpc>
              <a:spcBef>
                <a:spcPts val="0"/>
              </a:spcBef>
              <a:spcAft>
                <a:spcPts val="0"/>
              </a:spcAft>
              <a:buClr>
                <a:schemeClr val="dk1"/>
              </a:buClr>
              <a:buSzPts val="1000"/>
              <a:buFont typeface="Noto Sans Symbols"/>
              <a:buChar char="⦿"/>
              <a:defRPr sz="1600"/>
            </a:lvl1pPr>
            <a:lvl2pPr marL="914400" lvl="1" indent="-279400" algn="l" rtl="0">
              <a:lnSpc>
                <a:spcPct val="114000"/>
              </a:lnSpc>
              <a:spcBef>
                <a:spcPts val="0"/>
              </a:spcBef>
              <a:spcAft>
                <a:spcPts val="0"/>
              </a:spcAft>
              <a:buClr>
                <a:schemeClr val="dk1"/>
              </a:buClr>
              <a:buSzPts val="800"/>
              <a:buChar char="•"/>
              <a:defRPr/>
            </a:lvl2pPr>
            <a:lvl3pPr marL="1371600" lvl="2" indent="-273050" algn="l" rtl="0">
              <a:lnSpc>
                <a:spcPct val="114000"/>
              </a:lnSpc>
              <a:spcBef>
                <a:spcPts val="0"/>
              </a:spcBef>
              <a:spcAft>
                <a:spcPts val="0"/>
              </a:spcAft>
              <a:buClr>
                <a:schemeClr val="dk1"/>
              </a:buClr>
              <a:buSzPts val="700"/>
              <a:buChar char="o"/>
              <a:defRPr/>
            </a:lvl3pPr>
            <a:lvl4pPr marL="1828800" lvl="3" indent="-254000" algn="l" rtl="0">
              <a:lnSpc>
                <a:spcPct val="114000"/>
              </a:lnSpc>
              <a:spcBef>
                <a:spcPts val="0"/>
              </a:spcBef>
              <a:spcAft>
                <a:spcPts val="0"/>
              </a:spcAft>
              <a:buClr>
                <a:schemeClr val="dk1"/>
              </a:buClr>
              <a:buSzPts val="400"/>
              <a:buChar char="⦿"/>
              <a:defRPr/>
            </a:lvl4pPr>
            <a:lvl5pPr marL="2286000" lvl="4" indent="-279400" algn="l" rtl="0">
              <a:lnSpc>
                <a:spcPct val="114000"/>
              </a:lnSpc>
              <a:spcBef>
                <a:spcPts val="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cxnSp>
        <p:nvCxnSpPr>
          <p:cNvPr id="208" name="Google Shape;208;p40"/>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209" name="Google Shape;209;p40"/>
          <p:cNvSpPr txBox="1">
            <a:spLocks noGrp="1"/>
          </p:cNvSpPr>
          <p:nvPr>
            <p:ph type="title"/>
          </p:nvPr>
        </p:nvSpPr>
        <p:spPr>
          <a:xfrm>
            <a:off x="349404" y="285655"/>
            <a:ext cx="8447100" cy="169800"/>
          </a:xfrm>
          <a:prstGeom prst="rect">
            <a:avLst/>
          </a:prstGeom>
          <a:noFill/>
          <a:ln>
            <a:noFill/>
          </a:ln>
        </p:spPr>
        <p:txBody>
          <a:bodyPr spcFirstLastPara="1" wrap="square" lIns="0" tIns="0" rIns="0" bIns="0" anchor="t" anchorCtr="0">
            <a:noAutofit/>
          </a:bodyPr>
          <a:lstStyle>
            <a:lvl1pPr lvl="0" algn="l" rtl="0">
              <a:lnSpc>
                <a:spcPct val="266666"/>
              </a:lnSpc>
              <a:spcBef>
                <a:spcPts val="0"/>
              </a:spcBef>
              <a:spcAft>
                <a:spcPts val="0"/>
              </a:spcAft>
              <a:buClr>
                <a:schemeClr val="dk1"/>
              </a:buClr>
              <a:buSzPts val="7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210" name="Google Shape;210;p40"/>
          <p:cNvPicPr preferRelativeResize="0"/>
          <p:nvPr/>
        </p:nvPicPr>
        <p:blipFill rotWithShape="1">
          <a:blip r:embed="rId2">
            <a:alphaModFix/>
          </a:blip>
          <a:srcRect/>
          <a:stretch/>
        </p:blipFill>
        <p:spPr>
          <a:xfrm>
            <a:off x="0" y="-335"/>
            <a:ext cx="9142219" cy="5142498"/>
          </a:xfrm>
          <a:prstGeom prst="rect">
            <a:avLst/>
          </a:prstGeom>
          <a:noFill/>
          <a:ln>
            <a:noFill/>
          </a:ln>
        </p:spPr>
      </p:pic>
      <p:sp>
        <p:nvSpPr>
          <p:cNvPr id="211" name="Google Shape;211;p40"/>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1300"/>
              <a:buFont typeface="Arial"/>
              <a:buNone/>
              <a:defRPr sz="13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2"/>
        <p:cNvGrpSpPr/>
        <p:nvPr/>
      </p:nvGrpSpPr>
      <p:grpSpPr>
        <a:xfrm>
          <a:off x="0" y="0"/>
          <a:ext cx="0" cy="0"/>
          <a:chOff x="0" y="0"/>
          <a:chExt cx="0" cy="0"/>
        </a:xfrm>
      </p:grpSpPr>
      <p:sp>
        <p:nvSpPr>
          <p:cNvPr id="213" name="Google Shape;213;p41"/>
          <p:cNvSpPr txBox="1">
            <a:spLocks noGrp="1"/>
          </p:cNvSpPr>
          <p:nvPr>
            <p:ph type="title"/>
          </p:nvPr>
        </p:nvSpPr>
        <p:spPr>
          <a:xfrm>
            <a:off x="457200" y="205979"/>
            <a:ext cx="8229600" cy="857400"/>
          </a:xfrm>
          <a:prstGeom prst="rect">
            <a:avLst/>
          </a:prstGeom>
          <a:noFill/>
          <a:ln>
            <a:noFill/>
          </a:ln>
        </p:spPr>
        <p:txBody>
          <a:bodyPr spcFirstLastPara="1" wrap="square" lIns="34275" tIns="17125" rIns="34275" bIns="17125" anchor="ctr" anchorCtr="0">
            <a:noAutofit/>
          </a:bodyPr>
          <a:lstStyle>
            <a:lvl1pPr lvl="0" algn="ctr" rtl="0">
              <a:lnSpc>
                <a:spcPct val="100000"/>
              </a:lnSpc>
              <a:spcBef>
                <a:spcPts val="0"/>
              </a:spcBef>
              <a:spcAft>
                <a:spcPts val="0"/>
              </a:spcAft>
              <a:buClr>
                <a:schemeClr val="dk1"/>
              </a:buClr>
              <a:buSzPts val="300"/>
              <a:buNone/>
              <a:defRPr/>
            </a:lvl1pPr>
            <a:lvl2pPr lvl="1" algn="l" rtl="0">
              <a:lnSpc>
                <a:spcPct val="100000"/>
              </a:lnSpc>
              <a:spcBef>
                <a:spcPts val="0"/>
              </a:spcBef>
              <a:spcAft>
                <a:spcPts val="0"/>
              </a:spcAft>
              <a:buSzPts val="200"/>
              <a:buNone/>
              <a:defRPr/>
            </a:lvl2pPr>
            <a:lvl3pPr lvl="2" algn="l" rtl="0">
              <a:lnSpc>
                <a:spcPct val="100000"/>
              </a:lnSpc>
              <a:spcBef>
                <a:spcPts val="0"/>
              </a:spcBef>
              <a:spcAft>
                <a:spcPts val="0"/>
              </a:spcAft>
              <a:buSzPts val="200"/>
              <a:buNone/>
              <a:defRPr/>
            </a:lvl3pPr>
            <a:lvl4pPr lvl="3" algn="l" rtl="0">
              <a:lnSpc>
                <a:spcPct val="100000"/>
              </a:lnSpc>
              <a:spcBef>
                <a:spcPts val="0"/>
              </a:spcBef>
              <a:spcAft>
                <a:spcPts val="0"/>
              </a:spcAft>
              <a:buSzPts val="200"/>
              <a:buNone/>
              <a:defRPr/>
            </a:lvl4pPr>
            <a:lvl5pPr lvl="4" algn="l" rtl="0">
              <a:lnSpc>
                <a:spcPct val="100000"/>
              </a:lnSpc>
              <a:spcBef>
                <a:spcPts val="0"/>
              </a:spcBef>
              <a:spcAft>
                <a:spcPts val="0"/>
              </a:spcAft>
              <a:buSzPts val="200"/>
              <a:buNone/>
              <a:defRPr/>
            </a:lvl5pPr>
            <a:lvl6pPr lvl="5" algn="l" rtl="0">
              <a:lnSpc>
                <a:spcPct val="100000"/>
              </a:lnSpc>
              <a:spcBef>
                <a:spcPts val="0"/>
              </a:spcBef>
              <a:spcAft>
                <a:spcPts val="0"/>
              </a:spcAft>
              <a:buSzPts val="200"/>
              <a:buNone/>
              <a:defRPr/>
            </a:lvl6pPr>
            <a:lvl7pPr lvl="6" algn="l" rtl="0">
              <a:lnSpc>
                <a:spcPct val="100000"/>
              </a:lnSpc>
              <a:spcBef>
                <a:spcPts val="0"/>
              </a:spcBef>
              <a:spcAft>
                <a:spcPts val="0"/>
              </a:spcAft>
              <a:buSzPts val="200"/>
              <a:buNone/>
              <a:defRPr/>
            </a:lvl7pPr>
            <a:lvl8pPr lvl="7" algn="l" rtl="0">
              <a:lnSpc>
                <a:spcPct val="100000"/>
              </a:lnSpc>
              <a:spcBef>
                <a:spcPts val="0"/>
              </a:spcBef>
              <a:spcAft>
                <a:spcPts val="0"/>
              </a:spcAft>
              <a:buSzPts val="200"/>
              <a:buNone/>
              <a:defRPr/>
            </a:lvl8pPr>
            <a:lvl9pPr lvl="8" algn="l" rtl="0">
              <a:lnSpc>
                <a:spcPct val="100000"/>
              </a:lnSpc>
              <a:spcBef>
                <a:spcPts val="0"/>
              </a:spcBef>
              <a:spcAft>
                <a:spcPts val="0"/>
              </a:spcAft>
              <a:buSzPts val="200"/>
              <a:buNone/>
              <a:defRPr/>
            </a:lvl9pPr>
          </a:lstStyle>
          <a:p>
            <a:endParaRPr/>
          </a:p>
        </p:txBody>
      </p:sp>
      <p:sp>
        <p:nvSpPr>
          <p:cNvPr id="214" name="Google Shape;214;p41"/>
          <p:cNvSpPr txBox="1">
            <a:spLocks noGrp="1"/>
          </p:cNvSpPr>
          <p:nvPr>
            <p:ph type="body" idx="1"/>
          </p:nvPr>
        </p:nvSpPr>
        <p:spPr>
          <a:xfrm>
            <a:off x="457200" y="1200151"/>
            <a:ext cx="8229600" cy="3394500"/>
          </a:xfrm>
          <a:prstGeom prst="rect">
            <a:avLst/>
          </a:prstGeom>
          <a:noFill/>
          <a:ln>
            <a:noFill/>
          </a:ln>
        </p:spPr>
        <p:txBody>
          <a:bodyPr spcFirstLastPara="1" wrap="square" lIns="34275" tIns="17125" rIns="34275" bIns="17125" anchor="t" anchorCtr="0">
            <a:noAutofit/>
          </a:bodyPr>
          <a:lstStyle>
            <a:lvl1pPr marL="457200" lvl="0" indent="-247650" algn="l" rtl="0">
              <a:lnSpc>
                <a:spcPct val="114000"/>
              </a:lnSpc>
              <a:spcBef>
                <a:spcPts val="100"/>
              </a:spcBef>
              <a:spcAft>
                <a:spcPts val="0"/>
              </a:spcAft>
              <a:buClr>
                <a:schemeClr val="dk1"/>
              </a:buClr>
              <a:buSzPts val="300"/>
              <a:buChar char="•"/>
              <a:defRPr/>
            </a:lvl1pPr>
            <a:lvl2pPr marL="914400" lvl="1" indent="-247650" algn="l" rtl="0">
              <a:lnSpc>
                <a:spcPct val="114000"/>
              </a:lnSpc>
              <a:spcBef>
                <a:spcPts val="100"/>
              </a:spcBef>
              <a:spcAft>
                <a:spcPts val="0"/>
              </a:spcAft>
              <a:buClr>
                <a:schemeClr val="dk1"/>
              </a:buClr>
              <a:buSzPts val="300"/>
              <a:buChar char="–"/>
              <a:defRPr/>
            </a:lvl2pPr>
            <a:lvl3pPr marL="1371600" lvl="2" indent="-247650" algn="l" rtl="0">
              <a:lnSpc>
                <a:spcPct val="114000"/>
              </a:lnSpc>
              <a:spcBef>
                <a:spcPts val="100"/>
              </a:spcBef>
              <a:spcAft>
                <a:spcPts val="0"/>
              </a:spcAft>
              <a:buClr>
                <a:schemeClr val="dk1"/>
              </a:buClr>
              <a:buSzPts val="300"/>
              <a:buChar char="•"/>
              <a:defRPr/>
            </a:lvl3pPr>
            <a:lvl4pPr marL="1828800" lvl="3" indent="-247650" algn="l" rtl="0">
              <a:lnSpc>
                <a:spcPct val="114000"/>
              </a:lnSpc>
              <a:spcBef>
                <a:spcPts val="100"/>
              </a:spcBef>
              <a:spcAft>
                <a:spcPts val="0"/>
              </a:spcAft>
              <a:buClr>
                <a:schemeClr val="dk1"/>
              </a:buClr>
              <a:buSzPts val="300"/>
              <a:buChar char="–"/>
              <a:defRPr/>
            </a:lvl4pPr>
            <a:lvl5pPr marL="2286000" lvl="4" indent="-247650" algn="l" rtl="0">
              <a:lnSpc>
                <a:spcPct val="114000"/>
              </a:lnSpc>
              <a:spcBef>
                <a:spcPts val="100"/>
              </a:spcBef>
              <a:spcAft>
                <a:spcPts val="0"/>
              </a:spcAft>
              <a:buClr>
                <a:schemeClr val="dk1"/>
              </a:buClr>
              <a:buSzPts val="300"/>
              <a:buChar char="»"/>
              <a:defRPr/>
            </a:lvl5pPr>
            <a:lvl6pPr marL="2743200" lvl="5" indent="-247650" algn="l" rtl="0">
              <a:lnSpc>
                <a:spcPct val="90000"/>
              </a:lnSpc>
              <a:spcBef>
                <a:spcPts val="100"/>
              </a:spcBef>
              <a:spcAft>
                <a:spcPts val="0"/>
              </a:spcAft>
              <a:buClr>
                <a:schemeClr val="dk1"/>
              </a:buClr>
              <a:buSzPts val="300"/>
              <a:buChar char="•"/>
              <a:defRPr/>
            </a:lvl6pPr>
            <a:lvl7pPr marL="3200400" lvl="6" indent="-247650" algn="l" rtl="0">
              <a:lnSpc>
                <a:spcPct val="90000"/>
              </a:lnSpc>
              <a:spcBef>
                <a:spcPts val="100"/>
              </a:spcBef>
              <a:spcAft>
                <a:spcPts val="0"/>
              </a:spcAft>
              <a:buClr>
                <a:schemeClr val="dk1"/>
              </a:buClr>
              <a:buSzPts val="300"/>
              <a:buChar char="•"/>
              <a:defRPr/>
            </a:lvl7pPr>
            <a:lvl8pPr marL="3657600" lvl="7" indent="-247650" algn="l" rtl="0">
              <a:lnSpc>
                <a:spcPct val="90000"/>
              </a:lnSpc>
              <a:spcBef>
                <a:spcPts val="100"/>
              </a:spcBef>
              <a:spcAft>
                <a:spcPts val="0"/>
              </a:spcAft>
              <a:buClr>
                <a:schemeClr val="dk1"/>
              </a:buClr>
              <a:buSzPts val="300"/>
              <a:buChar char="•"/>
              <a:defRPr/>
            </a:lvl8pPr>
            <a:lvl9pPr marL="4114800" lvl="8" indent="-247650" algn="l" rtl="0">
              <a:lnSpc>
                <a:spcPct val="90000"/>
              </a:lnSpc>
              <a:spcBef>
                <a:spcPts val="100"/>
              </a:spcBef>
              <a:spcAft>
                <a:spcPts val="0"/>
              </a:spcAft>
              <a:buClr>
                <a:schemeClr val="dk1"/>
              </a:buClr>
              <a:buSzPts val="300"/>
              <a:buChar char="•"/>
              <a:defRPr/>
            </a:lvl9pPr>
          </a:lstStyle>
          <a:p>
            <a:endParaRPr/>
          </a:p>
        </p:txBody>
      </p:sp>
      <p:sp>
        <p:nvSpPr>
          <p:cNvPr id="215" name="Google Shape;215;p41"/>
          <p:cNvSpPr txBox="1">
            <a:spLocks noGrp="1"/>
          </p:cNvSpPr>
          <p:nvPr>
            <p:ph type="dt" idx="10"/>
          </p:nvPr>
        </p:nvSpPr>
        <p:spPr>
          <a:xfrm>
            <a:off x="457200" y="4767264"/>
            <a:ext cx="2133600" cy="273900"/>
          </a:xfrm>
          <a:prstGeom prst="rect">
            <a:avLst/>
          </a:prstGeom>
          <a:noFill/>
          <a:ln>
            <a:noFill/>
          </a:ln>
        </p:spPr>
        <p:txBody>
          <a:bodyPr spcFirstLastPara="1" wrap="square" lIns="34275" tIns="17125" rIns="34275" bIns="17125" anchor="ctr" anchorCtr="0">
            <a:noAutofit/>
          </a:bodyPr>
          <a:lstStyle>
            <a:lvl1pPr marR="0" lvl="0"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9pPr>
          </a:lstStyle>
          <a:p>
            <a:endParaRPr/>
          </a:p>
        </p:txBody>
      </p:sp>
      <p:sp>
        <p:nvSpPr>
          <p:cNvPr id="216" name="Google Shape;216;p41"/>
          <p:cNvSpPr txBox="1">
            <a:spLocks noGrp="1"/>
          </p:cNvSpPr>
          <p:nvPr>
            <p:ph type="ftr" idx="11"/>
          </p:nvPr>
        </p:nvSpPr>
        <p:spPr>
          <a:xfrm>
            <a:off x="3124201" y="4767264"/>
            <a:ext cx="2895600" cy="273900"/>
          </a:xfrm>
          <a:prstGeom prst="rect">
            <a:avLst/>
          </a:prstGeom>
          <a:noFill/>
          <a:ln>
            <a:noFill/>
          </a:ln>
        </p:spPr>
        <p:txBody>
          <a:bodyPr spcFirstLastPara="1" wrap="square" lIns="34275" tIns="17125" rIns="34275" bIns="17125" anchor="ctr" anchorCtr="0">
            <a:noAutofit/>
          </a:bodyPr>
          <a:lstStyle>
            <a:lvl1pPr marR="0" lvl="0" algn="ctr"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00"/>
              <a:buFont typeface="Arial"/>
              <a:buNone/>
              <a:defRPr sz="500" b="0" i="0" u="none" strike="noStrike" cap="none">
                <a:solidFill>
                  <a:srgbClr val="000000"/>
                </a:solidFill>
                <a:latin typeface="Arial"/>
                <a:ea typeface="Arial"/>
                <a:cs typeface="Arial"/>
                <a:sym typeface="Arial"/>
              </a:defRPr>
            </a:lvl9pPr>
          </a:lstStyle>
          <a:p>
            <a:endParaRPr/>
          </a:p>
        </p:txBody>
      </p:sp>
      <p:sp>
        <p:nvSpPr>
          <p:cNvPr id="217" name="Google Shape;217;p41"/>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04 (pink) layout 02">
  <p:cSld name="Section 04 (pink) layout 02">
    <p:spTree>
      <p:nvGrpSpPr>
        <p:cNvPr id="1" name="Shape 218"/>
        <p:cNvGrpSpPr/>
        <p:nvPr/>
      </p:nvGrpSpPr>
      <p:grpSpPr>
        <a:xfrm>
          <a:off x="0" y="0"/>
          <a:ext cx="0" cy="0"/>
          <a:chOff x="0" y="0"/>
          <a:chExt cx="0" cy="0"/>
        </a:xfrm>
      </p:grpSpPr>
      <p:sp>
        <p:nvSpPr>
          <p:cNvPr id="219" name="Google Shape;219;p42"/>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20" name="Google Shape;220;p42"/>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221" name="Google Shape;221;p42"/>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22" name="Google Shape;222;p42"/>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23" name="Google Shape;223;p42"/>
          <p:cNvSpPr/>
          <p:nvPr/>
        </p:nvSpPr>
        <p:spPr>
          <a:xfrm>
            <a:off x="8660526" y="4704907"/>
            <a:ext cx="491700" cy="191400"/>
          </a:xfrm>
          <a:prstGeom prst="rect">
            <a:avLst/>
          </a:prstGeom>
          <a:solidFill>
            <a:srgbClr val="F0718B"/>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24" name="Google Shape;224;p42"/>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25" name="Google Shape;225;p42"/>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304800" algn="l" rtl="0">
              <a:lnSpc>
                <a:spcPct val="90000"/>
              </a:lnSpc>
              <a:spcBef>
                <a:spcPts val="400"/>
              </a:spcBef>
              <a:spcAft>
                <a:spcPts val="0"/>
              </a:spcAft>
              <a:buClr>
                <a:srgbClr val="000000"/>
              </a:buClr>
              <a:buSzPts val="1200"/>
              <a:buFont typeface="Arial"/>
              <a:buChar char="•"/>
              <a:defRPr sz="1200"/>
            </a:lvl1pPr>
            <a:lvl2pPr marL="914400" lvl="1" indent="-292100" algn="l" rtl="0">
              <a:lnSpc>
                <a:spcPct val="90000"/>
              </a:lnSpc>
              <a:spcBef>
                <a:spcPts val="200"/>
              </a:spcBef>
              <a:spcAft>
                <a:spcPts val="0"/>
              </a:spcAft>
              <a:buClr>
                <a:srgbClr val="000000"/>
              </a:buClr>
              <a:buSzPts val="1000"/>
              <a:buChar char="•"/>
              <a:defRPr sz="1000"/>
            </a:lvl2pPr>
            <a:lvl3pPr marL="1371600" lvl="2" indent="-285750" algn="l" rtl="0">
              <a:lnSpc>
                <a:spcPct val="90000"/>
              </a:lnSpc>
              <a:spcBef>
                <a:spcPts val="200"/>
              </a:spcBef>
              <a:spcAft>
                <a:spcPts val="0"/>
              </a:spcAft>
              <a:buClr>
                <a:srgbClr val="000000"/>
              </a:buClr>
              <a:buSzPts val="900"/>
              <a:buChar char="o"/>
              <a:defRPr sz="900"/>
            </a:lvl3pPr>
            <a:lvl4pPr marL="1828800" lvl="3" indent="-273050" algn="l" rtl="0">
              <a:lnSpc>
                <a:spcPct val="90000"/>
              </a:lnSpc>
              <a:spcBef>
                <a:spcPts val="200"/>
              </a:spcBef>
              <a:spcAft>
                <a:spcPts val="0"/>
              </a:spcAft>
              <a:buClr>
                <a:srgbClr val="000000"/>
              </a:buClr>
              <a:buSzPts val="700"/>
              <a:buChar char="⦿"/>
              <a:defRPr sz="700"/>
            </a:lvl4pPr>
            <a:lvl5pPr marL="2286000" lvl="4" indent="-304800" algn="l" rtl="0">
              <a:lnSpc>
                <a:spcPct val="90000"/>
              </a:lnSpc>
              <a:spcBef>
                <a:spcPts val="200"/>
              </a:spcBef>
              <a:spcAft>
                <a:spcPts val="0"/>
              </a:spcAft>
              <a:buClr>
                <a:srgbClr val="000000"/>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6"/>
        <p:cNvGrpSpPr/>
        <p:nvPr/>
      </p:nvGrpSpPr>
      <p:grpSpPr>
        <a:xfrm>
          <a:off x="0" y="0"/>
          <a:ext cx="0" cy="0"/>
          <a:chOff x="0" y="0"/>
          <a:chExt cx="0" cy="0"/>
        </a:xfrm>
      </p:grpSpPr>
      <p:sp>
        <p:nvSpPr>
          <p:cNvPr id="227" name="Google Shape;227;p43"/>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228" name="Google Shape;228;p43"/>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30200" algn="l" rtl="0">
              <a:lnSpc>
                <a:spcPct val="122727"/>
              </a:lnSpc>
              <a:spcBef>
                <a:spcPts val="900"/>
              </a:spcBef>
              <a:spcAft>
                <a:spcPts val="0"/>
              </a:spcAft>
              <a:buSzPts val="1600"/>
              <a:buChar char="⦿"/>
              <a:defRPr/>
            </a:lvl1pPr>
            <a:lvl2pPr marL="914400" lvl="1" indent="-336550" algn="l" rtl="0">
              <a:lnSpc>
                <a:spcPct val="135000"/>
              </a:lnSpc>
              <a:spcBef>
                <a:spcPts val="900"/>
              </a:spcBef>
              <a:spcAft>
                <a:spcPts val="0"/>
              </a:spcAft>
              <a:buSzPts val="1700"/>
              <a:buChar char="•"/>
              <a:defRPr/>
            </a:lvl2pPr>
            <a:lvl3pPr marL="1371600" lvl="2" indent="-323850" algn="l" rtl="0">
              <a:lnSpc>
                <a:spcPct val="135000"/>
              </a:lnSpc>
              <a:spcBef>
                <a:spcPts val="900"/>
              </a:spcBef>
              <a:spcAft>
                <a:spcPts val="0"/>
              </a:spcAft>
              <a:buSzPts val="1500"/>
              <a:buChar char="o"/>
              <a:defRPr/>
            </a:lvl3pPr>
            <a:lvl4pPr marL="1828800" lvl="3" indent="-323850" algn="l" rtl="0">
              <a:lnSpc>
                <a:spcPct val="135000"/>
              </a:lnSpc>
              <a:spcBef>
                <a:spcPts val="900"/>
              </a:spcBef>
              <a:spcAft>
                <a:spcPts val="0"/>
              </a:spcAft>
              <a:buSzPts val="1500"/>
              <a:buChar char="⦿"/>
              <a:defRPr/>
            </a:lvl4pPr>
            <a:lvl5pPr marL="2286000" lvl="4" indent="-336550" algn="l" rtl="0">
              <a:lnSpc>
                <a:spcPct val="135000"/>
              </a:lnSpc>
              <a:spcBef>
                <a:spcPts val="900"/>
              </a:spcBef>
              <a:spcAft>
                <a:spcPts val="0"/>
              </a:spcAft>
              <a:buSzPts val="1700"/>
              <a:buChar char="•"/>
              <a:defRPr/>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229" name="Google Shape;229;p43"/>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Half Column Numbers">
  <p:cSld name="1_Half Column Numbers 4">
    <p:spTree>
      <p:nvGrpSpPr>
        <p:cNvPr id="1" name="Shape 230"/>
        <p:cNvGrpSpPr/>
        <p:nvPr/>
      </p:nvGrpSpPr>
      <p:grpSpPr>
        <a:xfrm>
          <a:off x="0" y="0"/>
          <a:ext cx="0" cy="0"/>
          <a:chOff x="0" y="0"/>
          <a:chExt cx="0" cy="0"/>
        </a:xfrm>
      </p:grpSpPr>
      <p:sp>
        <p:nvSpPr>
          <p:cNvPr id="231" name="Google Shape;231;p44"/>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32" name="Google Shape;232;p4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33" name="Google Shape;233;p44"/>
          <p:cNvSpPr txBox="1">
            <a:spLocks noGrp="1"/>
          </p:cNvSpPr>
          <p:nvPr>
            <p:ph type="body" idx="1"/>
          </p:nvPr>
        </p:nvSpPr>
        <p:spPr>
          <a:xfrm>
            <a:off x="339880" y="956930"/>
            <a:ext cx="8460300" cy="3434100"/>
          </a:xfrm>
          <a:prstGeom prst="rect">
            <a:avLst/>
          </a:prstGeom>
          <a:noFill/>
          <a:ln>
            <a:noFill/>
          </a:ln>
        </p:spPr>
        <p:txBody>
          <a:bodyPr spcFirstLastPara="1" wrap="square" lIns="0" tIns="0" rIns="0" bIns="0" anchor="t" anchorCtr="0">
            <a:noAutofit/>
          </a:bodyPr>
          <a:lstStyle>
            <a:lvl1pPr marL="457200" marR="0" lvl="0" indent="-260350" algn="l" rtl="0">
              <a:lnSpc>
                <a:spcPct val="114000"/>
              </a:lnSpc>
              <a:spcBef>
                <a:spcPts val="0"/>
              </a:spcBef>
              <a:spcAft>
                <a:spcPts val="0"/>
              </a:spcAft>
              <a:buClr>
                <a:schemeClr val="dk1"/>
              </a:buClr>
              <a:buSzPts val="500"/>
              <a:buFont typeface="Noto Sans Symbols"/>
              <a:buChar char="⦿"/>
              <a:defRPr sz="1600" b="0" i="0" u="none" strike="noStrike" cap="none">
                <a:solidFill>
                  <a:schemeClr val="dk1"/>
                </a:solidFill>
                <a:latin typeface="Arial"/>
                <a:ea typeface="Arial"/>
                <a:cs typeface="Arial"/>
                <a:sym typeface="Arial"/>
              </a:defRPr>
            </a:lvl1pPr>
            <a:lvl2pPr marL="914400" marR="0" lvl="1"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2pPr>
            <a:lvl3pPr marL="1371600" marR="0" lvl="2" indent="-273050" algn="l" rtl="0">
              <a:lnSpc>
                <a:spcPct val="114000"/>
              </a:lnSpc>
              <a:spcBef>
                <a:spcPts val="0"/>
              </a:spcBef>
              <a:spcAft>
                <a:spcPts val="0"/>
              </a:spcAft>
              <a:buClr>
                <a:schemeClr val="dk1"/>
              </a:buClr>
              <a:buSzPts val="700"/>
              <a:buFont typeface="Courier New"/>
              <a:buChar char="o"/>
              <a:defRPr sz="1500" b="0" i="0" u="none" strike="noStrike" cap="none">
                <a:solidFill>
                  <a:schemeClr val="dk1"/>
                </a:solidFill>
                <a:latin typeface="Arial"/>
                <a:ea typeface="Arial"/>
                <a:cs typeface="Arial"/>
                <a:sym typeface="Arial"/>
              </a:defRPr>
            </a:lvl3pPr>
            <a:lvl4pPr marL="1828800" marR="0" lvl="3" indent="-254000" algn="l" rtl="0">
              <a:lnSpc>
                <a:spcPct val="114000"/>
              </a:lnSpc>
              <a:spcBef>
                <a:spcPts val="0"/>
              </a:spcBef>
              <a:spcAft>
                <a:spcPts val="0"/>
              </a:spcAft>
              <a:buClr>
                <a:schemeClr val="dk1"/>
              </a:buClr>
              <a:buSzPts val="400"/>
              <a:buFont typeface="Noto Sans Symbols"/>
              <a:buChar char="⦿"/>
              <a:defRPr sz="1500" b="0" i="0" u="none" strike="noStrike" cap="none">
                <a:solidFill>
                  <a:schemeClr val="dk1"/>
                </a:solidFill>
                <a:latin typeface="Arial"/>
                <a:ea typeface="Arial"/>
                <a:cs typeface="Arial"/>
                <a:sym typeface="Arial"/>
              </a:defRPr>
            </a:lvl4pPr>
            <a:lvl5pPr marL="2286000" marR="0" lvl="4"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5pPr>
            <a:lvl6pPr marL="2743200" marR="0" lvl="5"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6pPr>
            <a:lvl7pPr marL="3200400" marR="0" lvl="6"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7pPr>
            <a:lvl8pPr marL="3657600" marR="0" lvl="7"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8pPr>
            <a:lvl9pPr marL="4114800" marR="0" lvl="8"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9pPr>
          </a:lstStyle>
          <a:p>
            <a:endParaRPr/>
          </a:p>
        </p:txBody>
      </p:sp>
      <p:cxnSp>
        <p:nvCxnSpPr>
          <p:cNvPr id="234" name="Google Shape;234;p4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35" name="Google Shape;235;p4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36" name="Google Shape;236;p44"/>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05 (blue)_divder page">
  <p:cSld name="Section 05 (blue)_divder page">
    <p:bg>
      <p:bgPr>
        <a:solidFill>
          <a:srgbClr val="5EAEE0"/>
        </a:solidFill>
        <a:effectLst/>
      </p:bgPr>
    </p:bg>
    <p:spTree>
      <p:nvGrpSpPr>
        <p:cNvPr id="1" name="Shape 237"/>
        <p:cNvGrpSpPr/>
        <p:nvPr/>
      </p:nvGrpSpPr>
      <p:grpSpPr>
        <a:xfrm>
          <a:off x="0" y="0"/>
          <a:ext cx="0" cy="0"/>
          <a:chOff x="0" y="0"/>
          <a:chExt cx="0" cy="0"/>
        </a:xfrm>
      </p:grpSpPr>
      <p:sp>
        <p:nvSpPr>
          <p:cNvPr id="238" name="Google Shape;238;p45"/>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239" name="Google Shape;239;p45"/>
          <p:cNvPicPr preferRelativeResize="0"/>
          <p:nvPr/>
        </p:nvPicPr>
        <p:blipFill rotWithShape="1">
          <a:blip r:embed="rId2">
            <a:alphaModFix/>
          </a:blip>
          <a:srcRect/>
          <a:stretch/>
        </p:blipFill>
        <p:spPr>
          <a:xfrm>
            <a:off x="7452565" y="0"/>
            <a:ext cx="1177378" cy="114889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240"/>
        <p:cNvGrpSpPr/>
        <p:nvPr/>
      </p:nvGrpSpPr>
      <p:grpSpPr>
        <a:xfrm>
          <a:off x="0" y="0"/>
          <a:ext cx="0" cy="0"/>
          <a:chOff x="0" y="0"/>
          <a:chExt cx="0" cy="0"/>
        </a:xfrm>
      </p:grpSpPr>
      <p:sp>
        <p:nvSpPr>
          <p:cNvPr id="241" name="Google Shape;241;p46"/>
          <p:cNvSpPr txBox="1">
            <a:spLocks noGrp="1"/>
          </p:cNvSpPr>
          <p:nvPr>
            <p:ph type="subTitle" idx="1"/>
          </p:nvPr>
        </p:nvSpPr>
        <p:spPr>
          <a:xfrm>
            <a:off x="820163" y="820215"/>
            <a:ext cx="7361400" cy="693600"/>
          </a:xfrm>
          <a:prstGeom prst="rect">
            <a:avLst/>
          </a:prstGeom>
          <a:noFill/>
          <a:ln>
            <a:noFill/>
          </a:ln>
        </p:spPr>
        <p:txBody>
          <a:bodyPr spcFirstLastPara="1" wrap="square" lIns="0" tIns="0" rIns="0" bIns="0" anchor="b" anchorCtr="0">
            <a:noAutofit/>
          </a:bodyPr>
          <a:lstStyle>
            <a:lvl1pPr lvl="0" algn="l" rtl="0">
              <a:lnSpc>
                <a:spcPct val="114000"/>
              </a:lnSpc>
              <a:spcBef>
                <a:spcPts val="0"/>
              </a:spcBef>
              <a:spcAft>
                <a:spcPts val="0"/>
              </a:spcAft>
              <a:buClr>
                <a:schemeClr val="lt1"/>
              </a:buClr>
              <a:buSzPts val="1600"/>
              <a:buNone/>
              <a:defRPr sz="2700">
                <a:solidFill>
                  <a:srgbClr val="262261"/>
                </a:solidFill>
              </a:defRPr>
            </a:lvl1pPr>
            <a:lvl2pPr lvl="1" algn="ctr" rtl="0">
              <a:lnSpc>
                <a:spcPct val="114000"/>
              </a:lnSpc>
              <a:spcBef>
                <a:spcPts val="0"/>
              </a:spcBef>
              <a:spcAft>
                <a:spcPts val="0"/>
              </a:spcAft>
              <a:buClr>
                <a:schemeClr val="lt1"/>
              </a:buClr>
              <a:buSzPts val="1300"/>
              <a:buNone/>
              <a:defRPr sz="1100"/>
            </a:lvl2pPr>
            <a:lvl3pPr lvl="2" algn="ctr" rtl="0">
              <a:lnSpc>
                <a:spcPct val="114000"/>
              </a:lnSpc>
              <a:spcBef>
                <a:spcPts val="0"/>
              </a:spcBef>
              <a:spcAft>
                <a:spcPts val="0"/>
              </a:spcAft>
              <a:buClr>
                <a:schemeClr val="lt1"/>
              </a:buClr>
              <a:buSzPts val="1000"/>
              <a:buNone/>
              <a:defRPr sz="1000"/>
            </a:lvl3pPr>
            <a:lvl4pPr lvl="3" algn="ctr" rtl="0">
              <a:lnSpc>
                <a:spcPct val="114000"/>
              </a:lnSpc>
              <a:spcBef>
                <a:spcPts val="0"/>
              </a:spcBef>
              <a:spcAft>
                <a:spcPts val="0"/>
              </a:spcAft>
              <a:buClr>
                <a:schemeClr val="lt1"/>
              </a:buClr>
              <a:buSzPts val="500"/>
              <a:buNone/>
              <a:defRPr sz="900"/>
            </a:lvl4pPr>
            <a:lvl5pPr lvl="4" algn="ctr" rtl="0">
              <a:lnSpc>
                <a:spcPct val="114000"/>
              </a:lnSpc>
              <a:spcBef>
                <a:spcPts val="0"/>
              </a:spcBef>
              <a:spcAft>
                <a:spcPts val="0"/>
              </a:spcAft>
              <a:buClr>
                <a:schemeClr val="lt1"/>
              </a:buClr>
              <a:buSzPts val="10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ull Column Bullets 2">
  <p:cSld name="Full Column Bullets">
    <p:spTree>
      <p:nvGrpSpPr>
        <p:cNvPr id="1" name="Shape 242"/>
        <p:cNvGrpSpPr/>
        <p:nvPr/>
      </p:nvGrpSpPr>
      <p:grpSpPr>
        <a:xfrm>
          <a:off x="0" y="0"/>
          <a:ext cx="0" cy="0"/>
          <a:chOff x="0" y="0"/>
          <a:chExt cx="0" cy="0"/>
        </a:xfrm>
      </p:grpSpPr>
      <p:sp>
        <p:nvSpPr>
          <p:cNvPr id="243" name="Google Shape;243;p47"/>
          <p:cNvSpPr txBox="1">
            <a:spLocks noGrp="1"/>
          </p:cNvSpPr>
          <p:nvPr>
            <p:ph type="body" idx="1"/>
          </p:nvPr>
        </p:nvSpPr>
        <p:spPr>
          <a:xfrm>
            <a:off x="339881" y="744737"/>
            <a:ext cx="8460300" cy="3646200"/>
          </a:xfrm>
          <a:prstGeom prst="rect">
            <a:avLst/>
          </a:prstGeom>
          <a:noFill/>
          <a:ln>
            <a:noFill/>
          </a:ln>
        </p:spPr>
        <p:txBody>
          <a:bodyPr spcFirstLastPara="1" wrap="square" lIns="0" tIns="0" rIns="0" bIns="0" anchor="t" anchorCtr="0">
            <a:noAutofit/>
          </a:bodyPr>
          <a:lstStyle>
            <a:lvl1pPr marL="457200" lvl="0" indent="-292100" algn="l" rtl="0">
              <a:lnSpc>
                <a:spcPct val="114000"/>
              </a:lnSpc>
              <a:spcBef>
                <a:spcPts val="0"/>
              </a:spcBef>
              <a:spcAft>
                <a:spcPts val="0"/>
              </a:spcAft>
              <a:buClr>
                <a:schemeClr val="dk1"/>
              </a:buClr>
              <a:buSzPts val="1000"/>
              <a:buFont typeface="Noto Sans Symbols"/>
              <a:buChar char="⦿"/>
              <a:defRPr sz="1600"/>
            </a:lvl1pPr>
            <a:lvl2pPr marL="914400" lvl="1" indent="-279400" algn="l" rtl="0">
              <a:lnSpc>
                <a:spcPct val="114000"/>
              </a:lnSpc>
              <a:spcBef>
                <a:spcPts val="0"/>
              </a:spcBef>
              <a:spcAft>
                <a:spcPts val="0"/>
              </a:spcAft>
              <a:buClr>
                <a:schemeClr val="dk1"/>
              </a:buClr>
              <a:buSzPts val="800"/>
              <a:buChar char="•"/>
              <a:defRPr/>
            </a:lvl2pPr>
            <a:lvl3pPr marL="1371600" lvl="2" indent="-273050" algn="l" rtl="0">
              <a:lnSpc>
                <a:spcPct val="114000"/>
              </a:lnSpc>
              <a:spcBef>
                <a:spcPts val="0"/>
              </a:spcBef>
              <a:spcAft>
                <a:spcPts val="0"/>
              </a:spcAft>
              <a:buClr>
                <a:schemeClr val="dk1"/>
              </a:buClr>
              <a:buSzPts val="700"/>
              <a:buChar char="o"/>
              <a:defRPr/>
            </a:lvl3pPr>
            <a:lvl4pPr marL="1828800" lvl="3" indent="-254000" algn="l" rtl="0">
              <a:lnSpc>
                <a:spcPct val="114000"/>
              </a:lnSpc>
              <a:spcBef>
                <a:spcPts val="0"/>
              </a:spcBef>
              <a:spcAft>
                <a:spcPts val="0"/>
              </a:spcAft>
              <a:buClr>
                <a:schemeClr val="dk1"/>
              </a:buClr>
              <a:buSzPts val="400"/>
              <a:buChar char="⦿"/>
              <a:defRPr/>
            </a:lvl4pPr>
            <a:lvl5pPr marL="2286000" lvl="4" indent="-279400" algn="l" rtl="0">
              <a:lnSpc>
                <a:spcPct val="114000"/>
              </a:lnSpc>
              <a:spcBef>
                <a:spcPts val="0"/>
              </a:spcBef>
              <a:spcAft>
                <a:spcPts val="0"/>
              </a:spcAft>
              <a:buClr>
                <a:schemeClr val="dk1"/>
              </a:buClr>
              <a:buSzPts val="800"/>
              <a:buChar char="•"/>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cxnSp>
        <p:nvCxnSpPr>
          <p:cNvPr id="244" name="Google Shape;244;p47"/>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245" name="Google Shape;245;p47"/>
          <p:cNvSpPr txBox="1">
            <a:spLocks noGrp="1"/>
          </p:cNvSpPr>
          <p:nvPr>
            <p:ph type="sldNum" idx="12"/>
          </p:nvPr>
        </p:nvSpPr>
        <p:spPr>
          <a:xfrm>
            <a:off x="6738657"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46" name="Google Shape;246;p47"/>
          <p:cNvSpPr txBox="1">
            <a:spLocks noGrp="1"/>
          </p:cNvSpPr>
          <p:nvPr>
            <p:ph type="title"/>
          </p:nvPr>
        </p:nvSpPr>
        <p:spPr>
          <a:xfrm>
            <a:off x="349405" y="285655"/>
            <a:ext cx="8447100" cy="169800"/>
          </a:xfrm>
          <a:prstGeom prst="rect">
            <a:avLst/>
          </a:prstGeom>
          <a:noFill/>
          <a:ln>
            <a:noFill/>
          </a:ln>
        </p:spPr>
        <p:txBody>
          <a:bodyPr spcFirstLastPara="1" wrap="square" lIns="0" tIns="0" rIns="0" bIns="0" anchor="t" anchorCtr="0">
            <a:noAutofit/>
          </a:bodyPr>
          <a:lstStyle>
            <a:lvl1pPr lvl="0" algn="l" rtl="0">
              <a:lnSpc>
                <a:spcPct val="266666"/>
              </a:lnSpc>
              <a:spcBef>
                <a:spcPts val="0"/>
              </a:spcBef>
              <a:spcAft>
                <a:spcPts val="0"/>
              </a:spcAft>
              <a:buClr>
                <a:schemeClr val="dk1"/>
              </a:buClr>
              <a:buSzPts val="700"/>
              <a:buNone/>
              <a:defRPr/>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247" name="Google Shape;247;p47"/>
          <p:cNvSpPr txBox="1">
            <a:spLocks noGrp="1"/>
          </p:cNvSpPr>
          <p:nvPr>
            <p:ph type="body" idx="2"/>
          </p:nvPr>
        </p:nvSpPr>
        <p:spPr>
          <a:xfrm>
            <a:off x="0" y="4560408"/>
            <a:ext cx="9144000" cy="583200"/>
          </a:xfrm>
          <a:prstGeom prst="rect">
            <a:avLst/>
          </a:prstGeom>
          <a:solidFill>
            <a:schemeClr val="dk1"/>
          </a:solidFill>
          <a:ln>
            <a:noFill/>
          </a:ln>
        </p:spPr>
        <p:txBody>
          <a:bodyPr spcFirstLastPara="1" wrap="square" lIns="342875" tIns="171425" rIns="342875" bIns="171425" anchor="b" anchorCtr="0">
            <a:noAutofit/>
          </a:bodyPr>
          <a:lstStyle>
            <a:lvl1pPr marL="457200" lvl="0" indent="-228600" algn="ctr" rtl="0">
              <a:lnSpc>
                <a:spcPct val="114000"/>
              </a:lnSpc>
              <a:spcBef>
                <a:spcPts val="0"/>
              </a:spcBef>
              <a:spcAft>
                <a:spcPts val="0"/>
              </a:spcAft>
              <a:buClr>
                <a:schemeClr val="lt1"/>
              </a:buClr>
              <a:buSzPts val="800"/>
              <a:buNone/>
              <a:defRPr sz="1300" b="1">
                <a:solidFill>
                  <a:schemeClr val="lt1"/>
                </a:solidFill>
              </a:defRPr>
            </a:lvl1pPr>
            <a:lvl2pPr marL="914400" lvl="1" indent="-336550" algn="l" rtl="0">
              <a:lnSpc>
                <a:spcPct val="114000"/>
              </a:lnSpc>
              <a:spcBef>
                <a:spcPts val="0"/>
              </a:spcBef>
              <a:spcAft>
                <a:spcPts val="0"/>
              </a:spcAft>
              <a:buClr>
                <a:schemeClr val="lt1"/>
              </a:buClr>
              <a:buSzPts val="1700"/>
              <a:buChar char="•"/>
              <a:defRPr>
                <a:solidFill>
                  <a:schemeClr val="lt1"/>
                </a:solidFill>
              </a:defRPr>
            </a:lvl2pPr>
            <a:lvl3pPr marL="1371600" lvl="2" indent="-323850" algn="l" rtl="0">
              <a:lnSpc>
                <a:spcPct val="114000"/>
              </a:lnSpc>
              <a:spcBef>
                <a:spcPts val="0"/>
              </a:spcBef>
              <a:spcAft>
                <a:spcPts val="0"/>
              </a:spcAft>
              <a:buClr>
                <a:schemeClr val="lt1"/>
              </a:buClr>
              <a:buSzPts val="1500"/>
              <a:buChar char="o"/>
              <a:defRPr>
                <a:solidFill>
                  <a:schemeClr val="lt1"/>
                </a:solidFill>
              </a:defRPr>
            </a:lvl3pPr>
            <a:lvl4pPr marL="1828800" lvl="3" indent="-285750" algn="l" rtl="0">
              <a:lnSpc>
                <a:spcPct val="114000"/>
              </a:lnSpc>
              <a:spcBef>
                <a:spcPts val="0"/>
              </a:spcBef>
              <a:spcAft>
                <a:spcPts val="0"/>
              </a:spcAft>
              <a:buClr>
                <a:schemeClr val="lt1"/>
              </a:buClr>
              <a:buSzPts val="900"/>
              <a:buChar char="⦿"/>
              <a:defRPr>
                <a:solidFill>
                  <a:schemeClr val="lt1"/>
                </a:solidFill>
              </a:defRPr>
            </a:lvl4pPr>
            <a:lvl5pPr marL="2286000" lvl="4" indent="-336550" algn="l" rtl="0">
              <a:lnSpc>
                <a:spcPct val="114000"/>
              </a:lnSpc>
              <a:spcBef>
                <a:spcPts val="0"/>
              </a:spcBef>
              <a:spcAft>
                <a:spcPts val="0"/>
              </a:spcAft>
              <a:buClr>
                <a:schemeClr val="lt1"/>
              </a:buClr>
              <a:buSzPts val="1700"/>
              <a:buChar char="•"/>
              <a:defRPr>
                <a:solidFill>
                  <a:schemeClr val="lt1"/>
                </a:solidFill>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248"/>
        <p:cNvGrpSpPr/>
        <p:nvPr/>
      </p:nvGrpSpPr>
      <p:grpSpPr>
        <a:xfrm>
          <a:off x="0" y="0"/>
          <a:ext cx="0" cy="0"/>
          <a:chOff x="0" y="0"/>
          <a:chExt cx="0" cy="0"/>
        </a:xfrm>
      </p:grpSpPr>
      <p:cxnSp>
        <p:nvCxnSpPr>
          <p:cNvPr id="249" name="Google Shape;249;p48"/>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250" name="Google Shape;250;p48"/>
          <p:cNvSpPr txBox="1">
            <a:spLocks noGrp="1"/>
          </p:cNvSpPr>
          <p:nvPr>
            <p:ph type="sldNum" idx="12"/>
          </p:nvPr>
        </p:nvSpPr>
        <p:spPr>
          <a:xfrm>
            <a:off x="6738657"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51" name="Google Shape;251;p48"/>
          <p:cNvSpPr txBox="1">
            <a:spLocks noGrp="1"/>
          </p:cNvSpPr>
          <p:nvPr>
            <p:ph type="title"/>
          </p:nvPr>
        </p:nvSpPr>
        <p:spPr>
          <a:xfrm>
            <a:off x="349405" y="285655"/>
            <a:ext cx="8447100" cy="169800"/>
          </a:xfrm>
          <a:prstGeom prst="rect">
            <a:avLst/>
          </a:prstGeom>
          <a:noFill/>
          <a:ln>
            <a:noFill/>
          </a:ln>
        </p:spPr>
        <p:txBody>
          <a:bodyPr spcFirstLastPara="1" wrap="square" lIns="0" tIns="0" rIns="0" bIns="0" anchor="t" anchorCtr="0">
            <a:noAutofit/>
          </a:bodyPr>
          <a:lstStyle>
            <a:lvl1pPr lvl="0" algn="l" rtl="0">
              <a:lnSpc>
                <a:spcPct val="266666"/>
              </a:lnSpc>
              <a:spcBef>
                <a:spcPts val="0"/>
              </a:spcBef>
              <a:spcAft>
                <a:spcPts val="0"/>
              </a:spcAft>
              <a:buClr>
                <a:schemeClr val="dk1"/>
              </a:buClr>
              <a:buSzPts val="700"/>
              <a:buNone/>
              <a:defRPr/>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sp>
        <p:nvSpPr>
          <p:cNvPr id="252" name="Google Shape;252;p48"/>
          <p:cNvSpPr txBox="1">
            <a:spLocks noGrp="1"/>
          </p:cNvSpPr>
          <p:nvPr>
            <p:ph type="body" idx="1"/>
          </p:nvPr>
        </p:nvSpPr>
        <p:spPr>
          <a:xfrm>
            <a:off x="0" y="4560408"/>
            <a:ext cx="9144000" cy="583200"/>
          </a:xfrm>
          <a:prstGeom prst="rect">
            <a:avLst/>
          </a:prstGeom>
          <a:solidFill>
            <a:schemeClr val="dk1"/>
          </a:solidFill>
          <a:ln>
            <a:noFill/>
          </a:ln>
        </p:spPr>
        <p:txBody>
          <a:bodyPr spcFirstLastPara="1" wrap="square" lIns="342875" tIns="171425" rIns="342875" bIns="171425" anchor="b" anchorCtr="0">
            <a:noAutofit/>
          </a:bodyPr>
          <a:lstStyle>
            <a:lvl1pPr marL="457200" lvl="0" indent="-228600" algn="ctr" rtl="0">
              <a:lnSpc>
                <a:spcPct val="114000"/>
              </a:lnSpc>
              <a:spcBef>
                <a:spcPts val="0"/>
              </a:spcBef>
              <a:spcAft>
                <a:spcPts val="0"/>
              </a:spcAft>
              <a:buClr>
                <a:schemeClr val="lt1"/>
              </a:buClr>
              <a:buSzPts val="800"/>
              <a:buNone/>
              <a:defRPr sz="1300" b="1">
                <a:solidFill>
                  <a:schemeClr val="lt1"/>
                </a:solidFill>
              </a:defRPr>
            </a:lvl1pPr>
            <a:lvl2pPr marL="914400" lvl="1" indent="-336550" algn="l" rtl="0">
              <a:lnSpc>
                <a:spcPct val="114000"/>
              </a:lnSpc>
              <a:spcBef>
                <a:spcPts val="0"/>
              </a:spcBef>
              <a:spcAft>
                <a:spcPts val="0"/>
              </a:spcAft>
              <a:buClr>
                <a:schemeClr val="lt1"/>
              </a:buClr>
              <a:buSzPts val="1700"/>
              <a:buChar char="•"/>
              <a:defRPr>
                <a:solidFill>
                  <a:schemeClr val="lt1"/>
                </a:solidFill>
              </a:defRPr>
            </a:lvl2pPr>
            <a:lvl3pPr marL="1371600" lvl="2" indent="-323850" algn="l" rtl="0">
              <a:lnSpc>
                <a:spcPct val="114000"/>
              </a:lnSpc>
              <a:spcBef>
                <a:spcPts val="0"/>
              </a:spcBef>
              <a:spcAft>
                <a:spcPts val="0"/>
              </a:spcAft>
              <a:buClr>
                <a:schemeClr val="lt1"/>
              </a:buClr>
              <a:buSzPts val="1500"/>
              <a:buChar char="o"/>
              <a:defRPr>
                <a:solidFill>
                  <a:schemeClr val="lt1"/>
                </a:solidFill>
              </a:defRPr>
            </a:lvl3pPr>
            <a:lvl4pPr marL="1828800" lvl="3" indent="-285750" algn="l" rtl="0">
              <a:lnSpc>
                <a:spcPct val="114000"/>
              </a:lnSpc>
              <a:spcBef>
                <a:spcPts val="0"/>
              </a:spcBef>
              <a:spcAft>
                <a:spcPts val="0"/>
              </a:spcAft>
              <a:buClr>
                <a:schemeClr val="lt1"/>
              </a:buClr>
              <a:buSzPts val="900"/>
              <a:buChar char="⦿"/>
              <a:defRPr>
                <a:solidFill>
                  <a:schemeClr val="lt1"/>
                </a:solidFill>
              </a:defRPr>
            </a:lvl4pPr>
            <a:lvl5pPr marL="2286000" lvl="4" indent="-336550" algn="l" rtl="0">
              <a:lnSpc>
                <a:spcPct val="114000"/>
              </a:lnSpc>
              <a:spcBef>
                <a:spcPts val="0"/>
              </a:spcBef>
              <a:spcAft>
                <a:spcPts val="0"/>
              </a:spcAft>
              <a:buClr>
                <a:schemeClr val="lt1"/>
              </a:buClr>
              <a:buSzPts val="1700"/>
              <a:buChar char="•"/>
              <a:defRPr>
                <a:solidFill>
                  <a:schemeClr val="lt1"/>
                </a:solidFill>
              </a:defRPr>
            </a:lvl5pPr>
            <a:lvl6pPr marL="2743200" lvl="5" indent="-273050" algn="l" rtl="0">
              <a:lnSpc>
                <a:spcPct val="90000"/>
              </a:lnSpc>
              <a:spcBef>
                <a:spcPts val="300"/>
              </a:spcBef>
              <a:spcAft>
                <a:spcPts val="0"/>
              </a:spcAft>
              <a:buClr>
                <a:schemeClr val="dk1"/>
              </a:buClr>
              <a:buSzPts val="700"/>
              <a:buChar char="•"/>
              <a:defRPr/>
            </a:lvl6pPr>
            <a:lvl7pPr marL="3200400" lvl="6" indent="-273050" algn="l" rtl="0">
              <a:lnSpc>
                <a:spcPct val="90000"/>
              </a:lnSpc>
              <a:spcBef>
                <a:spcPts val="300"/>
              </a:spcBef>
              <a:spcAft>
                <a:spcPts val="0"/>
              </a:spcAft>
              <a:buClr>
                <a:schemeClr val="dk1"/>
              </a:buClr>
              <a:buSzPts val="700"/>
              <a:buChar char="•"/>
              <a:defRPr/>
            </a:lvl7pPr>
            <a:lvl8pPr marL="3657600" lvl="7" indent="-273050" algn="l" rtl="0">
              <a:lnSpc>
                <a:spcPct val="90000"/>
              </a:lnSpc>
              <a:spcBef>
                <a:spcPts val="300"/>
              </a:spcBef>
              <a:spcAft>
                <a:spcPts val="0"/>
              </a:spcAft>
              <a:buClr>
                <a:schemeClr val="dk1"/>
              </a:buClr>
              <a:buSzPts val="700"/>
              <a:buChar char="•"/>
              <a:defRPr/>
            </a:lvl8pPr>
            <a:lvl9pPr marL="4114800" lvl="8" indent="-273050" algn="l" rtl="0">
              <a:lnSpc>
                <a:spcPct val="90000"/>
              </a:lnSpc>
              <a:spcBef>
                <a:spcPts val="300"/>
              </a:spcBef>
              <a:spcAft>
                <a:spcPts val="0"/>
              </a:spcAft>
              <a:buClr>
                <a:schemeClr val="dk1"/>
              </a:buClr>
              <a:buSzPts val="7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03 (salmon)_divder page">
  <p:cSld name="Section 03 (salmon)_divder page">
    <p:bg>
      <p:bgPr>
        <a:solidFill>
          <a:srgbClr val="F58D77"/>
        </a:solidFill>
        <a:effectLst/>
      </p:bgPr>
    </p:bg>
    <p:spTree>
      <p:nvGrpSpPr>
        <p:cNvPr id="1" name="Shape 253"/>
        <p:cNvGrpSpPr/>
        <p:nvPr/>
      </p:nvGrpSpPr>
      <p:grpSpPr>
        <a:xfrm>
          <a:off x="0" y="0"/>
          <a:ext cx="0" cy="0"/>
          <a:chOff x="0" y="0"/>
          <a:chExt cx="0" cy="0"/>
        </a:xfrm>
      </p:grpSpPr>
      <p:sp>
        <p:nvSpPr>
          <p:cNvPr id="254" name="Google Shape;254;p49"/>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255" name="Google Shape;255;p49"/>
          <p:cNvPicPr preferRelativeResize="0"/>
          <p:nvPr/>
        </p:nvPicPr>
        <p:blipFill rotWithShape="1">
          <a:blip r:embed="rId2">
            <a:alphaModFix/>
          </a:blip>
          <a:srcRect/>
          <a:stretch/>
        </p:blipFill>
        <p:spPr>
          <a:xfrm>
            <a:off x="7452565" y="0"/>
            <a:ext cx="1177378" cy="114889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ustom Layout 1">
  <p:cSld name="CUSTOM">
    <p:bg>
      <p:bgPr>
        <a:solidFill>
          <a:srgbClr val="FFFFFF"/>
        </a:solidFill>
        <a:effectLst/>
      </p:bgPr>
    </p:bg>
    <p:spTree>
      <p:nvGrpSpPr>
        <p:cNvPr id="1" name="Shape 256"/>
        <p:cNvGrpSpPr/>
        <p:nvPr/>
      </p:nvGrpSpPr>
      <p:grpSpPr>
        <a:xfrm>
          <a:off x="0" y="0"/>
          <a:ext cx="0" cy="0"/>
          <a:chOff x="0" y="0"/>
          <a:chExt cx="0" cy="0"/>
        </a:xfrm>
      </p:grpSpPr>
      <p:sp>
        <p:nvSpPr>
          <p:cNvPr id="257" name="Google Shape;257;p50"/>
          <p:cNvSpPr txBox="1">
            <a:spLocks noGrp="1"/>
          </p:cNvSpPr>
          <p:nvPr>
            <p:ph type="title"/>
          </p:nvPr>
        </p:nvSpPr>
        <p:spPr>
          <a:xfrm>
            <a:off x="349404" y="285655"/>
            <a:ext cx="8447100" cy="1698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500"/>
              <a:buNone/>
              <a:defRPr/>
            </a:lvl2pPr>
            <a:lvl3pPr lvl="2" algn="l" rtl="0">
              <a:lnSpc>
                <a:spcPct val="100000"/>
              </a:lnSpc>
              <a:spcBef>
                <a:spcPts val="0"/>
              </a:spcBef>
              <a:spcAft>
                <a:spcPts val="0"/>
              </a:spcAft>
              <a:buSzPts val="500"/>
              <a:buNone/>
              <a:defRPr/>
            </a:lvl3pPr>
            <a:lvl4pPr lvl="3" algn="l" rtl="0">
              <a:lnSpc>
                <a:spcPct val="100000"/>
              </a:lnSpc>
              <a:spcBef>
                <a:spcPts val="0"/>
              </a:spcBef>
              <a:spcAft>
                <a:spcPts val="0"/>
              </a:spcAft>
              <a:buSzPts val="500"/>
              <a:buNone/>
              <a:defRPr/>
            </a:lvl4pPr>
            <a:lvl5pPr lvl="4" algn="l" rtl="0">
              <a:lnSpc>
                <a:spcPct val="100000"/>
              </a:lnSpc>
              <a:spcBef>
                <a:spcPts val="0"/>
              </a:spcBef>
              <a:spcAft>
                <a:spcPts val="0"/>
              </a:spcAft>
              <a:buSzPts val="500"/>
              <a:buNone/>
              <a:defRPr/>
            </a:lvl5pPr>
            <a:lvl6pPr lvl="5" algn="l" rtl="0">
              <a:lnSpc>
                <a:spcPct val="100000"/>
              </a:lnSpc>
              <a:spcBef>
                <a:spcPts val="0"/>
              </a:spcBef>
              <a:spcAft>
                <a:spcPts val="0"/>
              </a:spcAft>
              <a:buSzPts val="500"/>
              <a:buNone/>
              <a:defRPr/>
            </a:lvl6pPr>
            <a:lvl7pPr lvl="6" algn="l" rtl="0">
              <a:lnSpc>
                <a:spcPct val="100000"/>
              </a:lnSpc>
              <a:spcBef>
                <a:spcPts val="0"/>
              </a:spcBef>
              <a:spcAft>
                <a:spcPts val="0"/>
              </a:spcAft>
              <a:buSzPts val="500"/>
              <a:buNone/>
              <a:defRPr/>
            </a:lvl7pPr>
            <a:lvl8pPr lvl="7" algn="l" rtl="0">
              <a:lnSpc>
                <a:spcPct val="100000"/>
              </a:lnSpc>
              <a:spcBef>
                <a:spcPts val="0"/>
              </a:spcBef>
              <a:spcAft>
                <a:spcPts val="0"/>
              </a:spcAft>
              <a:buSzPts val="500"/>
              <a:buNone/>
              <a:defRPr/>
            </a:lvl8pPr>
            <a:lvl9pPr lvl="8" algn="l" rtl="0">
              <a:lnSpc>
                <a:spcPct val="100000"/>
              </a:lnSpc>
              <a:spcBef>
                <a:spcPts val="0"/>
              </a:spcBef>
              <a:spcAft>
                <a:spcPts val="0"/>
              </a:spcAft>
              <a:buSzPts val="500"/>
              <a:buNone/>
              <a:defRPr/>
            </a:lvl9pPr>
          </a:lstStyle>
          <a:p>
            <a:endParaRPr/>
          </a:p>
        </p:txBody>
      </p:sp>
      <p:cxnSp>
        <p:nvCxnSpPr>
          <p:cNvPr id="258" name="Google Shape;258;p50"/>
          <p:cNvCxnSpPr/>
          <p:nvPr/>
        </p:nvCxnSpPr>
        <p:spPr>
          <a:xfrm rot="10800000" flipH="1">
            <a:off x="207600" y="650600"/>
            <a:ext cx="8728800" cy="34500"/>
          </a:xfrm>
          <a:prstGeom prst="straightConnector1">
            <a:avLst/>
          </a:prstGeom>
          <a:noFill/>
          <a:ln w="9525" cap="flat" cmpd="sng">
            <a:solidFill>
              <a:schemeClr val="dk1"/>
            </a:solidFill>
            <a:prstDash val="solid"/>
            <a:round/>
            <a:headEnd type="none" w="sm" len="sm"/>
            <a:tailEnd type="none" w="sm" len="sm"/>
          </a:ln>
        </p:spPr>
      </p:cxnSp>
      <p:sp>
        <p:nvSpPr>
          <p:cNvPr id="259" name="Google Shape;259;p50"/>
          <p:cNvSpPr txBox="1">
            <a:spLocks noGrp="1"/>
          </p:cNvSpPr>
          <p:nvPr>
            <p:ph type="title" idx="2"/>
          </p:nvPr>
        </p:nvSpPr>
        <p:spPr>
          <a:xfrm>
            <a:off x="294125" y="198975"/>
            <a:ext cx="8114400" cy="6834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800"/>
              <a:buNone/>
              <a:defRPr sz="2400">
                <a:solidFill>
                  <a:schemeClr val="dk1"/>
                </a:solidFill>
              </a:defRPr>
            </a:lvl1pPr>
            <a:lvl2pPr lvl="1" algn="l" rtl="0">
              <a:lnSpc>
                <a:spcPct val="100000"/>
              </a:lnSpc>
              <a:spcBef>
                <a:spcPts val="0"/>
              </a:spcBef>
              <a:spcAft>
                <a:spcPts val="0"/>
              </a:spcAft>
              <a:buSzPts val="500"/>
              <a:buNone/>
              <a:defRPr sz="2400">
                <a:solidFill>
                  <a:schemeClr val="dk1"/>
                </a:solidFill>
              </a:defRPr>
            </a:lvl2pPr>
            <a:lvl3pPr lvl="2" algn="l" rtl="0">
              <a:lnSpc>
                <a:spcPct val="100000"/>
              </a:lnSpc>
              <a:spcBef>
                <a:spcPts val="0"/>
              </a:spcBef>
              <a:spcAft>
                <a:spcPts val="0"/>
              </a:spcAft>
              <a:buSzPts val="500"/>
              <a:buNone/>
              <a:defRPr sz="2400">
                <a:solidFill>
                  <a:schemeClr val="dk1"/>
                </a:solidFill>
              </a:defRPr>
            </a:lvl3pPr>
            <a:lvl4pPr lvl="3" algn="l" rtl="0">
              <a:lnSpc>
                <a:spcPct val="100000"/>
              </a:lnSpc>
              <a:spcBef>
                <a:spcPts val="0"/>
              </a:spcBef>
              <a:spcAft>
                <a:spcPts val="0"/>
              </a:spcAft>
              <a:buSzPts val="500"/>
              <a:buNone/>
              <a:defRPr sz="2400">
                <a:solidFill>
                  <a:schemeClr val="dk1"/>
                </a:solidFill>
              </a:defRPr>
            </a:lvl4pPr>
            <a:lvl5pPr lvl="4" algn="l" rtl="0">
              <a:lnSpc>
                <a:spcPct val="100000"/>
              </a:lnSpc>
              <a:spcBef>
                <a:spcPts val="0"/>
              </a:spcBef>
              <a:spcAft>
                <a:spcPts val="0"/>
              </a:spcAft>
              <a:buSzPts val="500"/>
              <a:buNone/>
              <a:defRPr sz="2400">
                <a:solidFill>
                  <a:schemeClr val="dk1"/>
                </a:solidFill>
              </a:defRPr>
            </a:lvl5pPr>
            <a:lvl6pPr lvl="5" algn="l" rtl="0">
              <a:lnSpc>
                <a:spcPct val="100000"/>
              </a:lnSpc>
              <a:spcBef>
                <a:spcPts val="0"/>
              </a:spcBef>
              <a:spcAft>
                <a:spcPts val="0"/>
              </a:spcAft>
              <a:buSzPts val="500"/>
              <a:buNone/>
              <a:defRPr sz="2400">
                <a:solidFill>
                  <a:schemeClr val="dk1"/>
                </a:solidFill>
              </a:defRPr>
            </a:lvl6pPr>
            <a:lvl7pPr lvl="6" algn="l" rtl="0">
              <a:lnSpc>
                <a:spcPct val="100000"/>
              </a:lnSpc>
              <a:spcBef>
                <a:spcPts val="0"/>
              </a:spcBef>
              <a:spcAft>
                <a:spcPts val="0"/>
              </a:spcAft>
              <a:buSzPts val="500"/>
              <a:buNone/>
              <a:defRPr sz="2400">
                <a:solidFill>
                  <a:schemeClr val="dk1"/>
                </a:solidFill>
              </a:defRPr>
            </a:lvl7pPr>
            <a:lvl8pPr lvl="7" algn="l" rtl="0">
              <a:lnSpc>
                <a:spcPct val="100000"/>
              </a:lnSpc>
              <a:spcBef>
                <a:spcPts val="0"/>
              </a:spcBef>
              <a:spcAft>
                <a:spcPts val="0"/>
              </a:spcAft>
              <a:buSzPts val="500"/>
              <a:buNone/>
              <a:defRPr sz="2400">
                <a:solidFill>
                  <a:schemeClr val="dk1"/>
                </a:solidFill>
              </a:defRPr>
            </a:lvl8pPr>
            <a:lvl9pPr lvl="8" algn="l" rtl="0">
              <a:lnSpc>
                <a:spcPct val="100000"/>
              </a:lnSpc>
              <a:spcBef>
                <a:spcPts val="0"/>
              </a:spcBef>
              <a:spcAft>
                <a:spcPts val="0"/>
              </a:spcAft>
              <a:buSzPts val="500"/>
              <a:buNone/>
              <a:defRPr sz="2400">
                <a:solidFill>
                  <a:schemeClr val="dk1"/>
                </a:solidFill>
              </a:defRPr>
            </a:lvl9pPr>
          </a:lstStyle>
          <a:p>
            <a:endParaRPr/>
          </a:p>
        </p:txBody>
      </p:sp>
      <p:sp>
        <p:nvSpPr>
          <p:cNvPr id="260" name="Google Shape;260;p50"/>
          <p:cNvSpPr txBox="1">
            <a:spLocks noGrp="1"/>
          </p:cNvSpPr>
          <p:nvPr>
            <p:ph type="body" idx="1"/>
          </p:nvPr>
        </p:nvSpPr>
        <p:spPr>
          <a:xfrm>
            <a:off x="342900" y="880250"/>
            <a:ext cx="8322300" cy="2828700"/>
          </a:xfrm>
          <a:prstGeom prst="rect">
            <a:avLst/>
          </a:prstGeom>
          <a:noFill/>
          <a:ln>
            <a:noFill/>
          </a:ln>
        </p:spPr>
        <p:txBody>
          <a:bodyPr spcFirstLastPara="1" wrap="square" lIns="0" tIns="0" rIns="0" bIns="0" anchor="t" anchorCtr="0">
            <a:noAutofit/>
          </a:bodyPr>
          <a:lstStyle>
            <a:lvl1pPr marL="457200" lvl="0" indent="-292100" algn="l" rtl="0">
              <a:lnSpc>
                <a:spcPct val="114000"/>
              </a:lnSpc>
              <a:spcBef>
                <a:spcPts val="0"/>
              </a:spcBef>
              <a:spcAft>
                <a:spcPts val="0"/>
              </a:spcAft>
              <a:buClr>
                <a:schemeClr val="dk1"/>
              </a:buClr>
              <a:buSzPts val="1000"/>
              <a:buChar char="⦿"/>
              <a:defRPr>
                <a:solidFill>
                  <a:schemeClr val="dk1"/>
                </a:solidFill>
              </a:defRPr>
            </a:lvl1pPr>
            <a:lvl2pPr marL="914400" lvl="1" indent="-336550" algn="l" rtl="0">
              <a:lnSpc>
                <a:spcPct val="114000"/>
              </a:lnSpc>
              <a:spcBef>
                <a:spcPts val="0"/>
              </a:spcBef>
              <a:spcAft>
                <a:spcPts val="0"/>
              </a:spcAft>
              <a:buSzPts val="1700"/>
              <a:buChar char="•"/>
              <a:defRPr/>
            </a:lvl2pPr>
            <a:lvl3pPr marL="1371600" lvl="2" indent="-323850" algn="l" rtl="0">
              <a:lnSpc>
                <a:spcPct val="114000"/>
              </a:lnSpc>
              <a:spcBef>
                <a:spcPts val="0"/>
              </a:spcBef>
              <a:spcAft>
                <a:spcPts val="0"/>
              </a:spcAft>
              <a:buSzPts val="1500"/>
              <a:buChar char="o"/>
              <a:defRPr/>
            </a:lvl3pPr>
            <a:lvl4pPr marL="1828800" lvl="3" indent="-285750" algn="l" rtl="0">
              <a:lnSpc>
                <a:spcPct val="114000"/>
              </a:lnSpc>
              <a:spcBef>
                <a:spcPts val="0"/>
              </a:spcBef>
              <a:spcAft>
                <a:spcPts val="0"/>
              </a:spcAft>
              <a:buSzPts val="900"/>
              <a:buChar char="⦿"/>
              <a:defRPr/>
            </a:lvl4pPr>
            <a:lvl5pPr marL="2286000" lvl="4" indent="-336550" algn="l" rtl="0">
              <a:lnSpc>
                <a:spcPct val="114000"/>
              </a:lnSpc>
              <a:spcBef>
                <a:spcPts val="0"/>
              </a:spcBef>
              <a:spcAft>
                <a:spcPts val="0"/>
              </a:spcAft>
              <a:buSzPts val="1700"/>
              <a:buChar char="•"/>
              <a:defRPr/>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261" name="Google Shape;261;p50"/>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Section_01 (yellow)_layout 05">
  <p:cSld name="2_Section_01 (yellow)_layout 05">
    <p:spTree>
      <p:nvGrpSpPr>
        <p:cNvPr id="1" name="Shape 262"/>
        <p:cNvGrpSpPr/>
        <p:nvPr/>
      </p:nvGrpSpPr>
      <p:grpSpPr>
        <a:xfrm>
          <a:off x="0" y="0"/>
          <a:ext cx="0" cy="0"/>
          <a:chOff x="0" y="0"/>
          <a:chExt cx="0" cy="0"/>
        </a:xfrm>
      </p:grpSpPr>
      <p:sp>
        <p:nvSpPr>
          <p:cNvPr id="263" name="Google Shape;263;p51"/>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200"/>
              <a:buFont typeface="Arial"/>
              <a:buNone/>
            </a:pPr>
            <a:endParaRPr sz="500" b="0" i="0" u="none" strike="noStrike" cap="none">
              <a:solidFill>
                <a:schemeClr val="lt1"/>
              </a:solidFill>
              <a:latin typeface="Arial"/>
              <a:ea typeface="Arial"/>
              <a:cs typeface="Arial"/>
              <a:sym typeface="Arial"/>
            </a:endParaRPr>
          </a:p>
        </p:txBody>
      </p:sp>
      <p:sp>
        <p:nvSpPr>
          <p:cNvPr id="264" name="Google Shape;264;p51"/>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200"/>
              <a:buFont typeface="Arial"/>
              <a:buNone/>
            </a:pPr>
            <a:endParaRPr sz="500" b="0" i="0" u="none" strike="noStrike" cap="none">
              <a:solidFill>
                <a:schemeClr val="lt1"/>
              </a:solidFill>
              <a:latin typeface="Arial"/>
              <a:ea typeface="Arial"/>
              <a:cs typeface="Arial"/>
              <a:sym typeface="Arial"/>
            </a:endParaRPr>
          </a:p>
        </p:txBody>
      </p:sp>
      <p:cxnSp>
        <p:nvCxnSpPr>
          <p:cNvPr id="265" name="Google Shape;265;p51"/>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66" name="Google Shape;266;p51"/>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3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200"/>
              <a:buNone/>
              <a:defRPr sz="1300"/>
            </a:lvl2pPr>
            <a:lvl3pPr lvl="2" algn="l" rtl="0">
              <a:lnSpc>
                <a:spcPct val="100000"/>
              </a:lnSpc>
              <a:spcBef>
                <a:spcPts val="0"/>
              </a:spcBef>
              <a:spcAft>
                <a:spcPts val="0"/>
              </a:spcAft>
              <a:buSzPts val="200"/>
              <a:buNone/>
              <a:defRPr sz="1300"/>
            </a:lvl3pPr>
            <a:lvl4pPr lvl="3" algn="l" rtl="0">
              <a:lnSpc>
                <a:spcPct val="100000"/>
              </a:lnSpc>
              <a:spcBef>
                <a:spcPts val="0"/>
              </a:spcBef>
              <a:spcAft>
                <a:spcPts val="0"/>
              </a:spcAft>
              <a:buSzPts val="200"/>
              <a:buNone/>
              <a:defRPr sz="1300"/>
            </a:lvl4pPr>
            <a:lvl5pPr lvl="4" algn="l" rtl="0">
              <a:lnSpc>
                <a:spcPct val="100000"/>
              </a:lnSpc>
              <a:spcBef>
                <a:spcPts val="0"/>
              </a:spcBef>
              <a:spcAft>
                <a:spcPts val="0"/>
              </a:spcAft>
              <a:buSzPts val="200"/>
              <a:buNone/>
              <a:defRPr sz="1300"/>
            </a:lvl5pPr>
            <a:lvl6pPr lvl="5" algn="l" rtl="0">
              <a:lnSpc>
                <a:spcPct val="100000"/>
              </a:lnSpc>
              <a:spcBef>
                <a:spcPts val="0"/>
              </a:spcBef>
              <a:spcAft>
                <a:spcPts val="0"/>
              </a:spcAft>
              <a:buSzPts val="200"/>
              <a:buNone/>
              <a:defRPr sz="1300"/>
            </a:lvl6pPr>
            <a:lvl7pPr lvl="6" algn="l" rtl="0">
              <a:lnSpc>
                <a:spcPct val="100000"/>
              </a:lnSpc>
              <a:spcBef>
                <a:spcPts val="0"/>
              </a:spcBef>
              <a:spcAft>
                <a:spcPts val="0"/>
              </a:spcAft>
              <a:buSzPts val="200"/>
              <a:buNone/>
              <a:defRPr sz="1300"/>
            </a:lvl7pPr>
            <a:lvl8pPr lvl="7" algn="l" rtl="0">
              <a:lnSpc>
                <a:spcPct val="100000"/>
              </a:lnSpc>
              <a:spcBef>
                <a:spcPts val="0"/>
              </a:spcBef>
              <a:spcAft>
                <a:spcPts val="0"/>
              </a:spcAft>
              <a:buSzPts val="200"/>
              <a:buNone/>
              <a:defRPr sz="1300"/>
            </a:lvl8pPr>
            <a:lvl9pPr lvl="8" algn="l" rtl="0">
              <a:lnSpc>
                <a:spcPct val="100000"/>
              </a:lnSpc>
              <a:spcBef>
                <a:spcPts val="0"/>
              </a:spcBef>
              <a:spcAft>
                <a:spcPts val="0"/>
              </a:spcAft>
              <a:buSzPts val="200"/>
              <a:buNone/>
              <a:defRPr sz="1300"/>
            </a:lvl9pPr>
          </a:lstStyle>
          <a:p>
            <a:endParaRPr/>
          </a:p>
        </p:txBody>
      </p:sp>
      <p:sp>
        <p:nvSpPr>
          <p:cNvPr id="267" name="Google Shape;267;p51"/>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200"/>
              <a:buFont typeface="Arial"/>
              <a:buNone/>
            </a:pPr>
            <a:endParaRPr sz="500" b="0" i="0" u="none" strike="noStrike" cap="none">
              <a:solidFill>
                <a:schemeClr val="lt1"/>
              </a:solidFill>
              <a:latin typeface="Arial"/>
              <a:ea typeface="Arial"/>
              <a:cs typeface="Arial"/>
              <a:sym typeface="Arial"/>
            </a:endParaRPr>
          </a:p>
        </p:txBody>
      </p:sp>
      <p:sp>
        <p:nvSpPr>
          <p:cNvPr id="268" name="Google Shape;268;p51"/>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69" name="Google Shape;269;p51"/>
          <p:cNvSpPr txBox="1">
            <a:spLocks noGrp="1"/>
          </p:cNvSpPr>
          <p:nvPr>
            <p:ph type="body" idx="1"/>
          </p:nvPr>
        </p:nvSpPr>
        <p:spPr>
          <a:xfrm>
            <a:off x="1212863" y="1194157"/>
            <a:ext cx="6517200" cy="459600"/>
          </a:xfrm>
          <a:prstGeom prst="rect">
            <a:avLst/>
          </a:prstGeom>
          <a:noFill/>
          <a:ln>
            <a:noFill/>
          </a:ln>
        </p:spPr>
        <p:txBody>
          <a:bodyPr spcFirstLastPara="1" wrap="square" lIns="12850" tIns="6425" rIns="12850" bIns="6425" anchor="t" anchorCtr="0">
            <a:normAutofit/>
          </a:bodyPr>
          <a:lstStyle>
            <a:lvl1pPr marL="457200" lvl="0" indent="-228600" algn="l" rtl="0">
              <a:lnSpc>
                <a:spcPct val="90000"/>
              </a:lnSpc>
              <a:spcBef>
                <a:spcPts val="400"/>
              </a:spcBef>
              <a:spcAft>
                <a:spcPts val="0"/>
              </a:spcAft>
              <a:buClr>
                <a:srgbClr val="262261"/>
              </a:buClr>
              <a:buSzPts val="400"/>
              <a:buFont typeface="Arial"/>
              <a:buNone/>
              <a:defRPr sz="1200"/>
            </a:lvl1pPr>
            <a:lvl2pPr marL="914400" lvl="1" indent="-254000" algn="l" rtl="0">
              <a:lnSpc>
                <a:spcPct val="90000"/>
              </a:lnSpc>
              <a:spcBef>
                <a:spcPts val="200"/>
              </a:spcBef>
              <a:spcAft>
                <a:spcPts val="0"/>
              </a:spcAft>
              <a:buClr>
                <a:srgbClr val="262261"/>
              </a:buClr>
              <a:buSzPts val="400"/>
              <a:buChar char="•"/>
              <a:defRPr sz="1200"/>
            </a:lvl2pPr>
            <a:lvl3pPr marL="1371600" lvl="2" indent="-254000" algn="l" rtl="0">
              <a:lnSpc>
                <a:spcPct val="90000"/>
              </a:lnSpc>
              <a:spcBef>
                <a:spcPts val="200"/>
              </a:spcBef>
              <a:spcAft>
                <a:spcPts val="0"/>
              </a:spcAft>
              <a:buClr>
                <a:srgbClr val="262261"/>
              </a:buClr>
              <a:buSzPts val="400"/>
              <a:buChar char="•"/>
              <a:defRPr sz="1200"/>
            </a:lvl3pPr>
            <a:lvl4pPr marL="1828800" lvl="3" indent="-254000" algn="l" rtl="0">
              <a:lnSpc>
                <a:spcPct val="90000"/>
              </a:lnSpc>
              <a:spcBef>
                <a:spcPts val="200"/>
              </a:spcBef>
              <a:spcAft>
                <a:spcPts val="0"/>
              </a:spcAft>
              <a:buClr>
                <a:srgbClr val="262261"/>
              </a:buClr>
              <a:buSzPts val="400"/>
              <a:buChar char="•"/>
              <a:defRPr sz="1200"/>
            </a:lvl4pPr>
            <a:lvl5pPr marL="2286000" lvl="4" indent="-254000" algn="l" rtl="0">
              <a:lnSpc>
                <a:spcPct val="90000"/>
              </a:lnSpc>
              <a:spcBef>
                <a:spcPts val="200"/>
              </a:spcBef>
              <a:spcAft>
                <a:spcPts val="0"/>
              </a:spcAft>
              <a:buClr>
                <a:srgbClr val="262261"/>
              </a:buClr>
              <a:buSzPts val="400"/>
              <a:buChar char="•"/>
              <a:defRPr sz="1200"/>
            </a:lvl5pPr>
            <a:lvl6pPr marL="2743200" lvl="5" indent="-228600" algn="l" rtl="0">
              <a:lnSpc>
                <a:spcPct val="100000"/>
              </a:lnSpc>
              <a:spcBef>
                <a:spcPts val="0"/>
              </a:spcBef>
              <a:spcAft>
                <a:spcPts val="0"/>
              </a:spcAft>
              <a:buSzPts val="200"/>
              <a:buNone/>
              <a:defRPr/>
            </a:lvl6pPr>
            <a:lvl7pPr marL="3200400" lvl="6" indent="-228600" algn="l" rtl="0">
              <a:lnSpc>
                <a:spcPct val="100000"/>
              </a:lnSpc>
              <a:spcBef>
                <a:spcPts val="0"/>
              </a:spcBef>
              <a:spcAft>
                <a:spcPts val="0"/>
              </a:spcAft>
              <a:buSzPts val="200"/>
              <a:buNone/>
              <a:defRPr/>
            </a:lvl7pPr>
            <a:lvl8pPr marL="3657600" lvl="7" indent="-228600" algn="l" rtl="0">
              <a:lnSpc>
                <a:spcPct val="100000"/>
              </a:lnSpc>
              <a:spcBef>
                <a:spcPts val="0"/>
              </a:spcBef>
              <a:spcAft>
                <a:spcPts val="0"/>
              </a:spcAft>
              <a:buSzPts val="200"/>
              <a:buNone/>
              <a:defRPr/>
            </a:lvl8pPr>
            <a:lvl9pPr marL="4114800" lvl="8" indent="-228600" algn="l" rtl="0">
              <a:lnSpc>
                <a:spcPct val="100000"/>
              </a:lnSpc>
              <a:spcBef>
                <a:spcPts val="0"/>
              </a:spcBef>
              <a:spcAft>
                <a:spcPts val="0"/>
              </a:spcAft>
              <a:buSzPts val="2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Section_01 (yellow)_layout 02">
  <p:cSld name="1_Section_01 (yellow)_layout 02">
    <p:spTree>
      <p:nvGrpSpPr>
        <p:cNvPr id="1" name="Shape 270"/>
        <p:cNvGrpSpPr/>
        <p:nvPr/>
      </p:nvGrpSpPr>
      <p:grpSpPr>
        <a:xfrm>
          <a:off x="0" y="0"/>
          <a:ext cx="0" cy="0"/>
          <a:chOff x="0" y="0"/>
          <a:chExt cx="0" cy="0"/>
        </a:xfrm>
      </p:grpSpPr>
      <p:sp>
        <p:nvSpPr>
          <p:cNvPr id="271" name="Google Shape;271;p52"/>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72" name="Google Shape;272;p52"/>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273" name="Google Shape;273;p52"/>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74" name="Google Shape;274;p52"/>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75" name="Google Shape;275;p52"/>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76" name="Google Shape;276;p52"/>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77" name="Google Shape;277;p52"/>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o"/>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2_Section_02 (green)_layout 02">
  <p:cSld name="2_Section_02 (green)_layout 02">
    <p:spTree>
      <p:nvGrpSpPr>
        <p:cNvPr id="1" name="Shape 278"/>
        <p:cNvGrpSpPr/>
        <p:nvPr/>
      </p:nvGrpSpPr>
      <p:grpSpPr>
        <a:xfrm>
          <a:off x="0" y="0"/>
          <a:ext cx="0" cy="0"/>
          <a:chOff x="0" y="0"/>
          <a:chExt cx="0" cy="0"/>
        </a:xfrm>
      </p:grpSpPr>
      <p:sp>
        <p:nvSpPr>
          <p:cNvPr id="279" name="Google Shape;279;p53"/>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sp>
        <p:nvSpPr>
          <p:cNvPr id="280" name="Google Shape;280;p53"/>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cxnSp>
        <p:nvCxnSpPr>
          <p:cNvPr id="281" name="Google Shape;281;p53"/>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82" name="Google Shape;282;p53"/>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83" name="Google Shape;283;p53"/>
          <p:cNvSpPr/>
          <p:nvPr/>
        </p:nvSpPr>
        <p:spPr>
          <a:xfrm>
            <a:off x="8660526" y="4704908"/>
            <a:ext cx="492000" cy="191400"/>
          </a:xfrm>
          <a:prstGeom prst="rect">
            <a:avLst/>
          </a:prstGeom>
          <a:solidFill>
            <a:srgbClr val="7AC79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sp>
        <p:nvSpPr>
          <p:cNvPr id="284" name="Google Shape;284;p53"/>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85" name="Google Shape;285;p53"/>
          <p:cNvSpPr txBox="1">
            <a:spLocks noGrp="1"/>
          </p:cNvSpPr>
          <p:nvPr>
            <p:ph type="body" idx="1"/>
          </p:nvPr>
        </p:nvSpPr>
        <p:spPr>
          <a:xfrm>
            <a:off x="353196" y="1194158"/>
            <a:ext cx="8407200" cy="33780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600"/>
              <a:buFont typeface="Arial"/>
              <a:buNone/>
              <a:defRPr sz="1200"/>
            </a:lvl1pPr>
            <a:lvl2pPr marL="914400" lvl="1" indent="-266700" algn="l" rtl="0">
              <a:lnSpc>
                <a:spcPct val="90000"/>
              </a:lnSpc>
              <a:spcBef>
                <a:spcPts val="100"/>
              </a:spcBef>
              <a:spcAft>
                <a:spcPts val="0"/>
              </a:spcAft>
              <a:buClr>
                <a:srgbClr val="262261"/>
              </a:buClr>
              <a:buSzPts val="600"/>
              <a:buChar char="•"/>
              <a:defRPr sz="1200"/>
            </a:lvl2pPr>
            <a:lvl3pPr marL="1371600" lvl="2" indent="-266700" algn="l" rtl="0">
              <a:lnSpc>
                <a:spcPct val="90000"/>
              </a:lnSpc>
              <a:spcBef>
                <a:spcPts val="100"/>
              </a:spcBef>
              <a:spcAft>
                <a:spcPts val="0"/>
              </a:spcAft>
              <a:buClr>
                <a:srgbClr val="262261"/>
              </a:buClr>
              <a:buSzPts val="600"/>
              <a:buChar char="•"/>
              <a:defRPr sz="1200"/>
            </a:lvl3pPr>
            <a:lvl4pPr marL="1828800" lvl="3" indent="-266700" algn="l" rtl="0">
              <a:lnSpc>
                <a:spcPct val="90000"/>
              </a:lnSpc>
              <a:spcBef>
                <a:spcPts val="100"/>
              </a:spcBef>
              <a:spcAft>
                <a:spcPts val="0"/>
              </a:spcAft>
              <a:buClr>
                <a:srgbClr val="262261"/>
              </a:buClr>
              <a:buSzPts val="600"/>
              <a:buChar char="•"/>
              <a:defRPr sz="1200"/>
            </a:lvl4pPr>
            <a:lvl5pPr marL="2286000" lvl="4" indent="-266700" algn="l" rtl="0">
              <a:lnSpc>
                <a:spcPct val="90000"/>
              </a:lnSpc>
              <a:spcBef>
                <a:spcPts val="100"/>
              </a:spcBef>
              <a:spcAft>
                <a:spcPts val="0"/>
              </a:spcAft>
              <a:buClr>
                <a:srgbClr val="262261"/>
              </a:buClr>
              <a:buSzPts val="6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5_Section 05 (blue)_layout 03">
  <p:cSld name="5_Section 05 (blue)_layout 03">
    <p:bg>
      <p:bgPr>
        <a:solidFill>
          <a:srgbClr val="FFDD7F"/>
        </a:solidFill>
        <a:effectLst/>
      </p:bgPr>
    </p:bg>
    <p:spTree>
      <p:nvGrpSpPr>
        <p:cNvPr id="1" name="Shape 286"/>
        <p:cNvGrpSpPr/>
        <p:nvPr/>
      </p:nvGrpSpPr>
      <p:grpSpPr>
        <a:xfrm>
          <a:off x="0" y="0"/>
          <a:ext cx="0" cy="0"/>
          <a:chOff x="0" y="0"/>
          <a:chExt cx="0" cy="0"/>
        </a:xfrm>
      </p:grpSpPr>
      <p:sp>
        <p:nvSpPr>
          <p:cNvPr id="287" name="Google Shape;287;p54"/>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88" name="Google Shape;288;p5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289" name="Google Shape;289;p5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90" name="Google Shape;290;p5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291" name="Google Shape;291;p54"/>
          <p:cNvSpPr/>
          <p:nvPr/>
        </p:nvSpPr>
        <p:spPr>
          <a:xfrm>
            <a:off x="8660526" y="4704907"/>
            <a:ext cx="491700" cy="191400"/>
          </a:xfrm>
          <a:prstGeom prst="rect">
            <a:avLst/>
          </a:prstGeom>
          <a:solidFill>
            <a:srgbClr val="5EAEE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292" name="Google Shape;292;p54"/>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293" name="Google Shape;293;p54"/>
          <p:cNvSpPr txBox="1">
            <a:spLocks noGrp="1"/>
          </p:cNvSpPr>
          <p:nvPr>
            <p:ph type="body" idx="1"/>
          </p:nvPr>
        </p:nvSpPr>
        <p:spPr>
          <a:xfrm>
            <a:off x="353196" y="1763411"/>
            <a:ext cx="3969600" cy="27420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
        <p:nvSpPr>
          <p:cNvPr id="294" name="Google Shape;294;p54"/>
          <p:cNvSpPr txBox="1">
            <a:spLocks noGrp="1"/>
          </p:cNvSpPr>
          <p:nvPr>
            <p:ph type="body" idx="2"/>
          </p:nvPr>
        </p:nvSpPr>
        <p:spPr>
          <a:xfrm>
            <a:off x="4790745" y="1194158"/>
            <a:ext cx="3969600" cy="4596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2_Section_02 (green)_layout 02 1">
  <p:cSld name="2_Section_02 (green)_layout 02_1">
    <p:spTree>
      <p:nvGrpSpPr>
        <p:cNvPr id="1" name="Shape 295"/>
        <p:cNvGrpSpPr/>
        <p:nvPr/>
      </p:nvGrpSpPr>
      <p:grpSpPr>
        <a:xfrm>
          <a:off x="0" y="0"/>
          <a:ext cx="0" cy="0"/>
          <a:chOff x="0" y="0"/>
          <a:chExt cx="0" cy="0"/>
        </a:xfrm>
      </p:grpSpPr>
      <p:sp>
        <p:nvSpPr>
          <p:cNvPr id="296" name="Google Shape;296;p55"/>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97" name="Google Shape;297;p5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cxnSp>
        <p:nvCxnSpPr>
          <p:cNvPr id="298" name="Google Shape;298;p5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299" name="Google Shape;299;p5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000"/>
              <a:buNone/>
              <a:defRPr sz="1300"/>
            </a:lvl2pPr>
            <a:lvl3pPr lvl="2" algn="l" rtl="0">
              <a:lnSpc>
                <a:spcPct val="100000"/>
              </a:lnSpc>
              <a:spcBef>
                <a:spcPts val="0"/>
              </a:spcBef>
              <a:spcAft>
                <a:spcPts val="0"/>
              </a:spcAft>
              <a:buSzPts val="1000"/>
              <a:buNone/>
              <a:defRPr sz="1300"/>
            </a:lvl3pPr>
            <a:lvl4pPr lvl="3" algn="l" rtl="0">
              <a:lnSpc>
                <a:spcPct val="100000"/>
              </a:lnSpc>
              <a:spcBef>
                <a:spcPts val="0"/>
              </a:spcBef>
              <a:spcAft>
                <a:spcPts val="0"/>
              </a:spcAft>
              <a:buSzPts val="1000"/>
              <a:buNone/>
              <a:defRPr sz="1300"/>
            </a:lvl4pPr>
            <a:lvl5pPr lvl="4" algn="l" rtl="0">
              <a:lnSpc>
                <a:spcPct val="100000"/>
              </a:lnSpc>
              <a:spcBef>
                <a:spcPts val="0"/>
              </a:spcBef>
              <a:spcAft>
                <a:spcPts val="0"/>
              </a:spcAft>
              <a:buSzPts val="1000"/>
              <a:buNone/>
              <a:defRPr sz="1300"/>
            </a:lvl5pPr>
            <a:lvl6pPr lvl="5" algn="l" rtl="0">
              <a:lnSpc>
                <a:spcPct val="100000"/>
              </a:lnSpc>
              <a:spcBef>
                <a:spcPts val="0"/>
              </a:spcBef>
              <a:spcAft>
                <a:spcPts val="0"/>
              </a:spcAft>
              <a:buSzPts val="1000"/>
              <a:buNone/>
              <a:defRPr sz="1300"/>
            </a:lvl6pPr>
            <a:lvl7pPr lvl="6" algn="l" rtl="0">
              <a:lnSpc>
                <a:spcPct val="100000"/>
              </a:lnSpc>
              <a:spcBef>
                <a:spcPts val="0"/>
              </a:spcBef>
              <a:spcAft>
                <a:spcPts val="0"/>
              </a:spcAft>
              <a:buSzPts val="1000"/>
              <a:buNone/>
              <a:defRPr sz="1300"/>
            </a:lvl7pPr>
            <a:lvl8pPr lvl="7" algn="l" rtl="0">
              <a:lnSpc>
                <a:spcPct val="100000"/>
              </a:lnSpc>
              <a:spcBef>
                <a:spcPts val="0"/>
              </a:spcBef>
              <a:spcAft>
                <a:spcPts val="0"/>
              </a:spcAft>
              <a:buSzPts val="1000"/>
              <a:buNone/>
              <a:defRPr sz="1300"/>
            </a:lvl8pPr>
            <a:lvl9pPr lvl="8" algn="l" rtl="0">
              <a:lnSpc>
                <a:spcPct val="100000"/>
              </a:lnSpc>
              <a:spcBef>
                <a:spcPts val="0"/>
              </a:spcBef>
              <a:spcAft>
                <a:spcPts val="0"/>
              </a:spcAft>
              <a:buSzPts val="1000"/>
              <a:buNone/>
              <a:defRPr sz="1300"/>
            </a:lvl9pPr>
          </a:lstStyle>
          <a:p>
            <a:endParaRPr/>
          </a:p>
        </p:txBody>
      </p:sp>
      <p:sp>
        <p:nvSpPr>
          <p:cNvPr id="300" name="Google Shape;300;p55"/>
          <p:cNvSpPr/>
          <p:nvPr/>
        </p:nvSpPr>
        <p:spPr>
          <a:xfrm>
            <a:off x="8660526" y="4704908"/>
            <a:ext cx="491700" cy="191400"/>
          </a:xfrm>
          <a:prstGeom prst="rect">
            <a:avLst/>
          </a:prstGeom>
          <a:solidFill>
            <a:srgbClr val="7AC79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301" name="Google Shape;301;p55"/>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02" name="Google Shape;302;p55"/>
          <p:cNvSpPr txBox="1">
            <a:spLocks noGrp="1"/>
          </p:cNvSpPr>
          <p:nvPr>
            <p:ph type="body" idx="1"/>
          </p:nvPr>
        </p:nvSpPr>
        <p:spPr>
          <a:xfrm>
            <a:off x="353196" y="1194158"/>
            <a:ext cx="8406900" cy="3377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alf Column Numbers 2">
  <p:cSld name="1_Half Column Numbers 5">
    <p:spTree>
      <p:nvGrpSpPr>
        <p:cNvPr id="1" name="Shape 303"/>
        <p:cNvGrpSpPr/>
        <p:nvPr/>
      </p:nvGrpSpPr>
      <p:grpSpPr>
        <a:xfrm>
          <a:off x="0" y="0"/>
          <a:ext cx="0" cy="0"/>
          <a:chOff x="0" y="0"/>
          <a:chExt cx="0" cy="0"/>
        </a:xfrm>
      </p:grpSpPr>
      <p:sp>
        <p:nvSpPr>
          <p:cNvPr id="304" name="Google Shape;304;p56"/>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05" name="Google Shape;305;p56"/>
          <p:cNvSpPr txBox="1">
            <a:spLocks noGrp="1"/>
          </p:cNvSpPr>
          <p:nvPr>
            <p:ph type="body" idx="1"/>
          </p:nvPr>
        </p:nvSpPr>
        <p:spPr>
          <a:xfrm>
            <a:off x="339880" y="956930"/>
            <a:ext cx="8460300" cy="3434100"/>
          </a:xfrm>
          <a:prstGeom prst="rect">
            <a:avLst/>
          </a:prstGeom>
          <a:noFill/>
          <a:ln>
            <a:noFill/>
          </a:ln>
        </p:spPr>
        <p:txBody>
          <a:bodyPr spcFirstLastPara="1" wrap="square" lIns="0" tIns="0" rIns="0" bIns="0" anchor="t" anchorCtr="0">
            <a:noAutofit/>
          </a:bodyPr>
          <a:lstStyle>
            <a:lvl1pPr marL="457200" marR="0" lvl="0" indent="-260350" algn="l" rtl="0">
              <a:lnSpc>
                <a:spcPct val="114000"/>
              </a:lnSpc>
              <a:spcBef>
                <a:spcPts val="0"/>
              </a:spcBef>
              <a:spcAft>
                <a:spcPts val="0"/>
              </a:spcAft>
              <a:buClr>
                <a:schemeClr val="dk1"/>
              </a:buClr>
              <a:buSzPts val="500"/>
              <a:buFont typeface="Noto Sans Symbols"/>
              <a:buChar char="⦿"/>
              <a:defRPr sz="1600" b="0" i="0" u="none" strike="noStrike" cap="none">
                <a:solidFill>
                  <a:schemeClr val="dk1"/>
                </a:solidFill>
                <a:latin typeface="Arial"/>
                <a:ea typeface="Arial"/>
                <a:cs typeface="Arial"/>
                <a:sym typeface="Arial"/>
              </a:defRPr>
            </a:lvl1pPr>
            <a:lvl2pPr marL="914400" marR="0" lvl="1"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2pPr>
            <a:lvl3pPr marL="1371600" marR="0" lvl="2" indent="-273050" algn="l" rtl="0">
              <a:lnSpc>
                <a:spcPct val="114000"/>
              </a:lnSpc>
              <a:spcBef>
                <a:spcPts val="0"/>
              </a:spcBef>
              <a:spcAft>
                <a:spcPts val="0"/>
              </a:spcAft>
              <a:buClr>
                <a:schemeClr val="dk1"/>
              </a:buClr>
              <a:buSzPts val="700"/>
              <a:buFont typeface="Courier New"/>
              <a:buChar char="o"/>
              <a:defRPr sz="1500" b="0" i="0" u="none" strike="noStrike" cap="none">
                <a:solidFill>
                  <a:schemeClr val="dk1"/>
                </a:solidFill>
                <a:latin typeface="Arial"/>
                <a:ea typeface="Arial"/>
                <a:cs typeface="Arial"/>
                <a:sym typeface="Arial"/>
              </a:defRPr>
            </a:lvl3pPr>
            <a:lvl4pPr marL="1828800" marR="0" lvl="3" indent="-254000" algn="l" rtl="0">
              <a:lnSpc>
                <a:spcPct val="114000"/>
              </a:lnSpc>
              <a:spcBef>
                <a:spcPts val="0"/>
              </a:spcBef>
              <a:spcAft>
                <a:spcPts val="0"/>
              </a:spcAft>
              <a:buClr>
                <a:schemeClr val="dk1"/>
              </a:buClr>
              <a:buSzPts val="400"/>
              <a:buFont typeface="Noto Sans Symbols"/>
              <a:buChar char="⦿"/>
              <a:defRPr sz="1500" b="0" i="0" u="none" strike="noStrike" cap="none">
                <a:solidFill>
                  <a:schemeClr val="dk1"/>
                </a:solidFill>
                <a:latin typeface="Arial"/>
                <a:ea typeface="Arial"/>
                <a:cs typeface="Arial"/>
                <a:sym typeface="Arial"/>
              </a:defRPr>
            </a:lvl4pPr>
            <a:lvl5pPr marL="2286000" marR="0" lvl="4"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5pPr>
            <a:lvl6pPr marL="2743200" marR="0" lvl="5"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6pPr>
            <a:lvl7pPr marL="3200400" marR="0" lvl="6"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7pPr>
            <a:lvl8pPr marL="3657600" marR="0" lvl="7"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8pPr>
            <a:lvl9pPr marL="4114800" marR="0" lvl="8"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306" name="Google Shape;306;p56"/>
          <p:cNvSpPr txBox="1">
            <a:spLocks noGrp="1"/>
          </p:cNvSpPr>
          <p:nvPr>
            <p:ph type="title"/>
          </p:nvPr>
        </p:nvSpPr>
        <p:spPr>
          <a:xfrm>
            <a:off x="341042"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07" name="Google Shape;307;p56"/>
          <p:cNvSpPr/>
          <p:nvPr/>
        </p:nvSpPr>
        <p:spPr>
          <a:xfrm>
            <a:off x="8660526" y="4704907"/>
            <a:ext cx="491700" cy="191400"/>
          </a:xfrm>
          <a:prstGeom prst="rect">
            <a:avLst/>
          </a:prstGeom>
          <a:solidFill>
            <a:srgbClr val="5EAEE0">
              <a:alpha val="47450"/>
            </a:srgbClr>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08" name="Google Shape;308;p56"/>
          <p:cNvSpPr txBox="1"/>
          <p:nvPr/>
        </p:nvSpPr>
        <p:spPr>
          <a:xfrm>
            <a:off x="8660526" y="4704907"/>
            <a:ext cx="2856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09" name="Google Shape;309;p56"/>
          <p:cNvSpPr txBox="1">
            <a:spLocks noGrp="1"/>
          </p:cNvSpPr>
          <p:nvPr>
            <p:ph type="sldNum" idx="12"/>
          </p:nvPr>
        </p:nvSpPr>
        <p:spPr>
          <a:xfrm>
            <a:off x="8556784" y="4749851"/>
            <a:ext cx="548700" cy="393600"/>
          </a:xfrm>
          <a:prstGeom prst="rect">
            <a:avLst/>
          </a:prstGeom>
        </p:spPr>
        <p:txBody>
          <a:bodyPr spcFirstLastPara="1" wrap="square" lIns="0" tIns="0" rIns="0" bIns="0" anchor="t" anchorCtr="0">
            <a:noAutofit/>
          </a:bodyPr>
          <a:lstStyle>
            <a:lvl1pPr lvl="0" rtl="0">
              <a:buNone/>
              <a:defRPr sz="1300">
                <a:solidFill>
                  <a:schemeClr val="dk1"/>
                </a:solidFill>
              </a:defRPr>
            </a:lvl1pPr>
            <a:lvl2pPr lvl="1" rtl="0">
              <a:buNone/>
              <a:defRPr sz="1300">
                <a:solidFill>
                  <a:schemeClr val="dk1"/>
                </a:solidFill>
              </a:defRPr>
            </a:lvl2pPr>
            <a:lvl3pPr lvl="2" rtl="0">
              <a:buNone/>
              <a:defRPr sz="1300">
                <a:solidFill>
                  <a:schemeClr val="dk1"/>
                </a:solidFill>
              </a:defRPr>
            </a:lvl3pPr>
            <a:lvl4pPr lvl="3" rtl="0">
              <a:buNone/>
              <a:defRPr sz="1300">
                <a:solidFill>
                  <a:schemeClr val="dk1"/>
                </a:solidFill>
              </a:defRPr>
            </a:lvl4pPr>
            <a:lvl5pPr lvl="4" rtl="0">
              <a:buNone/>
              <a:defRPr sz="1300">
                <a:solidFill>
                  <a:schemeClr val="dk1"/>
                </a:solidFill>
              </a:defRPr>
            </a:lvl5pPr>
            <a:lvl6pPr lvl="5" rtl="0">
              <a:buNone/>
              <a:defRPr sz="1300">
                <a:solidFill>
                  <a:schemeClr val="dk1"/>
                </a:solidFill>
              </a:defRPr>
            </a:lvl6pPr>
            <a:lvl7pPr lvl="6" rtl="0">
              <a:buNone/>
              <a:defRPr sz="1300">
                <a:solidFill>
                  <a:schemeClr val="dk1"/>
                </a:solidFill>
              </a:defRPr>
            </a:lvl7pPr>
            <a:lvl8pPr lvl="7" rtl="0">
              <a:buNone/>
              <a:defRPr sz="1300">
                <a:solidFill>
                  <a:schemeClr val="dk1"/>
                </a:solidFill>
              </a:defRPr>
            </a:lvl8pPr>
            <a:lvl9pPr lvl="8" rtl="0">
              <a:buNone/>
              <a:defRPr sz="1300">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ection 06 (purple) layout 02">
  <p:cSld name="Section 06 (purple) layout 02">
    <p:spTree>
      <p:nvGrpSpPr>
        <p:cNvPr id="1" name="Shape 310"/>
        <p:cNvGrpSpPr/>
        <p:nvPr/>
      </p:nvGrpSpPr>
      <p:grpSpPr>
        <a:xfrm>
          <a:off x="0" y="0"/>
          <a:ext cx="0" cy="0"/>
          <a:chOff x="0" y="0"/>
          <a:chExt cx="0" cy="0"/>
        </a:xfrm>
      </p:grpSpPr>
      <p:sp>
        <p:nvSpPr>
          <p:cNvPr id="311" name="Google Shape;311;p57"/>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12" name="Google Shape;312;p57"/>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313" name="Google Shape;313;p57"/>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14" name="Google Shape;314;p57"/>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15" name="Google Shape;315;p57"/>
          <p:cNvSpPr/>
          <p:nvPr/>
        </p:nvSpPr>
        <p:spPr>
          <a:xfrm>
            <a:off x="8660526" y="4704907"/>
            <a:ext cx="491700" cy="191400"/>
          </a:xfrm>
          <a:prstGeom prst="rect">
            <a:avLst/>
          </a:prstGeom>
          <a:solidFill>
            <a:srgbClr val="ECF7F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16" name="Google Shape;316;p57"/>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17" name="Google Shape;317;p57"/>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Section_01 (yellow)_layout 02 1">
  <p:cSld name="2_Section_01 (yellow)_layout 02">
    <p:spTree>
      <p:nvGrpSpPr>
        <p:cNvPr id="1" name="Shape 318"/>
        <p:cNvGrpSpPr/>
        <p:nvPr/>
      </p:nvGrpSpPr>
      <p:grpSpPr>
        <a:xfrm>
          <a:off x="0" y="0"/>
          <a:ext cx="0" cy="0"/>
          <a:chOff x="0" y="0"/>
          <a:chExt cx="0" cy="0"/>
        </a:xfrm>
      </p:grpSpPr>
      <p:sp>
        <p:nvSpPr>
          <p:cNvPr id="319" name="Google Shape;319;p58"/>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320" name="Google Shape;320;p58"/>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cxnSp>
        <p:nvCxnSpPr>
          <p:cNvPr id="321" name="Google Shape;321;p5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22" name="Google Shape;322;p5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000"/>
              <a:buNone/>
              <a:defRPr sz="1300"/>
            </a:lvl2pPr>
            <a:lvl3pPr lvl="2" algn="l" rtl="0">
              <a:lnSpc>
                <a:spcPct val="100000"/>
              </a:lnSpc>
              <a:spcBef>
                <a:spcPts val="0"/>
              </a:spcBef>
              <a:spcAft>
                <a:spcPts val="0"/>
              </a:spcAft>
              <a:buSzPts val="1000"/>
              <a:buNone/>
              <a:defRPr sz="1300"/>
            </a:lvl3pPr>
            <a:lvl4pPr lvl="3" algn="l" rtl="0">
              <a:lnSpc>
                <a:spcPct val="100000"/>
              </a:lnSpc>
              <a:spcBef>
                <a:spcPts val="0"/>
              </a:spcBef>
              <a:spcAft>
                <a:spcPts val="0"/>
              </a:spcAft>
              <a:buSzPts val="1000"/>
              <a:buNone/>
              <a:defRPr sz="1300"/>
            </a:lvl4pPr>
            <a:lvl5pPr lvl="4" algn="l" rtl="0">
              <a:lnSpc>
                <a:spcPct val="100000"/>
              </a:lnSpc>
              <a:spcBef>
                <a:spcPts val="0"/>
              </a:spcBef>
              <a:spcAft>
                <a:spcPts val="0"/>
              </a:spcAft>
              <a:buSzPts val="1000"/>
              <a:buNone/>
              <a:defRPr sz="1300"/>
            </a:lvl5pPr>
            <a:lvl6pPr lvl="5" algn="l" rtl="0">
              <a:lnSpc>
                <a:spcPct val="100000"/>
              </a:lnSpc>
              <a:spcBef>
                <a:spcPts val="0"/>
              </a:spcBef>
              <a:spcAft>
                <a:spcPts val="0"/>
              </a:spcAft>
              <a:buSzPts val="1000"/>
              <a:buNone/>
              <a:defRPr sz="1300"/>
            </a:lvl6pPr>
            <a:lvl7pPr lvl="6" algn="l" rtl="0">
              <a:lnSpc>
                <a:spcPct val="100000"/>
              </a:lnSpc>
              <a:spcBef>
                <a:spcPts val="0"/>
              </a:spcBef>
              <a:spcAft>
                <a:spcPts val="0"/>
              </a:spcAft>
              <a:buSzPts val="1000"/>
              <a:buNone/>
              <a:defRPr sz="1300"/>
            </a:lvl7pPr>
            <a:lvl8pPr lvl="7" algn="l" rtl="0">
              <a:lnSpc>
                <a:spcPct val="100000"/>
              </a:lnSpc>
              <a:spcBef>
                <a:spcPts val="0"/>
              </a:spcBef>
              <a:spcAft>
                <a:spcPts val="0"/>
              </a:spcAft>
              <a:buSzPts val="1000"/>
              <a:buNone/>
              <a:defRPr sz="1300"/>
            </a:lvl8pPr>
            <a:lvl9pPr lvl="8" algn="l" rtl="0">
              <a:lnSpc>
                <a:spcPct val="100000"/>
              </a:lnSpc>
              <a:spcBef>
                <a:spcPts val="0"/>
              </a:spcBef>
              <a:spcAft>
                <a:spcPts val="0"/>
              </a:spcAft>
              <a:buSzPts val="1000"/>
              <a:buNone/>
              <a:defRPr sz="1300"/>
            </a:lvl9pPr>
          </a:lstStyle>
          <a:p>
            <a:endParaRPr/>
          </a:p>
        </p:txBody>
      </p:sp>
      <p:sp>
        <p:nvSpPr>
          <p:cNvPr id="323" name="Google Shape;323;p58"/>
          <p:cNvSpPr/>
          <p:nvPr/>
        </p:nvSpPr>
        <p:spPr>
          <a:xfrm>
            <a:off x="8660526" y="4704908"/>
            <a:ext cx="491700" cy="191400"/>
          </a:xfrm>
          <a:prstGeom prst="rect">
            <a:avLst/>
          </a:prstGeom>
          <a:solidFill>
            <a:srgbClr val="FFDD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324" name="Google Shape;324;p58"/>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25" name="Google Shape;325;p58"/>
          <p:cNvSpPr txBox="1">
            <a:spLocks noGrp="1"/>
          </p:cNvSpPr>
          <p:nvPr>
            <p:ph type="body" idx="1"/>
          </p:nvPr>
        </p:nvSpPr>
        <p:spPr>
          <a:xfrm>
            <a:off x="353196" y="1194158"/>
            <a:ext cx="8406900" cy="3377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Full Column Bullets 3">
  <p:cSld name="Full Column Bullets_1">
    <p:spTree>
      <p:nvGrpSpPr>
        <p:cNvPr id="1" name="Shape 326"/>
        <p:cNvGrpSpPr/>
        <p:nvPr/>
      </p:nvGrpSpPr>
      <p:grpSpPr>
        <a:xfrm>
          <a:off x="0" y="0"/>
          <a:ext cx="0" cy="0"/>
          <a:chOff x="0" y="0"/>
          <a:chExt cx="0" cy="0"/>
        </a:xfrm>
      </p:grpSpPr>
      <p:sp>
        <p:nvSpPr>
          <p:cNvPr id="327" name="Google Shape;327;p59"/>
          <p:cNvSpPr txBox="1">
            <a:spLocks noGrp="1"/>
          </p:cNvSpPr>
          <p:nvPr>
            <p:ph type="body" idx="1"/>
          </p:nvPr>
        </p:nvSpPr>
        <p:spPr>
          <a:xfrm>
            <a:off x="339880" y="744736"/>
            <a:ext cx="8460300" cy="3646500"/>
          </a:xfrm>
          <a:prstGeom prst="rect">
            <a:avLst/>
          </a:prstGeom>
          <a:noFill/>
          <a:ln>
            <a:noFill/>
          </a:ln>
        </p:spPr>
        <p:txBody>
          <a:bodyPr spcFirstLastPara="1" wrap="square" lIns="0" tIns="0" rIns="0" bIns="0" anchor="t" anchorCtr="0">
            <a:noAutofit/>
          </a:bodyPr>
          <a:lstStyle>
            <a:lvl1pPr marL="457200" lvl="0" indent="-292100" algn="l" rtl="0">
              <a:lnSpc>
                <a:spcPct val="114000"/>
              </a:lnSpc>
              <a:spcBef>
                <a:spcPts val="0"/>
              </a:spcBef>
              <a:spcAft>
                <a:spcPts val="0"/>
              </a:spcAft>
              <a:buClr>
                <a:schemeClr val="dk1"/>
              </a:buClr>
              <a:buSzPts val="1000"/>
              <a:buFont typeface="Noto Sans Symbols"/>
              <a:buChar char="⦿"/>
              <a:defRPr sz="1700"/>
            </a:lvl1pPr>
            <a:lvl2pPr marL="914400" lvl="1" indent="-330200" algn="l" rtl="0">
              <a:lnSpc>
                <a:spcPct val="114000"/>
              </a:lnSpc>
              <a:spcBef>
                <a:spcPts val="0"/>
              </a:spcBef>
              <a:spcAft>
                <a:spcPts val="0"/>
              </a:spcAft>
              <a:buClr>
                <a:schemeClr val="dk1"/>
              </a:buClr>
              <a:buSzPts val="1600"/>
              <a:buChar char="•"/>
              <a:defRPr/>
            </a:lvl2pPr>
            <a:lvl3pPr marL="1371600" lvl="2" indent="-317500" algn="l" rtl="0">
              <a:lnSpc>
                <a:spcPct val="114000"/>
              </a:lnSpc>
              <a:spcBef>
                <a:spcPts val="0"/>
              </a:spcBef>
              <a:spcAft>
                <a:spcPts val="0"/>
              </a:spcAft>
              <a:buClr>
                <a:schemeClr val="dk1"/>
              </a:buClr>
              <a:buSzPts val="1400"/>
              <a:buChar char="o"/>
              <a:defRPr/>
            </a:lvl3pPr>
            <a:lvl4pPr marL="1828800" lvl="3" indent="-279400" algn="l" rtl="0">
              <a:lnSpc>
                <a:spcPct val="114000"/>
              </a:lnSpc>
              <a:spcBef>
                <a:spcPts val="0"/>
              </a:spcBef>
              <a:spcAft>
                <a:spcPts val="0"/>
              </a:spcAft>
              <a:buClr>
                <a:schemeClr val="dk1"/>
              </a:buClr>
              <a:buSzPts val="800"/>
              <a:buChar char="⦿"/>
              <a:defRPr/>
            </a:lvl4pPr>
            <a:lvl5pPr marL="2286000" lvl="4" indent="-330200" algn="l" rtl="0">
              <a:lnSpc>
                <a:spcPct val="114000"/>
              </a:lnSpc>
              <a:spcBef>
                <a:spcPts val="0"/>
              </a:spcBef>
              <a:spcAft>
                <a:spcPts val="0"/>
              </a:spcAft>
              <a:buClr>
                <a:schemeClr val="dk1"/>
              </a:buClr>
              <a:buSzPts val="1600"/>
              <a:buChar char="•"/>
              <a:defRPr/>
            </a:lvl5pPr>
            <a:lvl6pPr marL="2743200" lvl="5" indent="-317500" algn="l" rtl="0">
              <a:lnSpc>
                <a:spcPct val="90000"/>
              </a:lnSpc>
              <a:spcBef>
                <a:spcPts val="300"/>
              </a:spcBef>
              <a:spcAft>
                <a:spcPts val="0"/>
              </a:spcAft>
              <a:buClr>
                <a:schemeClr val="dk1"/>
              </a:buClr>
              <a:buSzPts val="1400"/>
              <a:buChar char="•"/>
              <a:defRPr/>
            </a:lvl6pPr>
            <a:lvl7pPr marL="3200400" lvl="6" indent="-317500" algn="l" rtl="0">
              <a:lnSpc>
                <a:spcPct val="90000"/>
              </a:lnSpc>
              <a:spcBef>
                <a:spcPts val="300"/>
              </a:spcBef>
              <a:spcAft>
                <a:spcPts val="0"/>
              </a:spcAft>
              <a:buClr>
                <a:schemeClr val="dk1"/>
              </a:buClr>
              <a:buSzPts val="1400"/>
              <a:buChar char="•"/>
              <a:defRPr/>
            </a:lvl7pPr>
            <a:lvl8pPr marL="3657600" lvl="7" indent="-317500" algn="l" rtl="0">
              <a:lnSpc>
                <a:spcPct val="90000"/>
              </a:lnSpc>
              <a:spcBef>
                <a:spcPts val="300"/>
              </a:spcBef>
              <a:spcAft>
                <a:spcPts val="0"/>
              </a:spcAft>
              <a:buClr>
                <a:schemeClr val="dk1"/>
              </a:buClr>
              <a:buSzPts val="1400"/>
              <a:buChar char="•"/>
              <a:defRPr/>
            </a:lvl8pPr>
            <a:lvl9pPr marL="4114800" lvl="8" indent="-317500" algn="l" rtl="0">
              <a:lnSpc>
                <a:spcPct val="90000"/>
              </a:lnSpc>
              <a:spcBef>
                <a:spcPts val="300"/>
              </a:spcBef>
              <a:spcAft>
                <a:spcPts val="0"/>
              </a:spcAft>
              <a:buClr>
                <a:schemeClr val="dk1"/>
              </a:buClr>
              <a:buSzPts val="1400"/>
              <a:buChar char="•"/>
              <a:defRPr/>
            </a:lvl9pPr>
          </a:lstStyle>
          <a:p>
            <a:endParaRPr/>
          </a:p>
        </p:txBody>
      </p:sp>
      <p:cxnSp>
        <p:nvCxnSpPr>
          <p:cNvPr id="328" name="Google Shape;328;p59"/>
          <p:cNvCxnSpPr/>
          <p:nvPr/>
        </p:nvCxnSpPr>
        <p:spPr>
          <a:xfrm>
            <a:off x="339879" y="571500"/>
            <a:ext cx="8457600" cy="0"/>
          </a:xfrm>
          <a:prstGeom prst="straightConnector1">
            <a:avLst/>
          </a:prstGeom>
          <a:noFill/>
          <a:ln w="9525" cap="flat" cmpd="sng">
            <a:solidFill>
              <a:schemeClr val="accent1"/>
            </a:solidFill>
            <a:prstDash val="solid"/>
            <a:miter lim="800000"/>
            <a:headEnd type="none" w="sm" len="sm"/>
            <a:tailEnd type="none" w="sm" len="sm"/>
          </a:ln>
        </p:spPr>
      </p:cxnSp>
      <p:sp>
        <p:nvSpPr>
          <p:cNvPr id="329" name="Google Shape;329;p59"/>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30" name="Google Shape;330;p59"/>
          <p:cNvSpPr txBox="1">
            <a:spLocks noGrp="1"/>
          </p:cNvSpPr>
          <p:nvPr>
            <p:ph type="title"/>
          </p:nvPr>
        </p:nvSpPr>
        <p:spPr>
          <a:xfrm>
            <a:off x="349404" y="285655"/>
            <a:ext cx="8446800" cy="169800"/>
          </a:xfrm>
          <a:prstGeom prst="rect">
            <a:avLst/>
          </a:prstGeom>
          <a:noFill/>
          <a:ln>
            <a:noFill/>
          </a:ln>
        </p:spPr>
        <p:txBody>
          <a:bodyPr spcFirstLastPara="1" wrap="square" lIns="0" tIns="0" rIns="0" bIns="0" anchor="t" anchorCtr="0">
            <a:noAutofit/>
          </a:bodyPr>
          <a:lstStyle>
            <a:lvl1pPr lvl="0" algn="l" rtl="0">
              <a:lnSpc>
                <a:spcPct val="133333"/>
              </a:lnSpc>
              <a:spcBef>
                <a:spcPts val="0"/>
              </a:spcBef>
              <a:spcAft>
                <a:spcPts val="0"/>
              </a:spcAft>
              <a:buClr>
                <a:schemeClr val="dk1"/>
              </a:buClr>
              <a:buSzPts val="14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pic>
        <p:nvPicPr>
          <p:cNvPr id="331" name="Google Shape;331;p59"/>
          <p:cNvPicPr preferRelativeResize="0"/>
          <p:nvPr/>
        </p:nvPicPr>
        <p:blipFill rotWithShape="1">
          <a:blip r:embed="rId2">
            <a:alphaModFix/>
          </a:blip>
          <a:srcRect/>
          <a:stretch/>
        </p:blipFill>
        <p:spPr>
          <a:xfrm>
            <a:off x="358612" y="4630340"/>
            <a:ext cx="772830" cy="27380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1_Section_01 (yellow)_layout 01">
  <p:cSld name="1_Section_01 (yellow)_layout 01">
    <p:spTree>
      <p:nvGrpSpPr>
        <p:cNvPr id="1" name="Shape 332"/>
        <p:cNvGrpSpPr/>
        <p:nvPr/>
      </p:nvGrpSpPr>
      <p:grpSpPr>
        <a:xfrm>
          <a:off x="0" y="0"/>
          <a:ext cx="0" cy="0"/>
          <a:chOff x="0" y="0"/>
          <a:chExt cx="0" cy="0"/>
        </a:xfrm>
      </p:grpSpPr>
      <p:sp>
        <p:nvSpPr>
          <p:cNvPr id="333" name="Google Shape;333;p60"/>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34" name="Google Shape;334;p60"/>
          <p:cNvSpPr/>
          <p:nvPr/>
        </p:nvSpPr>
        <p:spPr>
          <a:xfrm>
            <a:off x="0" y="-335"/>
            <a:ext cx="9144000" cy="870000"/>
          </a:xfrm>
          <a:prstGeom prst="rect">
            <a:avLst/>
          </a:prstGeom>
          <a:solidFill>
            <a:srgbClr val="26226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335" name="Google Shape;335;p60"/>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36" name="Google Shape;336;p60"/>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37" name="Google Shape;337;p60"/>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38" name="Google Shape;338;p60"/>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39" name="Google Shape;339;p60"/>
          <p:cNvSpPr txBox="1">
            <a:spLocks noGrp="1"/>
          </p:cNvSpPr>
          <p:nvPr>
            <p:ph type="body" idx="1"/>
          </p:nvPr>
        </p:nvSpPr>
        <p:spPr>
          <a:xfrm>
            <a:off x="353196" y="1194158"/>
            <a:ext cx="3969600" cy="4596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340" name="Google Shape;340;p60"/>
          <p:cNvSpPr txBox="1">
            <a:spLocks noGrp="1"/>
          </p:cNvSpPr>
          <p:nvPr>
            <p:ph type="body" idx="2"/>
          </p:nvPr>
        </p:nvSpPr>
        <p:spPr>
          <a:xfrm>
            <a:off x="4790745" y="1194158"/>
            <a:ext cx="3969600" cy="4596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000"/>
              <a:buNone/>
              <a:defRPr sz="1200"/>
            </a:lvl1pPr>
            <a:lvl2pPr marL="914400" lvl="1" indent="-336550" algn="l" rtl="0">
              <a:lnSpc>
                <a:spcPct val="114000"/>
              </a:lnSpc>
              <a:spcBef>
                <a:spcPts val="0"/>
              </a:spcBef>
              <a:spcAft>
                <a:spcPts val="0"/>
              </a:spcAft>
              <a:buSzPts val="1700"/>
              <a:buChar char="•"/>
              <a:defRPr sz="1200"/>
            </a:lvl2pPr>
            <a:lvl3pPr marL="1371600" lvl="2" indent="-323850" algn="l" rtl="0">
              <a:lnSpc>
                <a:spcPct val="114000"/>
              </a:lnSpc>
              <a:spcBef>
                <a:spcPts val="0"/>
              </a:spcBef>
              <a:spcAft>
                <a:spcPts val="0"/>
              </a:spcAft>
              <a:buSzPts val="1500"/>
              <a:buChar char="o"/>
              <a:defRPr sz="1200"/>
            </a:lvl3pPr>
            <a:lvl4pPr marL="1828800" lvl="3" indent="-285750" algn="l" rtl="0">
              <a:lnSpc>
                <a:spcPct val="114000"/>
              </a:lnSpc>
              <a:spcBef>
                <a:spcPts val="0"/>
              </a:spcBef>
              <a:spcAft>
                <a:spcPts val="0"/>
              </a:spcAft>
              <a:buSzPts val="900"/>
              <a:buChar char="⦿"/>
              <a:defRPr sz="1200"/>
            </a:lvl4pPr>
            <a:lvl5pPr marL="2286000" lvl="4" indent="-336550" algn="l" rtl="0">
              <a:lnSpc>
                <a:spcPct val="114000"/>
              </a:lnSpc>
              <a:spcBef>
                <a:spcPts val="0"/>
              </a:spcBef>
              <a:spcAft>
                <a:spcPts val="0"/>
              </a:spcAft>
              <a:buSzPts val="1700"/>
              <a:buChar char="•"/>
              <a:defRPr sz="1200"/>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2_Section_02 (green)_layout 02 2">
  <p:cSld name="2_Section_02 (green)_layout 02_2">
    <p:spTree>
      <p:nvGrpSpPr>
        <p:cNvPr id="1" name="Shape 341"/>
        <p:cNvGrpSpPr/>
        <p:nvPr/>
      </p:nvGrpSpPr>
      <p:grpSpPr>
        <a:xfrm>
          <a:off x="0" y="0"/>
          <a:ext cx="0" cy="0"/>
          <a:chOff x="0" y="0"/>
          <a:chExt cx="0" cy="0"/>
        </a:xfrm>
      </p:grpSpPr>
      <p:sp>
        <p:nvSpPr>
          <p:cNvPr id="342" name="Google Shape;342;p61"/>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343" name="Google Shape;343;p61"/>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cxnSp>
        <p:nvCxnSpPr>
          <p:cNvPr id="344" name="Google Shape;344;p61"/>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45" name="Google Shape;345;p61"/>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1000"/>
              <a:buNone/>
              <a:defRPr sz="1300"/>
            </a:lvl2pPr>
            <a:lvl3pPr lvl="2" algn="l" rtl="0">
              <a:lnSpc>
                <a:spcPct val="100000"/>
              </a:lnSpc>
              <a:spcBef>
                <a:spcPts val="0"/>
              </a:spcBef>
              <a:spcAft>
                <a:spcPts val="0"/>
              </a:spcAft>
              <a:buSzPts val="1000"/>
              <a:buNone/>
              <a:defRPr sz="1300"/>
            </a:lvl3pPr>
            <a:lvl4pPr lvl="3" algn="l" rtl="0">
              <a:lnSpc>
                <a:spcPct val="100000"/>
              </a:lnSpc>
              <a:spcBef>
                <a:spcPts val="0"/>
              </a:spcBef>
              <a:spcAft>
                <a:spcPts val="0"/>
              </a:spcAft>
              <a:buSzPts val="1000"/>
              <a:buNone/>
              <a:defRPr sz="1300"/>
            </a:lvl4pPr>
            <a:lvl5pPr lvl="4" algn="l" rtl="0">
              <a:lnSpc>
                <a:spcPct val="100000"/>
              </a:lnSpc>
              <a:spcBef>
                <a:spcPts val="0"/>
              </a:spcBef>
              <a:spcAft>
                <a:spcPts val="0"/>
              </a:spcAft>
              <a:buSzPts val="1000"/>
              <a:buNone/>
              <a:defRPr sz="1300"/>
            </a:lvl5pPr>
            <a:lvl6pPr lvl="5" algn="l" rtl="0">
              <a:lnSpc>
                <a:spcPct val="100000"/>
              </a:lnSpc>
              <a:spcBef>
                <a:spcPts val="0"/>
              </a:spcBef>
              <a:spcAft>
                <a:spcPts val="0"/>
              </a:spcAft>
              <a:buSzPts val="1000"/>
              <a:buNone/>
              <a:defRPr sz="1300"/>
            </a:lvl6pPr>
            <a:lvl7pPr lvl="6" algn="l" rtl="0">
              <a:lnSpc>
                <a:spcPct val="100000"/>
              </a:lnSpc>
              <a:spcBef>
                <a:spcPts val="0"/>
              </a:spcBef>
              <a:spcAft>
                <a:spcPts val="0"/>
              </a:spcAft>
              <a:buSzPts val="1000"/>
              <a:buNone/>
              <a:defRPr sz="1300"/>
            </a:lvl7pPr>
            <a:lvl8pPr lvl="7" algn="l" rtl="0">
              <a:lnSpc>
                <a:spcPct val="100000"/>
              </a:lnSpc>
              <a:spcBef>
                <a:spcPts val="0"/>
              </a:spcBef>
              <a:spcAft>
                <a:spcPts val="0"/>
              </a:spcAft>
              <a:buSzPts val="1000"/>
              <a:buNone/>
              <a:defRPr sz="1300"/>
            </a:lvl8pPr>
            <a:lvl9pPr lvl="8" algn="l" rtl="0">
              <a:lnSpc>
                <a:spcPct val="100000"/>
              </a:lnSpc>
              <a:spcBef>
                <a:spcPts val="0"/>
              </a:spcBef>
              <a:spcAft>
                <a:spcPts val="0"/>
              </a:spcAft>
              <a:buSzPts val="1000"/>
              <a:buNone/>
              <a:defRPr sz="1300"/>
            </a:lvl9pPr>
          </a:lstStyle>
          <a:p>
            <a:endParaRPr/>
          </a:p>
        </p:txBody>
      </p:sp>
      <p:sp>
        <p:nvSpPr>
          <p:cNvPr id="346" name="Google Shape;346;p61"/>
          <p:cNvSpPr/>
          <p:nvPr/>
        </p:nvSpPr>
        <p:spPr>
          <a:xfrm>
            <a:off x="8660526" y="4704908"/>
            <a:ext cx="491700" cy="191400"/>
          </a:xfrm>
          <a:prstGeom prst="rect">
            <a:avLst/>
          </a:prstGeom>
          <a:solidFill>
            <a:srgbClr val="7AC79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347" name="Google Shape;347;p61"/>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48" name="Google Shape;348;p61"/>
          <p:cNvSpPr txBox="1">
            <a:spLocks noGrp="1"/>
          </p:cNvSpPr>
          <p:nvPr>
            <p:ph type="body" idx="1"/>
          </p:nvPr>
        </p:nvSpPr>
        <p:spPr>
          <a:xfrm>
            <a:off x="353196" y="1194158"/>
            <a:ext cx="8406900" cy="3377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Content Blue Only">
  <p:cSld name="Title and Content Blue Only">
    <p:spTree>
      <p:nvGrpSpPr>
        <p:cNvPr id="1" name="Shape 349"/>
        <p:cNvGrpSpPr/>
        <p:nvPr/>
      </p:nvGrpSpPr>
      <p:grpSpPr>
        <a:xfrm>
          <a:off x="0" y="0"/>
          <a:ext cx="0" cy="0"/>
          <a:chOff x="0" y="0"/>
          <a:chExt cx="0" cy="0"/>
        </a:xfrm>
      </p:grpSpPr>
      <p:sp>
        <p:nvSpPr>
          <p:cNvPr id="350" name="Google Shape;350;p62"/>
          <p:cNvSpPr txBox="1">
            <a:spLocks noGrp="1"/>
          </p:cNvSpPr>
          <p:nvPr>
            <p:ph type="body" idx="1"/>
          </p:nvPr>
        </p:nvSpPr>
        <p:spPr>
          <a:xfrm>
            <a:off x="628650" y="1246296"/>
            <a:ext cx="7886700" cy="3263400"/>
          </a:xfrm>
          <a:prstGeom prst="rect">
            <a:avLst/>
          </a:prstGeom>
          <a:noFill/>
          <a:ln>
            <a:noFill/>
          </a:ln>
        </p:spPr>
        <p:txBody>
          <a:bodyPr spcFirstLastPara="1" wrap="square" lIns="34275" tIns="17125" rIns="34275" bIns="17125" anchor="t" anchorCtr="0">
            <a:normAutofit/>
          </a:bodyPr>
          <a:lstStyle>
            <a:lvl1pPr marL="457200" lvl="0" indent="-361950" algn="l" rtl="0">
              <a:lnSpc>
                <a:spcPct val="90000"/>
              </a:lnSpc>
              <a:spcBef>
                <a:spcPts val="700"/>
              </a:spcBef>
              <a:spcAft>
                <a:spcPts val="0"/>
              </a:spcAft>
              <a:buClr>
                <a:schemeClr val="dk1"/>
              </a:buClr>
              <a:buSzPts val="2100"/>
              <a:buChar char="⦿"/>
              <a:defRPr>
                <a:latin typeface="Arial"/>
                <a:ea typeface="Arial"/>
                <a:cs typeface="Arial"/>
                <a:sym typeface="Arial"/>
              </a:defRPr>
            </a:lvl1pPr>
            <a:lvl2pPr marL="914400" lvl="1" indent="-342900" algn="l" rtl="0">
              <a:lnSpc>
                <a:spcPct val="90000"/>
              </a:lnSpc>
              <a:spcBef>
                <a:spcPts val="400"/>
              </a:spcBef>
              <a:spcAft>
                <a:spcPts val="0"/>
              </a:spcAft>
              <a:buClr>
                <a:schemeClr val="dk1"/>
              </a:buClr>
              <a:buSzPts val="1800"/>
              <a:buChar char="•"/>
              <a:defRPr>
                <a:latin typeface="Arial"/>
                <a:ea typeface="Arial"/>
                <a:cs typeface="Arial"/>
                <a:sym typeface="Arial"/>
              </a:defRPr>
            </a:lvl2pPr>
            <a:lvl3pPr marL="1371600" lvl="2" indent="-323850" algn="l" rtl="0">
              <a:lnSpc>
                <a:spcPct val="90000"/>
              </a:lnSpc>
              <a:spcBef>
                <a:spcPts val="400"/>
              </a:spcBef>
              <a:spcAft>
                <a:spcPts val="0"/>
              </a:spcAft>
              <a:buClr>
                <a:schemeClr val="dk1"/>
              </a:buClr>
              <a:buSzPts val="1500"/>
              <a:buChar char="o"/>
              <a:defRPr>
                <a:latin typeface="Arial"/>
                <a:ea typeface="Arial"/>
                <a:cs typeface="Arial"/>
                <a:sym typeface="Arial"/>
              </a:defRPr>
            </a:lvl3pPr>
            <a:lvl4pPr marL="1828800" lvl="3" indent="-311150" algn="l" rtl="0">
              <a:lnSpc>
                <a:spcPct val="90000"/>
              </a:lnSpc>
              <a:spcBef>
                <a:spcPts val="400"/>
              </a:spcBef>
              <a:spcAft>
                <a:spcPts val="0"/>
              </a:spcAft>
              <a:buClr>
                <a:schemeClr val="dk1"/>
              </a:buClr>
              <a:buSzPts val="1300"/>
              <a:buChar char="⦿"/>
              <a:defRPr>
                <a:latin typeface="Arial"/>
                <a:ea typeface="Arial"/>
                <a:cs typeface="Arial"/>
                <a:sym typeface="Arial"/>
              </a:defRPr>
            </a:lvl4pPr>
            <a:lvl5pPr marL="2286000" lvl="4" indent="-311150" algn="l" rtl="0">
              <a:lnSpc>
                <a:spcPct val="90000"/>
              </a:lnSpc>
              <a:spcBef>
                <a:spcPts val="400"/>
              </a:spcBef>
              <a:spcAft>
                <a:spcPts val="0"/>
              </a:spcAft>
              <a:buClr>
                <a:schemeClr val="dk1"/>
              </a:buClr>
              <a:buSzPts val="1300"/>
              <a:buChar char="•"/>
              <a:defRPr>
                <a:latin typeface="Arial"/>
                <a:ea typeface="Arial"/>
                <a:cs typeface="Arial"/>
                <a:sym typeface="Arial"/>
              </a:defRPr>
            </a:lvl5pPr>
            <a:lvl6pPr marL="2743200" lvl="5" indent="-273050" algn="l" rtl="0">
              <a:lnSpc>
                <a:spcPct val="90000"/>
              </a:lnSpc>
              <a:spcBef>
                <a:spcPts val="400"/>
              </a:spcBef>
              <a:spcAft>
                <a:spcPts val="0"/>
              </a:spcAft>
              <a:buClr>
                <a:schemeClr val="dk1"/>
              </a:buClr>
              <a:buSzPts val="700"/>
              <a:buChar char="•"/>
              <a:defRPr/>
            </a:lvl6pPr>
            <a:lvl7pPr marL="3200400" lvl="6" indent="-273050" algn="l" rtl="0">
              <a:lnSpc>
                <a:spcPct val="90000"/>
              </a:lnSpc>
              <a:spcBef>
                <a:spcPts val="400"/>
              </a:spcBef>
              <a:spcAft>
                <a:spcPts val="0"/>
              </a:spcAft>
              <a:buClr>
                <a:schemeClr val="dk1"/>
              </a:buClr>
              <a:buSzPts val="700"/>
              <a:buChar char="•"/>
              <a:defRPr/>
            </a:lvl7pPr>
            <a:lvl8pPr marL="3657600" lvl="7" indent="-273050" algn="l" rtl="0">
              <a:lnSpc>
                <a:spcPct val="90000"/>
              </a:lnSpc>
              <a:spcBef>
                <a:spcPts val="400"/>
              </a:spcBef>
              <a:spcAft>
                <a:spcPts val="0"/>
              </a:spcAft>
              <a:buClr>
                <a:schemeClr val="dk1"/>
              </a:buClr>
              <a:buSzPts val="700"/>
              <a:buChar char="•"/>
              <a:defRPr/>
            </a:lvl8pPr>
            <a:lvl9pPr marL="4114800" lvl="8" indent="-273050" algn="l" rtl="0">
              <a:lnSpc>
                <a:spcPct val="90000"/>
              </a:lnSpc>
              <a:spcBef>
                <a:spcPts val="400"/>
              </a:spcBef>
              <a:spcAft>
                <a:spcPts val="0"/>
              </a:spcAft>
              <a:buClr>
                <a:schemeClr val="dk1"/>
              </a:buClr>
              <a:buSzPts val="700"/>
              <a:buChar char="•"/>
              <a:defRPr/>
            </a:lvl9pPr>
          </a:lstStyle>
          <a:p>
            <a:endParaRPr/>
          </a:p>
        </p:txBody>
      </p:sp>
      <p:sp>
        <p:nvSpPr>
          <p:cNvPr id="351" name="Google Shape;351;p62"/>
          <p:cNvSpPr txBox="1">
            <a:spLocks noGrp="1"/>
          </p:cNvSpPr>
          <p:nvPr>
            <p:ph type="ftr" idx="11"/>
          </p:nvPr>
        </p:nvSpPr>
        <p:spPr>
          <a:xfrm>
            <a:off x="3028950" y="4767263"/>
            <a:ext cx="3086100" cy="273900"/>
          </a:xfrm>
          <a:prstGeom prst="rect">
            <a:avLst/>
          </a:prstGeom>
          <a:noFill/>
          <a:ln>
            <a:noFill/>
          </a:ln>
        </p:spPr>
        <p:txBody>
          <a:bodyPr spcFirstLastPara="1" wrap="square" lIns="34275" tIns="17125" rIns="34275" bIns="17125" anchor="ctr" anchorCtr="0">
            <a:noAutofit/>
          </a:bodyPr>
          <a:lstStyle>
            <a:lvl1pPr lvl="0" algn="ctr" rtl="0">
              <a:lnSpc>
                <a:spcPct val="100000"/>
              </a:lnSpc>
              <a:spcBef>
                <a:spcPts val="0"/>
              </a:spcBef>
              <a:spcAft>
                <a:spcPts val="0"/>
              </a:spcAft>
              <a:buSzPts val="500"/>
              <a:buNone/>
              <a:defRPr sz="500">
                <a:latin typeface="Arial"/>
                <a:ea typeface="Arial"/>
                <a:cs typeface="Arial"/>
                <a:sym typeface="Arial"/>
              </a:defRPr>
            </a:lvl1pPr>
            <a:lvl2pPr lvl="1" algn="l" rtl="0">
              <a:lnSpc>
                <a:spcPct val="100000"/>
              </a:lnSpc>
              <a:spcBef>
                <a:spcPts val="0"/>
              </a:spcBef>
              <a:spcAft>
                <a:spcPts val="0"/>
              </a:spcAft>
              <a:buSzPts val="500"/>
              <a:buNone/>
              <a:defRPr sz="500"/>
            </a:lvl2pPr>
            <a:lvl3pPr lvl="2" algn="l" rtl="0">
              <a:lnSpc>
                <a:spcPct val="100000"/>
              </a:lnSpc>
              <a:spcBef>
                <a:spcPts val="0"/>
              </a:spcBef>
              <a:spcAft>
                <a:spcPts val="0"/>
              </a:spcAft>
              <a:buSzPts val="500"/>
              <a:buNone/>
              <a:defRPr sz="500"/>
            </a:lvl3pPr>
            <a:lvl4pPr lvl="3" algn="l" rtl="0">
              <a:lnSpc>
                <a:spcPct val="100000"/>
              </a:lnSpc>
              <a:spcBef>
                <a:spcPts val="0"/>
              </a:spcBef>
              <a:spcAft>
                <a:spcPts val="0"/>
              </a:spcAft>
              <a:buSzPts val="500"/>
              <a:buNone/>
              <a:defRPr sz="500"/>
            </a:lvl4pPr>
            <a:lvl5pPr lvl="4" algn="l" rtl="0">
              <a:lnSpc>
                <a:spcPct val="100000"/>
              </a:lnSpc>
              <a:spcBef>
                <a:spcPts val="0"/>
              </a:spcBef>
              <a:spcAft>
                <a:spcPts val="0"/>
              </a:spcAft>
              <a:buSzPts val="500"/>
              <a:buNone/>
              <a:defRPr sz="500"/>
            </a:lvl5pPr>
            <a:lvl6pPr lvl="5" algn="l" rtl="0">
              <a:lnSpc>
                <a:spcPct val="100000"/>
              </a:lnSpc>
              <a:spcBef>
                <a:spcPts val="0"/>
              </a:spcBef>
              <a:spcAft>
                <a:spcPts val="0"/>
              </a:spcAft>
              <a:buSzPts val="500"/>
              <a:buNone/>
              <a:defRPr sz="500"/>
            </a:lvl6pPr>
            <a:lvl7pPr lvl="6" algn="l" rtl="0">
              <a:lnSpc>
                <a:spcPct val="100000"/>
              </a:lnSpc>
              <a:spcBef>
                <a:spcPts val="0"/>
              </a:spcBef>
              <a:spcAft>
                <a:spcPts val="0"/>
              </a:spcAft>
              <a:buSzPts val="500"/>
              <a:buNone/>
              <a:defRPr sz="500"/>
            </a:lvl7pPr>
            <a:lvl8pPr lvl="7" algn="l" rtl="0">
              <a:lnSpc>
                <a:spcPct val="100000"/>
              </a:lnSpc>
              <a:spcBef>
                <a:spcPts val="0"/>
              </a:spcBef>
              <a:spcAft>
                <a:spcPts val="0"/>
              </a:spcAft>
              <a:buSzPts val="500"/>
              <a:buNone/>
              <a:defRPr sz="500"/>
            </a:lvl8pPr>
            <a:lvl9pPr lvl="8" algn="l" rtl="0">
              <a:lnSpc>
                <a:spcPct val="100000"/>
              </a:lnSpc>
              <a:spcBef>
                <a:spcPts val="0"/>
              </a:spcBef>
              <a:spcAft>
                <a:spcPts val="0"/>
              </a:spcAft>
              <a:buSzPts val="500"/>
              <a:buNone/>
              <a:defRPr sz="500"/>
            </a:lvl9pPr>
          </a:lstStyle>
          <a:p>
            <a:endParaRPr/>
          </a:p>
        </p:txBody>
      </p:sp>
      <p:sp>
        <p:nvSpPr>
          <p:cNvPr id="352" name="Google Shape;352;p62"/>
          <p:cNvSpPr txBox="1">
            <a:spLocks noGrp="1"/>
          </p:cNvSpPr>
          <p:nvPr>
            <p:ph type="sldNum" idx="12"/>
          </p:nvPr>
        </p:nvSpPr>
        <p:spPr>
          <a:xfrm>
            <a:off x="6457951" y="4767263"/>
            <a:ext cx="2057400" cy="273900"/>
          </a:xfrm>
          <a:prstGeom prst="rect">
            <a:avLst/>
          </a:prstGeom>
          <a:noFill/>
          <a:ln>
            <a:noFill/>
          </a:ln>
        </p:spPr>
        <p:txBody>
          <a:bodyPr spcFirstLastPara="1" wrap="square" lIns="34275" tIns="17125" rIns="34275" bIns="17125" anchor="ctr" anchorCtr="0">
            <a:noAutofit/>
          </a:bodyPr>
          <a:lstStyle>
            <a:lvl1pPr marL="0" lvl="0"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1pPr>
            <a:lvl2pPr marL="0" lvl="1"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2pPr>
            <a:lvl3pPr marL="0" lvl="2"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3pPr>
            <a:lvl4pPr marL="0" lvl="3"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4pPr>
            <a:lvl5pPr marL="0" lvl="4"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5pPr>
            <a:lvl6pPr marL="0" lvl="5"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6pPr>
            <a:lvl7pPr marL="0" lvl="6"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7pPr>
            <a:lvl8pPr marL="0" lvl="7"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8pPr>
            <a:lvl9pPr marL="0" lvl="8"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53" name="Google Shape;353;p62"/>
          <p:cNvSpPr/>
          <p:nvPr/>
        </p:nvSpPr>
        <p:spPr>
          <a:xfrm>
            <a:off x="0" y="-897"/>
            <a:ext cx="9144000" cy="816000"/>
          </a:xfrm>
          <a:prstGeom prst="rect">
            <a:avLst/>
          </a:prstGeom>
          <a:solidFill>
            <a:srgbClr val="005A96"/>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a:ea typeface="Arial"/>
              <a:cs typeface="Arial"/>
              <a:sym typeface="Arial"/>
            </a:endParaRPr>
          </a:p>
        </p:txBody>
      </p:sp>
      <p:sp>
        <p:nvSpPr>
          <p:cNvPr id="354" name="Google Shape;354;p62"/>
          <p:cNvSpPr txBox="1">
            <a:spLocks noGrp="1"/>
          </p:cNvSpPr>
          <p:nvPr>
            <p:ph type="title"/>
          </p:nvPr>
        </p:nvSpPr>
        <p:spPr>
          <a:xfrm>
            <a:off x="628650" y="196210"/>
            <a:ext cx="7886700" cy="580200"/>
          </a:xfrm>
          <a:prstGeom prst="rect">
            <a:avLst/>
          </a:prstGeom>
          <a:noFill/>
          <a:ln>
            <a:noFill/>
          </a:ln>
        </p:spPr>
        <p:txBody>
          <a:bodyPr spcFirstLastPara="1" wrap="square" lIns="34275" tIns="17125" rIns="34275" bIns="17125" anchor="ctr" anchorCtr="0">
            <a:normAutofit/>
          </a:bodyPr>
          <a:lstStyle>
            <a:lvl1pPr lvl="0" algn="l" rtl="0">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lue Title Bar Only">
  <p:cSld name="Blue Title Bar Only">
    <p:spTree>
      <p:nvGrpSpPr>
        <p:cNvPr id="1" name="Shape 355"/>
        <p:cNvGrpSpPr/>
        <p:nvPr/>
      </p:nvGrpSpPr>
      <p:grpSpPr>
        <a:xfrm>
          <a:off x="0" y="0"/>
          <a:ext cx="0" cy="0"/>
          <a:chOff x="0" y="0"/>
          <a:chExt cx="0" cy="0"/>
        </a:xfrm>
      </p:grpSpPr>
      <p:sp>
        <p:nvSpPr>
          <p:cNvPr id="356" name="Google Shape;356;p63"/>
          <p:cNvSpPr txBox="1">
            <a:spLocks noGrp="1"/>
          </p:cNvSpPr>
          <p:nvPr>
            <p:ph type="ftr" idx="11"/>
          </p:nvPr>
        </p:nvSpPr>
        <p:spPr>
          <a:xfrm>
            <a:off x="3028950" y="4767263"/>
            <a:ext cx="3086100" cy="273900"/>
          </a:xfrm>
          <a:prstGeom prst="rect">
            <a:avLst/>
          </a:prstGeom>
          <a:noFill/>
          <a:ln>
            <a:noFill/>
          </a:ln>
        </p:spPr>
        <p:txBody>
          <a:bodyPr spcFirstLastPara="1" wrap="square" lIns="34275" tIns="17125" rIns="34275" bIns="17125" anchor="ctr" anchorCtr="0">
            <a:noAutofit/>
          </a:bodyPr>
          <a:lstStyle>
            <a:lvl1pPr lvl="0" algn="ctr" rtl="0">
              <a:lnSpc>
                <a:spcPct val="100000"/>
              </a:lnSpc>
              <a:spcBef>
                <a:spcPts val="0"/>
              </a:spcBef>
              <a:spcAft>
                <a:spcPts val="0"/>
              </a:spcAft>
              <a:buSzPts val="500"/>
              <a:buNone/>
              <a:defRPr sz="500">
                <a:latin typeface="Arial"/>
                <a:ea typeface="Arial"/>
                <a:cs typeface="Arial"/>
                <a:sym typeface="Arial"/>
              </a:defRPr>
            </a:lvl1pPr>
            <a:lvl2pPr lvl="1" algn="l" rtl="0">
              <a:lnSpc>
                <a:spcPct val="100000"/>
              </a:lnSpc>
              <a:spcBef>
                <a:spcPts val="0"/>
              </a:spcBef>
              <a:spcAft>
                <a:spcPts val="0"/>
              </a:spcAft>
              <a:buSzPts val="500"/>
              <a:buNone/>
              <a:defRPr sz="500"/>
            </a:lvl2pPr>
            <a:lvl3pPr lvl="2" algn="l" rtl="0">
              <a:lnSpc>
                <a:spcPct val="100000"/>
              </a:lnSpc>
              <a:spcBef>
                <a:spcPts val="0"/>
              </a:spcBef>
              <a:spcAft>
                <a:spcPts val="0"/>
              </a:spcAft>
              <a:buSzPts val="500"/>
              <a:buNone/>
              <a:defRPr sz="500"/>
            </a:lvl3pPr>
            <a:lvl4pPr lvl="3" algn="l" rtl="0">
              <a:lnSpc>
                <a:spcPct val="100000"/>
              </a:lnSpc>
              <a:spcBef>
                <a:spcPts val="0"/>
              </a:spcBef>
              <a:spcAft>
                <a:spcPts val="0"/>
              </a:spcAft>
              <a:buSzPts val="500"/>
              <a:buNone/>
              <a:defRPr sz="500"/>
            </a:lvl4pPr>
            <a:lvl5pPr lvl="4" algn="l" rtl="0">
              <a:lnSpc>
                <a:spcPct val="100000"/>
              </a:lnSpc>
              <a:spcBef>
                <a:spcPts val="0"/>
              </a:spcBef>
              <a:spcAft>
                <a:spcPts val="0"/>
              </a:spcAft>
              <a:buSzPts val="500"/>
              <a:buNone/>
              <a:defRPr sz="500"/>
            </a:lvl5pPr>
            <a:lvl6pPr lvl="5" algn="l" rtl="0">
              <a:lnSpc>
                <a:spcPct val="100000"/>
              </a:lnSpc>
              <a:spcBef>
                <a:spcPts val="0"/>
              </a:spcBef>
              <a:spcAft>
                <a:spcPts val="0"/>
              </a:spcAft>
              <a:buSzPts val="500"/>
              <a:buNone/>
              <a:defRPr sz="500"/>
            </a:lvl6pPr>
            <a:lvl7pPr lvl="6" algn="l" rtl="0">
              <a:lnSpc>
                <a:spcPct val="100000"/>
              </a:lnSpc>
              <a:spcBef>
                <a:spcPts val="0"/>
              </a:spcBef>
              <a:spcAft>
                <a:spcPts val="0"/>
              </a:spcAft>
              <a:buSzPts val="500"/>
              <a:buNone/>
              <a:defRPr sz="500"/>
            </a:lvl7pPr>
            <a:lvl8pPr lvl="7" algn="l" rtl="0">
              <a:lnSpc>
                <a:spcPct val="100000"/>
              </a:lnSpc>
              <a:spcBef>
                <a:spcPts val="0"/>
              </a:spcBef>
              <a:spcAft>
                <a:spcPts val="0"/>
              </a:spcAft>
              <a:buSzPts val="500"/>
              <a:buNone/>
              <a:defRPr sz="500"/>
            </a:lvl8pPr>
            <a:lvl9pPr lvl="8" algn="l" rtl="0">
              <a:lnSpc>
                <a:spcPct val="100000"/>
              </a:lnSpc>
              <a:spcBef>
                <a:spcPts val="0"/>
              </a:spcBef>
              <a:spcAft>
                <a:spcPts val="0"/>
              </a:spcAft>
              <a:buSzPts val="500"/>
              <a:buNone/>
              <a:defRPr sz="500"/>
            </a:lvl9pPr>
          </a:lstStyle>
          <a:p>
            <a:endParaRPr/>
          </a:p>
        </p:txBody>
      </p:sp>
      <p:sp>
        <p:nvSpPr>
          <p:cNvPr id="357" name="Google Shape;357;p63"/>
          <p:cNvSpPr txBox="1">
            <a:spLocks noGrp="1"/>
          </p:cNvSpPr>
          <p:nvPr>
            <p:ph type="sldNum" idx="12"/>
          </p:nvPr>
        </p:nvSpPr>
        <p:spPr>
          <a:xfrm>
            <a:off x="6457951" y="4767263"/>
            <a:ext cx="2057400" cy="273900"/>
          </a:xfrm>
          <a:prstGeom prst="rect">
            <a:avLst/>
          </a:prstGeom>
          <a:noFill/>
          <a:ln>
            <a:noFill/>
          </a:ln>
        </p:spPr>
        <p:txBody>
          <a:bodyPr spcFirstLastPara="1" wrap="square" lIns="34275" tIns="17125" rIns="34275" bIns="17125" anchor="ctr" anchorCtr="0">
            <a:noAutofit/>
          </a:bodyPr>
          <a:lstStyle>
            <a:lvl1pPr marL="0" lvl="0"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1pPr>
            <a:lvl2pPr marL="0" lvl="1"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2pPr>
            <a:lvl3pPr marL="0" lvl="2"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3pPr>
            <a:lvl4pPr marL="0" lvl="3"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4pPr>
            <a:lvl5pPr marL="0" lvl="4"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5pPr>
            <a:lvl6pPr marL="0" lvl="5"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6pPr>
            <a:lvl7pPr marL="0" lvl="6"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7pPr>
            <a:lvl8pPr marL="0" lvl="7"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8pPr>
            <a:lvl9pPr marL="0" lvl="8" indent="0" algn="r" rtl="0">
              <a:lnSpc>
                <a:spcPct val="100000"/>
              </a:lnSpc>
              <a:spcBef>
                <a:spcPts val="0"/>
              </a:spcBef>
              <a:spcAft>
                <a:spcPts val="0"/>
              </a:spcAft>
              <a:buNone/>
              <a:defRPr sz="900" b="0" i="0" u="none" strike="noStrike" cap="none">
                <a:solidFill>
                  <a:srgbClr val="005A9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58" name="Google Shape;358;p63"/>
          <p:cNvSpPr/>
          <p:nvPr/>
        </p:nvSpPr>
        <p:spPr>
          <a:xfrm>
            <a:off x="0" y="-897"/>
            <a:ext cx="9144000" cy="816000"/>
          </a:xfrm>
          <a:prstGeom prst="rect">
            <a:avLst/>
          </a:prstGeom>
          <a:solidFill>
            <a:srgbClr val="00206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a:ea typeface="Arial"/>
              <a:cs typeface="Arial"/>
              <a:sym typeface="Arial"/>
            </a:endParaRPr>
          </a:p>
        </p:txBody>
      </p:sp>
      <p:sp>
        <p:nvSpPr>
          <p:cNvPr id="359" name="Google Shape;359;p63"/>
          <p:cNvSpPr txBox="1">
            <a:spLocks noGrp="1"/>
          </p:cNvSpPr>
          <p:nvPr>
            <p:ph type="title"/>
          </p:nvPr>
        </p:nvSpPr>
        <p:spPr>
          <a:xfrm>
            <a:off x="628650" y="196210"/>
            <a:ext cx="7886700" cy="580200"/>
          </a:xfrm>
          <a:prstGeom prst="rect">
            <a:avLst/>
          </a:prstGeom>
          <a:noFill/>
          <a:ln>
            <a:noFill/>
          </a:ln>
        </p:spPr>
        <p:txBody>
          <a:bodyPr spcFirstLastPara="1" wrap="square" lIns="34275" tIns="17125" rIns="34275" bIns="17125" anchor="ctr" anchorCtr="0">
            <a:normAutofit/>
          </a:bodyPr>
          <a:lstStyle>
            <a:lvl1pPr lvl="0" algn="l" rtl="0">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lank Blue Title Only">
  <p:cSld name="Blank Blue Title Only">
    <p:spTree>
      <p:nvGrpSpPr>
        <p:cNvPr id="1" name="Shape 360"/>
        <p:cNvGrpSpPr/>
        <p:nvPr/>
      </p:nvGrpSpPr>
      <p:grpSpPr>
        <a:xfrm>
          <a:off x="0" y="0"/>
          <a:ext cx="0" cy="0"/>
          <a:chOff x="0" y="0"/>
          <a:chExt cx="0" cy="0"/>
        </a:xfrm>
      </p:grpSpPr>
      <p:sp>
        <p:nvSpPr>
          <p:cNvPr id="361" name="Google Shape;361;p64"/>
          <p:cNvSpPr/>
          <p:nvPr/>
        </p:nvSpPr>
        <p:spPr>
          <a:xfrm>
            <a:off x="5337594" y="1559225"/>
            <a:ext cx="3806400" cy="3584400"/>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a:ea typeface="Arial"/>
              <a:cs typeface="Arial"/>
              <a:sym typeface="Arial"/>
            </a:endParaRPr>
          </a:p>
        </p:txBody>
      </p:sp>
      <p:sp>
        <p:nvSpPr>
          <p:cNvPr id="362" name="Google Shape;362;p64"/>
          <p:cNvSpPr txBox="1">
            <a:spLocks noGrp="1"/>
          </p:cNvSpPr>
          <p:nvPr>
            <p:ph type="ftr" idx="11"/>
          </p:nvPr>
        </p:nvSpPr>
        <p:spPr>
          <a:xfrm>
            <a:off x="3028950" y="4767263"/>
            <a:ext cx="3086100" cy="273900"/>
          </a:xfrm>
          <a:prstGeom prst="rect">
            <a:avLst/>
          </a:prstGeom>
          <a:noFill/>
          <a:ln>
            <a:noFill/>
          </a:ln>
        </p:spPr>
        <p:txBody>
          <a:bodyPr spcFirstLastPara="1" wrap="square" lIns="34275" tIns="17125" rIns="34275" bIns="17125" anchor="ctr" anchorCtr="0">
            <a:noAutofit/>
          </a:bodyPr>
          <a:lstStyle>
            <a:lvl1pPr lvl="0" algn="ctr" rtl="0">
              <a:lnSpc>
                <a:spcPct val="100000"/>
              </a:lnSpc>
              <a:spcBef>
                <a:spcPts val="0"/>
              </a:spcBef>
              <a:spcAft>
                <a:spcPts val="0"/>
              </a:spcAft>
              <a:buSzPts val="500"/>
              <a:buNone/>
              <a:defRPr sz="500"/>
            </a:lvl1pPr>
            <a:lvl2pPr lvl="1" algn="l" rtl="0">
              <a:lnSpc>
                <a:spcPct val="100000"/>
              </a:lnSpc>
              <a:spcBef>
                <a:spcPts val="0"/>
              </a:spcBef>
              <a:spcAft>
                <a:spcPts val="0"/>
              </a:spcAft>
              <a:buSzPts val="500"/>
              <a:buNone/>
              <a:defRPr sz="500"/>
            </a:lvl2pPr>
            <a:lvl3pPr lvl="2" algn="l" rtl="0">
              <a:lnSpc>
                <a:spcPct val="100000"/>
              </a:lnSpc>
              <a:spcBef>
                <a:spcPts val="0"/>
              </a:spcBef>
              <a:spcAft>
                <a:spcPts val="0"/>
              </a:spcAft>
              <a:buSzPts val="500"/>
              <a:buNone/>
              <a:defRPr sz="500"/>
            </a:lvl3pPr>
            <a:lvl4pPr lvl="3" algn="l" rtl="0">
              <a:lnSpc>
                <a:spcPct val="100000"/>
              </a:lnSpc>
              <a:spcBef>
                <a:spcPts val="0"/>
              </a:spcBef>
              <a:spcAft>
                <a:spcPts val="0"/>
              </a:spcAft>
              <a:buSzPts val="500"/>
              <a:buNone/>
              <a:defRPr sz="500"/>
            </a:lvl4pPr>
            <a:lvl5pPr lvl="4" algn="l" rtl="0">
              <a:lnSpc>
                <a:spcPct val="100000"/>
              </a:lnSpc>
              <a:spcBef>
                <a:spcPts val="0"/>
              </a:spcBef>
              <a:spcAft>
                <a:spcPts val="0"/>
              </a:spcAft>
              <a:buSzPts val="500"/>
              <a:buNone/>
              <a:defRPr sz="500"/>
            </a:lvl5pPr>
            <a:lvl6pPr lvl="5" algn="l" rtl="0">
              <a:lnSpc>
                <a:spcPct val="100000"/>
              </a:lnSpc>
              <a:spcBef>
                <a:spcPts val="0"/>
              </a:spcBef>
              <a:spcAft>
                <a:spcPts val="0"/>
              </a:spcAft>
              <a:buSzPts val="500"/>
              <a:buNone/>
              <a:defRPr sz="500"/>
            </a:lvl6pPr>
            <a:lvl7pPr lvl="6" algn="l" rtl="0">
              <a:lnSpc>
                <a:spcPct val="100000"/>
              </a:lnSpc>
              <a:spcBef>
                <a:spcPts val="0"/>
              </a:spcBef>
              <a:spcAft>
                <a:spcPts val="0"/>
              </a:spcAft>
              <a:buSzPts val="500"/>
              <a:buNone/>
              <a:defRPr sz="500"/>
            </a:lvl7pPr>
            <a:lvl8pPr lvl="7" algn="l" rtl="0">
              <a:lnSpc>
                <a:spcPct val="100000"/>
              </a:lnSpc>
              <a:spcBef>
                <a:spcPts val="0"/>
              </a:spcBef>
              <a:spcAft>
                <a:spcPts val="0"/>
              </a:spcAft>
              <a:buSzPts val="500"/>
              <a:buNone/>
              <a:defRPr sz="500"/>
            </a:lvl8pPr>
            <a:lvl9pPr lvl="8" algn="l" rtl="0">
              <a:lnSpc>
                <a:spcPct val="100000"/>
              </a:lnSpc>
              <a:spcBef>
                <a:spcPts val="0"/>
              </a:spcBef>
              <a:spcAft>
                <a:spcPts val="0"/>
              </a:spcAft>
              <a:buSzPts val="500"/>
              <a:buNone/>
              <a:defRPr sz="500"/>
            </a:lvl9pPr>
          </a:lstStyle>
          <a:p>
            <a:endParaRPr/>
          </a:p>
        </p:txBody>
      </p:sp>
      <p:sp>
        <p:nvSpPr>
          <p:cNvPr id="363" name="Google Shape;363;p64"/>
          <p:cNvSpPr txBox="1">
            <a:spLocks noGrp="1"/>
          </p:cNvSpPr>
          <p:nvPr>
            <p:ph type="sldNum" idx="12"/>
          </p:nvPr>
        </p:nvSpPr>
        <p:spPr>
          <a:xfrm>
            <a:off x="6457951" y="4767263"/>
            <a:ext cx="2057400" cy="273900"/>
          </a:xfrm>
          <a:prstGeom prst="rect">
            <a:avLst/>
          </a:prstGeom>
          <a:noFill/>
          <a:ln>
            <a:noFill/>
          </a:ln>
        </p:spPr>
        <p:txBody>
          <a:bodyPr spcFirstLastPara="1" wrap="square" lIns="34275" tIns="17125" rIns="34275" bIns="17125" anchor="ctr" anchorCtr="0">
            <a:noAutofit/>
          </a:bodyPr>
          <a:lstStyle>
            <a:lvl1pPr marL="0" lvl="0" indent="0" algn="r" rtl="0">
              <a:lnSpc>
                <a:spcPct val="100000"/>
              </a:lnSpc>
              <a:spcBef>
                <a:spcPts val="0"/>
              </a:spcBef>
              <a:spcAft>
                <a:spcPts val="0"/>
              </a:spcAft>
              <a:buNone/>
              <a:defRPr/>
            </a:lvl1pPr>
            <a:lvl2pPr marL="0" lvl="1" indent="0" algn="r" rtl="0">
              <a:lnSpc>
                <a:spcPct val="100000"/>
              </a:lnSpc>
              <a:spcBef>
                <a:spcPts val="0"/>
              </a:spcBef>
              <a:spcAft>
                <a:spcPts val="0"/>
              </a:spcAft>
              <a:buNone/>
              <a:defRPr/>
            </a:lvl2pPr>
            <a:lvl3pPr marL="0" lvl="2" indent="0" algn="r" rtl="0">
              <a:lnSpc>
                <a:spcPct val="100000"/>
              </a:lnSpc>
              <a:spcBef>
                <a:spcPts val="0"/>
              </a:spcBef>
              <a:spcAft>
                <a:spcPts val="0"/>
              </a:spcAft>
              <a:buNone/>
              <a:defRPr/>
            </a:lvl3pPr>
            <a:lvl4pPr marL="0" lvl="3" indent="0" algn="r" rtl="0">
              <a:lnSpc>
                <a:spcPct val="100000"/>
              </a:lnSpc>
              <a:spcBef>
                <a:spcPts val="0"/>
              </a:spcBef>
              <a:spcAft>
                <a:spcPts val="0"/>
              </a:spcAft>
              <a:buNone/>
              <a:defRPr/>
            </a:lvl4pPr>
            <a:lvl5pPr marL="0" lvl="4" indent="0" algn="r" rtl="0">
              <a:lnSpc>
                <a:spcPct val="100000"/>
              </a:lnSpc>
              <a:spcBef>
                <a:spcPts val="0"/>
              </a:spcBef>
              <a:spcAft>
                <a:spcPts val="0"/>
              </a:spcAft>
              <a:buNone/>
              <a:defRPr/>
            </a:lvl5pPr>
            <a:lvl6pPr marL="0" lvl="5" indent="0" algn="r" rtl="0">
              <a:lnSpc>
                <a:spcPct val="100000"/>
              </a:lnSpc>
              <a:spcBef>
                <a:spcPts val="0"/>
              </a:spcBef>
              <a:spcAft>
                <a:spcPts val="0"/>
              </a:spcAft>
              <a:buNone/>
              <a:defRPr/>
            </a:lvl6pPr>
            <a:lvl7pPr marL="0" lvl="6" indent="0" algn="r" rtl="0">
              <a:lnSpc>
                <a:spcPct val="100000"/>
              </a:lnSpc>
              <a:spcBef>
                <a:spcPts val="0"/>
              </a:spcBef>
              <a:spcAft>
                <a:spcPts val="0"/>
              </a:spcAft>
              <a:buNone/>
              <a:defRPr/>
            </a:lvl7pPr>
            <a:lvl8pPr marL="0" lvl="7" indent="0" algn="r" rtl="0">
              <a:lnSpc>
                <a:spcPct val="100000"/>
              </a:lnSpc>
              <a:spcBef>
                <a:spcPts val="0"/>
              </a:spcBef>
              <a:spcAft>
                <a:spcPts val="0"/>
              </a:spcAft>
              <a:buNone/>
              <a:defRPr/>
            </a:lvl8pPr>
            <a:lvl9pPr marL="0" lvl="8" indent="0" algn="r" rtl="0">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364" name="Google Shape;364;p64"/>
          <p:cNvSpPr/>
          <p:nvPr/>
        </p:nvSpPr>
        <p:spPr>
          <a:xfrm>
            <a:off x="0" y="-897"/>
            <a:ext cx="9144000" cy="816000"/>
          </a:xfrm>
          <a:prstGeom prst="rect">
            <a:avLst/>
          </a:prstGeom>
          <a:solidFill>
            <a:srgbClr val="00206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a:ea typeface="Arial"/>
              <a:cs typeface="Arial"/>
              <a:sym typeface="Arial"/>
            </a:endParaRPr>
          </a:p>
        </p:txBody>
      </p:sp>
      <p:sp>
        <p:nvSpPr>
          <p:cNvPr id="365" name="Google Shape;365;p64"/>
          <p:cNvSpPr txBox="1">
            <a:spLocks noGrp="1"/>
          </p:cNvSpPr>
          <p:nvPr>
            <p:ph type="title"/>
          </p:nvPr>
        </p:nvSpPr>
        <p:spPr>
          <a:xfrm>
            <a:off x="628650" y="196210"/>
            <a:ext cx="7886700" cy="580200"/>
          </a:xfrm>
          <a:prstGeom prst="rect">
            <a:avLst/>
          </a:prstGeom>
          <a:noFill/>
          <a:ln>
            <a:noFill/>
          </a:ln>
        </p:spPr>
        <p:txBody>
          <a:bodyPr spcFirstLastPara="1" wrap="square" lIns="34275" tIns="17125" rIns="34275" bIns="17125" anchor="ctr" anchorCtr="0">
            <a:normAutofit/>
          </a:bodyPr>
          <a:lstStyle>
            <a:lvl1pPr lvl="0" algn="l" rtl="0">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alf Column Numbers 1">
  <p:cSld name="Half Column Numbers">
    <p:spTree>
      <p:nvGrpSpPr>
        <p:cNvPr id="1" name="Shape 366"/>
        <p:cNvGrpSpPr/>
        <p:nvPr/>
      </p:nvGrpSpPr>
      <p:grpSpPr>
        <a:xfrm>
          <a:off x="0" y="0"/>
          <a:ext cx="0" cy="0"/>
          <a:chOff x="0" y="0"/>
          <a:chExt cx="0" cy="0"/>
        </a:xfrm>
      </p:grpSpPr>
      <p:sp>
        <p:nvSpPr>
          <p:cNvPr id="367" name="Google Shape;367;p65"/>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68" name="Google Shape;368;p6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69" name="Google Shape;369;p65"/>
          <p:cNvSpPr txBox="1">
            <a:spLocks noGrp="1"/>
          </p:cNvSpPr>
          <p:nvPr>
            <p:ph type="body" idx="1"/>
          </p:nvPr>
        </p:nvSpPr>
        <p:spPr>
          <a:xfrm>
            <a:off x="339880" y="956930"/>
            <a:ext cx="8460300" cy="3434100"/>
          </a:xfrm>
          <a:prstGeom prst="rect">
            <a:avLst/>
          </a:prstGeom>
          <a:noFill/>
          <a:ln>
            <a:noFill/>
          </a:ln>
        </p:spPr>
        <p:txBody>
          <a:bodyPr spcFirstLastPara="1" wrap="square" lIns="0" tIns="0" rIns="0" bIns="0" anchor="t" anchorCtr="0">
            <a:noAutofit/>
          </a:bodyPr>
          <a:lstStyle>
            <a:lvl1pPr marL="457200" marR="0" lvl="0" indent="-260350" algn="l" rtl="0">
              <a:lnSpc>
                <a:spcPct val="114000"/>
              </a:lnSpc>
              <a:spcBef>
                <a:spcPts val="0"/>
              </a:spcBef>
              <a:spcAft>
                <a:spcPts val="0"/>
              </a:spcAft>
              <a:buClr>
                <a:schemeClr val="dk1"/>
              </a:buClr>
              <a:buSzPts val="500"/>
              <a:buFont typeface="Noto Sans Symbols"/>
              <a:buChar char="⦿"/>
              <a:defRPr sz="1600" b="0" i="0" u="none" strike="noStrike" cap="none">
                <a:solidFill>
                  <a:schemeClr val="dk1"/>
                </a:solidFill>
                <a:latin typeface="Arial"/>
                <a:ea typeface="Arial"/>
                <a:cs typeface="Arial"/>
                <a:sym typeface="Arial"/>
              </a:defRPr>
            </a:lvl1pPr>
            <a:lvl2pPr marL="914400" marR="0" lvl="1"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2pPr>
            <a:lvl3pPr marL="1371600" marR="0" lvl="2" indent="-273050" algn="l" rtl="0">
              <a:lnSpc>
                <a:spcPct val="114000"/>
              </a:lnSpc>
              <a:spcBef>
                <a:spcPts val="0"/>
              </a:spcBef>
              <a:spcAft>
                <a:spcPts val="0"/>
              </a:spcAft>
              <a:buClr>
                <a:schemeClr val="dk1"/>
              </a:buClr>
              <a:buSzPts val="700"/>
              <a:buFont typeface="Courier New"/>
              <a:buChar char="o"/>
              <a:defRPr sz="1500" b="0" i="0" u="none" strike="noStrike" cap="none">
                <a:solidFill>
                  <a:schemeClr val="dk1"/>
                </a:solidFill>
                <a:latin typeface="Arial"/>
                <a:ea typeface="Arial"/>
                <a:cs typeface="Arial"/>
                <a:sym typeface="Arial"/>
              </a:defRPr>
            </a:lvl3pPr>
            <a:lvl4pPr marL="1828800" marR="0" lvl="3" indent="-254000" algn="l" rtl="0">
              <a:lnSpc>
                <a:spcPct val="114000"/>
              </a:lnSpc>
              <a:spcBef>
                <a:spcPts val="0"/>
              </a:spcBef>
              <a:spcAft>
                <a:spcPts val="0"/>
              </a:spcAft>
              <a:buClr>
                <a:schemeClr val="dk1"/>
              </a:buClr>
              <a:buSzPts val="400"/>
              <a:buFont typeface="Noto Sans Symbols"/>
              <a:buChar char="⦿"/>
              <a:defRPr sz="1500" b="0" i="0" u="none" strike="noStrike" cap="none">
                <a:solidFill>
                  <a:schemeClr val="dk1"/>
                </a:solidFill>
                <a:latin typeface="Arial"/>
                <a:ea typeface="Arial"/>
                <a:cs typeface="Arial"/>
                <a:sym typeface="Arial"/>
              </a:defRPr>
            </a:lvl4pPr>
            <a:lvl5pPr marL="2286000" marR="0" lvl="4" indent="-285750" algn="l" rtl="0">
              <a:lnSpc>
                <a:spcPct val="114000"/>
              </a:lnSpc>
              <a:spcBef>
                <a:spcPts val="0"/>
              </a:spcBef>
              <a:spcAft>
                <a:spcPts val="0"/>
              </a:spcAft>
              <a:buClr>
                <a:schemeClr val="dk1"/>
              </a:buClr>
              <a:buSzPts val="900"/>
              <a:buFont typeface="Arial"/>
              <a:buChar char="•"/>
              <a:defRPr sz="1500" b="0" i="0" u="none" strike="noStrike" cap="none">
                <a:solidFill>
                  <a:schemeClr val="dk1"/>
                </a:solidFill>
                <a:latin typeface="Arial"/>
                <a:ea typeface="Arial"/>
                <a:cs typeface="Arial"/>
                <a:sym typeface="Arial"/>
              </a:defRPr>
            </a:lvl5pPr>
            <a:lvl6pPr marL="2743200" marR="0" lvl="5"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6pPr>
            <a:lvl7pPr marL="3200400" marR="0" lvl="6"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7pPr>
            <a:lvl8pPr marL="3657600" marR="0" lvl="7"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8pPr>
            <a:lvl9pPr marL="4114800" marR="0" lvl="8" indent="-260350" algn="l" rtl="0">
              <a:lnSpc>
                <a:spcPct val="90000"/>
              </a:lnSpc>
              <a:spcBef>
                <a:spcPts val="300"/>
              </a:spcBef>
              <a:spcAft>
                <a:spcPts val="0"/>
              </a:spcAft>
              <a:buClr>
                <a:schemeClr val="dk1"/>
              </a:buClr>
              <a:buSzPts val="500"/>
              <a:buFont typeface="Arial"/>
              <a:buChar char="•"/>
              <a:defRPr sz="1000" b="0" i="0" u="none" strike="noStrike" cap="none">
                <a:solidFill>
                  <a:schemeClr val="dk1"/>
                </a:solidFill>
                <a:latin typeface="Arial"/>
                <a:ea typeface="Arial"/>
                <a:cs typeface="Arial"/>
                <a:sym typeface="Arial"/>
              </a:defRPr>
            </a:lvl9pPr>
          </a:lstStyle>
          <a:p>
            <a:endParaRPr/>
          </a:p>
        </p:txBody>
      </p:sp>
      <p:cxnSp>
        <p:nvCxnSpPr>
          <p:cNvPr id="370" name="Google Shape;370;p6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71" name="Google Shape;371;p6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72" name="Google Shape;372;p65"/>
          <p:cNvSpPr/>
          <p:nvPr/>
        </p:nvSpPr>
        <p:spPr>
          <a:xfrm>
            <a:off x="8660526" y="4704907"/>
            <a:ext cx="491700" cy="191400"/>
          </a:xfrm>
          <a:prstGeom prst="rect">
            <a:avLst/>
          </a:prstGeom>
          <a:solidFill>
            <a:srgbClr val="7AC79B"/>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73" name="Google Shape;373;p65"/>
          <p:cNvSpPr txBox="1"/>
          <p:nvPr/>
        </p:nvSpPr>
        <p:spPr>
          <a:xfrm>
            <a:off x="5995787" y="4704907"/>
            <a:ext cx="29505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lt1"/>
              </a:buClr>
              <a:buSzPts val="13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Half Column Bullets">
  <p:cSld name="1_Half Column Bullets">
    <p:spTree>
      <p:nvGrpSpPr>
        <p:cNvPr id="1" name="Shape 374"/>
        <p:cNvGrpSpPr/>
        <p:nvPr/>
      </p:nvGrpSpPr>
      <p:grpSpPr>
        <a:xfrm>
          <a:off x="0" y="0"/>
          <a:ext cx="0" cy="0"/>
          <a:chOff x="0" y="0"/>
          <a:chExt cx="0" cy="0"/>
        </a:xfrm>
      </p:grpSpPr>
      <p:cxnSp>
        <p:nvCxnSpPr>
          <p:cNvPr id="375" name="Google Shape;375;p66"/>
          <p:cNvCxnSpPr/>
          <p:nvPr/>
        </p:nvCxnSpPr>
        <p:spPr>
          <a:xfrm>
            <a:off x="339879" y="571500"/>
            <a:ext cx="8457600" cy="0"/>
          </a:xfrm>
          <a:prstGeom prst="straightConnector1">
            <a:avLst/>
          </a:prstGeom>
          <a:noFill/>
          <a:ln w="9525" cap="flat" cmpd="sng">
            <a:solidFill>
              <a:srgbClr val="231F5F"/>
            </a:solidFill>
            <a:prstDash val="solid"/>
            <a:round/>
            <a:headEnd type="none" w="sm" len="sm"/>
            <a:tailEnd type="none" w="sm" len="sm"/>
          </a:ln>
        </p:spPr>
      </p:cxnSp>
      <p:sp>
        <p:nvSpPr>
          <p:cNvPr id="376" name="Google Shape;376;p66"/>
          <p:cNvSpPr txBox="1">
            <a:spLocks noGrp="1"/>
          </p:cNvSpPr>
          <p:nvPr>
            <p:ph type="sldNum" idx="12"/>
          </p:nvPr>
        </p:nvSpPr>
        <p:spPr>
          <a:xfrm>
            <a:off x="6738656"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77" name="Google Shape;377;p66"/>
          <p:cNvSpPr txBox="1">
            <a:spLocks noGrp="1"/>
          </p:cNvSpPr>
          <p:nvPr>
            <p:ph type="body" idx="1"/>
          </p:nvPr>
        </p:nvSpPr>
        <p:spPr>
          <a:xfrm>
            <a:off x="358612" y="915066"/>
            <a:ext cx="4093200" cy="3481200"/>
          </a:xfrm>
          <a:prstGeom prst="rect">
            <a:avLst/>
          </a:prstGeom>
          <a:noFill/>
          <a:ln>
            <a:noFill/>
          </a:ln>
        </p:spPr>
        <p:txBody>
          <a:bodyPr spcFirstLastPara="1" wrap="square" lIns="0" tIns="0" rIns="0" bIns="0" anchor="t" anchorCtr="0">
            <a:noAutofit/>
          </a:bodyPr>
          <a:lstStyle>
            <a:lvl1pPr marL="457200" lvl="0" indent="-292100" algn="l" rtl="0">
              <a:lnSpc>
                <a:spcPct val="114000"/>
              </a:lnSpc>
              <a:spcBef>
                <a:spcPts val="0"/>
              </a:spcBef>
              <a:spcAft>
                <a:spcPts val="0"/>
              </a:spcAft>
              <a:buSzPts val="1000"/>
              <a:buChar char="⦿"/>
              <a:defRPr/>
            </a:lvl1pPr>
            <a:lvl2pPr marL="914400" lvl="1" indent="-336550" algn="l" rtl="0">
              <a:lnSpc>
                <a:spcPct val="114000"/>
              </a:lnSpc>
              <a:spcBef>
                <a:spcPts val="0"/>
              </a:spcBef>
              <a:spcAft>
                <a:spcPts val="0"/>
              </a:spcAft>
              <a:buSzPts val="1700"/>
              <a:buChar char="•"/>
              <a:defRPr/>
            </a:lvl2pPr>
            <a:lvl3pPr marL="1371600" lvl="2" indent="-323850" algn="l" rtl="0">
              <a:lnSpc>
                <a:spcPct val="114000"/>
              </a:lnSpc>
              <a:spcBef>
                <a:spcPts val="0"/>
              </a:spcBef>
              <a:spcAft>
                <a:spcPts val="0"/>
              </a:spcAft>
              <a:buSzPts val="1500"/>
              <a:buChar char="o"/>
              <a:defRPr/>
            </a:lvl3pPr>
            <a:lvl4pPr marL="1828800" lvl="3" indent="-285750" algn="l" rtl="0">
              <a:lnSpc>
                <a:spcPct val="114000"/>
              </a:lnSpc>
              <a:spcBef>
                <a:spcPts val="0"/>
              </a:spcBef>
              <a:spcAft>
                <a:spcPts val="0"/>
              </a:spcAft>
              <a:buSzPts val="900"/>
              <a:buChar char="⦿"/>
              <a:defRPr/>
            </a:lvl4pPr>
            <a:lvl5pPr marL="2286000" lvl="4" indent="-336550" algn="l" rtl="0">
              <a:lnSpc>
                <a:spcPct val="114000"/>
              </a:lnSpc>
              <a:spcBef>
                <a:spcPts val="0"/>
              </a:spcBef>
              <a:spcAft>
                <a:spcPts val="0"/>
              </a:spcAft>
              <a:buSzPts val="1700"/>
              <a:buChar char="•"/>
              <a:defRPr/>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
        <p:nvSpPr>
          <p:cNvPr id="378" name="Google Shape;378;p66"/>
          <p:cNvSpPr txBox="1">
            <a:spLocks noGrp="1"/>
          </p:cNvSpPr>
          <p:nvPr>
            <p:ph type="title"/>
          </p:nvPr>
        </p:nvSpPr>
        <p:spPr>
          <a:xfrm>
            <a:off x="349404" y="285655"/>
            <a:ext cx="8447100" cy="1698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79" name="Google Shape;379;p66"/>
          <p:cNvSpPr txBox="1">
            <a:spLocks noGrp="1"/>
          </p:cNvSpPr>
          <p:nvPr>
            <p:ph type="body" idx="2"/>
          </p:nvPr>
        </p:nvSpPr>
        <p:spPr>
          <a:xfrm>
            <a:off x="0" y="4560408"/>
            <a:ext cx="9144000" cy="583200"/>
          </a:xfrm>
          <a:prstGeom prst="rect">
            <a:avLst/>
          </a:prstGeom>
          <a:solidFill>
            <a:schemeClr val="dk1"/>
          </a:solidFill>
          <a:ln>
            <a:noFill/>
          </a:ln>
        </p:spPr>
        <p:txBody>
          <a:bodyPr spcFirstLastPara="1" wrap="square" lIns="342875" tIns="171425" rIns="342875" bIns="171425" anchor="b" anchorCtr="0">
            <a:spAutoFit/>
          </a:bodyPr>
          <a:lstStyle>
            <a:lvl1pPr marL="457200" lvl="0" indent="-228600" algn="ctr" rtl="0">
              <a:lnSpc>
                <a:spcPct val="114000"/>
              </a:lnSpc>
              <a:spcBef>
                <a:spcPts val="0"/>
              </a:spcBef>
              <a:spcAft>
                <a:spcPts val="0"/>
              </a:spcAft>
              <a:buSzPts val="1000"/>
              <a:buNone/>
              <a:defRPr sz="1300" b="1">
                <a:solidFill>
                  <a:schemeClr val="lt1"/>
                </a:solidFill>
              </a:defRPr>
            </a:lvl1pPr>
            <a:lvl2pPr marL="914400" lvl="1" indent="-336550" algn="l" rtl="0">
              <a:lnSpc>
                <a:spcPct val="114000"/>
              </a:lnSpc>
              <a:spcBef>
                <a:spcPts val="0"/>
              </a:spcBef>
              <a:spcAft>
                <a:spcPts val="0"/>
              </a:spcAft>
              <a:buSzPts val="1700"/>
              <a:buChar char="•"/>
              <a:defRPr>
                <a:solidFill>
                  <a:schemeClr val="lt1"/>
                </a:solidFill>
              </a:defRPr>
            </a:lvl2pPr>
            <a:lvl3pPr marL="1371600" lvl="2" indent="-323850" algn="l" rtl="0">
              <a:lnSpc>
                <a:spcPct val="114000"/>
              </a:lnSpc>
              <a:spcBef>
                <a:spcPts val="0"/>
              </a:spcBef>
              <a:spcAft>
                <a:spcPts val="0"/>
              </a:spcAft>
              <a:buSzPts val="1500"/>
              <a:buChar char="o"/>
              <a:defRPr>
                <a:solidFill>
                  <a:schemeClr val="lt1"/>
                </a:solidFill>
              </a:defRPr>
            </a:lvl3pPr>
            <a:lvl4pPr marL="1828800" lvl="3" indent="-285750" algn="l" rtl="0">
              <a:lnSpc>
                <a:spcPct val="114000"/>
              </a:lnSpc>
              <a:spcBef>
                <a:spcPts val="0"/>
              </a:spcBef>
              <a:spcAft>
                <a:spcPts val="0"/>
              </a:spcAft>
              <a:buSzPts val="900"/>
              <a:buChar char="⦿"/>
              <a:defRPr>
                <a:solidFill>
                  <a:schemeClr val="lt1"/>
                </a:solidFill>
              </a:defRPr>
            </a:lvl4pPr>
            <a:lvl5pPr marL="2286000" lvl="4" indent="-336550" algn="l" rtl="0">
              <a:lnSpc>
                <a:spcPct val="114000"/>
              </a:lnSpc>
              <a:spcBef>
                <a:spcPts val="0"/>
              </a:spcBef>
              <a:spcAft>
                <a:spcPts val="0"/>
              </a:spcAft>
              <a:buSzPts val="1700"/>
              <a:buChar char="•"/>
              <a:defRPr>
                <a:solidFill>
                  <a:schemeClr val="lt1"/>
                </a:solidFill>
              </a:defRPr>
            </a:lvl5pPr>
            <a:lvl6pPr marL="2743200" lvl="5" indent="-292100" algn="l" rtl="0">
              <a:lnSpc>
                <a:spcPct val="90000"/>
              </a:lnSpc>
              <a:spcBef>
                <a:spcPts val="300"/>
              </a:spcBef>
              <a:spcAft>
                <a:spcPts val="0"/>
              </a:spcAft>
              <a:buSzPts val="1000"/>
              <a:buChar char="•"/>
              <a:defRPr/>
            </a:lvl6pPr>
            <a:lvl7pPr marL="3200400" lvl="6" indent="-292100" algn="l" rtl="0">
              <a:lnSpc>
                <a:spcPct val="90000"/>
              </a:lnSpc>
              <a:spcBef>
                <a:spcPts val="300"/>
              </a:spcBef>
              <a:spcAft>
                <a:spcPts val="0"/>
              </a:spcAft>
              <a:buSzPts val="1000"/>
              <a:buChar char="•"/>
              <a:defRPr/>
            </a:lvl7pPr>
            <a:lvl8pPr marL="3657600" lvl="7" indent="-292100" algn="l" rtl="0">
              <a:lnSpc>
                <a:spcPct val="90000"/>
              </a:lnSpc>
              <a:spcBef>
                <a:spcPts val="300"/>
              </a:spcBef>
              <a:spcAft>
                <a:spcPts val="0"/>
              </a:spcAft>
              <a:buSzPts val="1000"/>
              <a:buChar char="•"/>
              <a:defRPr/>
            </a:lvl8pPr>
            <a:lvl9pPr marL="4114800" lvl="8" indent="-292100" algn="l" rtl="0">
              <a:lnSpc>
                <a:spcPct val="90000"/>
              </a:lnSpc>
              <a:spcBef>
                <a:spcPts val="300"/>
              </a:spcBef>
              <a:spcAft>
                <a:spcPts val="0"/>
              </a:spcAft>
              <a:buSzPts val="10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End Slide 1">
  <p:cSld name="1_End Slide">
    <p:spTree>
      <p:nvGrpSpPr>
        <p:cNvPr id="1" name="Shape 380"/>
        <p:cNvGrpSpPr/>
        <p:nvPr/>
      </p:nvGrpSpPr>
      <p:grpSpPr>
        <a:xfrm>
          <a:off x="0" y="0"/>
          <a:ext cx="0" cy="0"/>
          <a:chOff x="0" y="0"/>
          <a:chExt cx="0" cy="0"/>
        </a:xfrm>
      </p:grpSpPr>
      <p:sp>
        <p:nvSpPr>
          <p:cNvPr id="381" name="Google Shape;381;p67"/>
          <p:cNvSpPr txBox="1">
            <a:spLocks noGrp="1"/>
          </p:cNvSpPr>
          <p:nvPr>
            <p:ph type="subTitle" idx="1"/>
          </p:nvPr>
        </p:nvSpPr>
        <p:spPr>
          <a:xfrm>
            <a:off x="820163" y="820215"/>
            <a:ext cx="7361400" cy="693600"/>
          </a:xfrm>
          <a:prstGeom prst="rect">
            <a:avLst/>
          </a:prstGeom>
          <a:noFill/>
          <a:ln>
            <a:noFill/>
          </a:ln>
        </p:spPr>
        <p:txBody>
          <a:bodyPr spcFirstLastPara="1" wrap="square" lIns="0" tIns="0" rIns="0" bIns="0" anchor="b" anchorCtr="0">
            <a:noAutofit/>
          </a:bodyPr>
          <a:lstStyle>
            <a:lvl1pPr lvl="0" algn="l" rtl="0">
              <a:lnSpc>
                <a:spcPct val="114000"/>
              </a:lnSpc>
              <a:spcBef>
                <a:spcPts val="0"/>
              </a:spcBef>
              <a:spcAft>
                <a:spcPts val="0"/>
              </a:spcAft>
              <a:buClr>
                <a:schemeClr val="lt1"/>
              </a:buClr>
              <a:buSzPts val="1600"/>
              <a:buFont typeface="Arial"/>
              <a:buNone/>
              <a:defRPr sz="2700">
                <a:solidFill>
                  <a:srgbClr val="262261"/>
                </a:solidFill>
              </a:defRPr>
            </a:lvl1pPr>
            <a:lvl2pPr lvl="1" algn="ctr" rtl="0">
              <a:lnSpc>
                <a:spcPct val="114000"/>
              </a:lnSpc>
              <a:spcBef>
                <a:spcPts val="0"/>
              </a:spcBef>
              <a:spcAft>
                <a:spcPts val="0"/>
              </a:spcAft>
              <a:buClr>
                <a:schemeClr val="lt1"/>
              </a:buClr>
              <a:buSzPts val="1300"/>
              <a:buNone/>
              <a:defRPr sz="1100"/>
            </a:lvl2pPr>
            <a:lvl3pPr lvl="2" algn="ctr" rtl="0">
              <a:lnSpc>
                <a:spcPct val="114000"/>
              </a:lnSpc>
              <a:spcBef>
                <a:spcPts val="0"/>
              </a:spcBef>
              <a:spcAft>
                <a:spcPts val="0"/>
              </a:spcAft>
              <a:buClr>
                <a:schemeClr val="lt1"/>
              </a:buClr>
              <a:buSzPts val="1000"/>
              <a:buNone/>
              <a:defRPr sz="1000"/>
            </a:lvl3pPr>
            <a:lvl4pPr lvl="3" algn="ctr" rtl="0">
              <a:lnSpc>
                <a:spcPct val="114000"/>
              </a:lnSpc>
              <a:spcBef>
                <a:spcPts val="0"/>
              </a:spcBef>
              <a:spcAft>
                <a:spcPts val="0"/>
              </a:spcAft>
              <a:buClr>
                <a:schemeClr val="lt1"/>
              </a:buClr>
              <a:buSzPts val="500"/>
              <a:buNone/>
              <a:defRPr sz="900"/>
            </a:lvl4pPr>
            <a:lvl5pPr lvl="4" algn="ctr" rtl="0">
              <a:lnSpc>
                <a:spcPct val="114000"/>
              </a:lnSpc>
              <a:spcBef>
                <a:spcPts val="0"/>
              </a:spcBef>
              <a:spcAft>
                <a:spcPts val="0"/>
              </a:spcAft>
              <a:buClr>
                <a:schemeClr val="lt1"/>
              </a:buClr>
              <a:buSzPts val="10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1_Section_01 (yellow)_layout 05 1">
  <p:cSld name="1_Section_01 (yellow)_layout 05">
    <p:spTree>
      <p:nvGrpSpPr>
        <p:cNvPr id="1" name="Shape 382"/>
        <p:cNvGrpSpPr/>
        <p:nvPr/>
      </p:nvGrpSpPr>
      <p:grpSpPr>
        <a:xfrm>
          <a:off x="0" y="0"/>
          <a:ext cx="0" cy="0"/>
          <a:chOff x="0" y="0"/>
          <a:chExt cx="0" cy="0"/>
        </a:xfrm>
      </p:grpSpPr>
      <p:sp>
        <p:nvSpPr>
          <p:cNvPr id="383" name="Google Shape;383;p68"/>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84" name="Google Shape;384;p68"/>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385" name="Google Shape;385;p6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86" name="Google Shape;386;p6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87" name="Google Shape;387;p68"/>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88" name="Google Shape;388;p68"/>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89" name="Google Shape;389;p68"/>
          <p:cNvSpPr txBox="1">
            <a:spLocks noGrp="1"/>
          </p:cNvSpPr>
          <p:nvPr>
            <p:ph type="body" idx="1"/>
          </p:nvPr>
        </p:nvSpPr>
        <p:spPr>
          <a:xfrm>
            <a:off x="1212863" y="1194157"/>
            <a:ext cx="6517200" cy="4596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4_Section 05 (magenta)_layout 01">
  <p:cSld name="4_Section 05 (magenta)_layout 01">
    <p:spTree>
      <p:nvGrpSpPr>
        <p:cNvPr id="1" name="Shape 390"/>
        <p:cNvGrpSpPr/>
        <p:nvPr/>
      </p:nvGrpSpPr>
      <p:grpSpPr>
        <a:xfrm>
          <a:off x="0" y="0"/>
          <a:ext cx="0" cy="0"/>
          <a:chOff x="0" y="0"/>
          <a:chExt cx="0" cy="0"/>
        </a:xfrm>
      </p:grpSpPr>
      <p:sp>
        <p:nvSpPr>
          <p:cNvPr id="391" name="Google Shape;391;p69"/>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92" name="Google Shape;392;p69"/>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393" name="Google Shape;393;p69"/>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394" name="Google Shape;394;p69"/>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395" name="Google Shape;395;p69"/>
          <p:cNvSpPr/>
          <p:nvPr/>
        </p:nvSpPr>
        <p:spPr>
          <a:xfrm>
            <a:off x="8660526" y="4704907"/>
            <a:ext cx="491700" cy="191400"/>
          </a:xfrm>
          <a:prstGeom prst="rect">
            <a:avLst/>
          </a:prstGeom>
          <a:solidFill>
            <a:srgbClr val="F2728C"/>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396" name="Google Shape;396;p69"/>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397" name="Google Shape;397;p69"/>
          <p:cNvSpPr txBox="1">
            <a:spLocks noGrp="1"/>
          </p:cNvSpPr>
          <p:nvPr>
            <p:ph type="body" idx="1"/>
          </p:nvPr>
        </p:nvSpPr>
        <p:spPr>
          <a:xfrm>
            <a:off x="353196" y="1194158"/>
            <a:ext cx="3969600" cy="4596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
        <p:nvSpPr>
          <p:cNvPr id="398" name="Google Shape;398;p69"/>
          <p:cNvSpPr txBox="1">
            <a:spLocks noGrp="1"/>
          </p:cNvSpPr>
          <p:nvPr>
            <p:ph type="body" idx="2"/>
          </p:nvPr>
        </p:nvSpPr>
        <p:spPr>
          <a:xfrm>
            <a:off x="4790745" y="1194158"/>
            <a:ext cx="3969600" cy="4596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_Section_02 (green)_layout 02 1 1">
  <p:cSld name="2_Section_02 (green)_layout 02 1">
    <p:spTree>
      <p:nvGrpSpPr>
        <p:cNvPr id="1" name="Shape 399"/>
        <p:cNvGrpSpPr/>
        <p:nvPr/>
      </p:nvGrpSpPr>
      <p:grpSpPr>
        <a:xfrm>
          <a:off x="0" y="0"/>
          <a:ext cx="0" cy="0"/>
          <a:chOff x="0" y="0"/>
          <a:chExt cx="0" cy="0"/>
        </a:xfrm>
      </p:grpSpPr>
      <p:sp>
        <p:nvSpPr>
          <p:cNvPr id="400" name="Google Shape;400;p70"/>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sp>
        <p:nvSpPr>
          <p:cNvPr id="401" name="Google Shape;401;p70"/>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cxnSp>
        <p:nvCxnSpPr>
          <p:cNvPr id="402" name="Google Shape;402;p70"/>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03" name="Google Shape;403;p70"/>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7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400"/>
              <a:buNone/>
              <a:defRPr sz="1300"/>
            </a:lvl2pPr>
            <a:lvl3pPr lvl="2" algn="l" rtl="0">
              <a:lnSpc>
                <a:spcPct val="100000"/>
              </a:lnSpc>
              <a:spcBef>
                <a:spcPts val="0"/>
              </a:spcBef>
              <a:spcAft>
                <a:spcPts val="0"/>
              </a:spcAft>
              <a:buSzPts val="400"/>
              <a:buNone/>
              <a:defRPr sz="1300"/>
            </a:lvl3pPr>
            <a:lvl4pPr lvl="3" algn="l" rtl="0">
              <a:lnSpc>
                <a:spcPct val="100000"/>
              </a:lnSpc>
              <a:spcBef>
                <a:spcPts val="0"/>
              </a:spcBef>
              <a:spcAft>
                <a:spcPts val="0"/>
              </a:spcAft>
              <a:buSzPts val="400"/>
              <a:buNone/>
              <a:defRPr sz="1300"/>
            </a:lvl4pPr>
            <a:lvl5pPr lvl="4" algn="l" rtl="0">
              <a:lnSpc>
                <a:spcPct val="100000"/>
              </a:lnSpc>
              <a:spcBef>
                <a:spcPts val="0"/>
              </a:spcBef>
              <a:spcAft>
                <a:spcPts val="0"/>
              </a:spcAft>
              <a:buSzPts val="400"/>
              <a:buNone/>
              <a:defRPr sz="1300"/>
            </a:lvl5pPr>
            <a:lvl6pPr lvl="5" algn="l" rtl="0">
              <a:lnSpc>
                <a:spcPct val="100000"/>
              </a:lnSpc>
              <a:spcBef>
                <a:spcPts val="0"/>
              </a:spcBef>
              <a:spcAft>
                <a:spcPts val="0"/>
              </a:spcAft>
              <a:buSzPts val="400"/>
              <a:buNone/>
              <a:defRPr sz="1300"/>
            </a:lvl6pPr>
            <a:lvl7pPr lvl="6" algn="l" rtl="0">
              <a:lnSpc>
                <a:spcPct val="100000"/>
              </a:lnSpc>
              <a:spcBef>
                <a:spcPts val="0"/>
              </a:spcBef>
              <a:spcAft>
                <a:spcPts val="0"/>
              </a:spcAft>
              <a:buSzPts val="400"/>
              <a:buNone/>
              <a:defRPr sz="1300"/>
            </a:lvl7pPr>
            <a:lvl8pPr lvl="7" algn="l" rtl="0">
              <a:lnSpc>
                <a:spcPct val="100000"/>
              </a:lnSpc>
              <a:spcBef>
                <a:spcPts val="0"/>
              </a:spcBef>
              <a:spcAft>
                <a:spcPts val="0"/>
              </a:spcAft>
              <a:buSzPts val="400"/>
              <a:buNone/>
              <a:defRPr sz="1300"/>
            </a:lvl8pPr>
            <a:lvl9pPr lvl="8" algn="l" rtl="0">
              <a:lnSpc>
                <a:spcPct val="100000"/>
              </a:lnSpc>
              <a:spcBef>
                <a:spcPts val="0"/>
              </a:spcBef>
              <a:spcAft>
                <a:spcPts val="0"/>
              </a:spcAft>
              <a:buSzPts val="400"/>
              <a:buNone/>
              <a:defRPr sz="1300"/>
            </a:lvl9pPr>
          </a:lstStyle>
          <a:p>
            <a:endParaRPr/>
          </a:p>
        </p:txBody>
      </p:sp>
      <p:sp>
        <p:nvSpPr>
          <p:cNvPr id="404" name="Google Shape;404;p70"/>
          <p:cNvSpPr/>
          <p:nvPr/>
        </p:nvSpPr>
        <p:spPr>
          <a:xfrm>
            <a:off x="8660526" y="4704908"/>
            <a:ext cx="491700" cy="191400"/>
          </a:xfrm>
          <a:prstGeom prst="rect">
            <a:avLst/>
          </a:prstGeom>
          <a:solidFill>
            <a:srgbClr val="7AC79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300"/>
              <a:buFont typeface="Arial"/>
              <a:buNone/>
            </a:pPr>
            <a:endParaRPr sz="700" b="0" i="0" u="none" strike="noStrike" cap="none">
              <a:solidFill>
                <a:schemeClr val="lt1"/>
              </a:solidFill>
              <a:latin typeface="Arial"/>
              <a:ea typeface="Arial"/>
              <a:cs typeface="Arial"/>
              <a:sym typeface="Arial"/>
            </a:endParaRPr>
          </a:p>
        </p:txBody>
      </p:sp>
      <p:sp>
        <p:nvSpPr>
          <p:cNvPr id="405" name="Google Shape;405;p70"/>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3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06" name="Google Shape;406;p70"/>
          <p:cNvSpPr txBox="1">
            <a:spLocks noGrp="1"/>
          </p:cNvSpPr>
          <p:nvPr>
            <p:ph type="body" idx="1"/>
          </p:nvPr>
        </p:nvSpPr>
        <p:spPr>
          <a:xfrm>
            <a:off x="353196" y="1194158"/>
            <a:ext cx="8406900" cy="3377700"/>
          </a:xfrm>
          <a:prstGeom prst="rect">
            <a:avLst/>
          </a:prstGeom>
          <a:noFill/>
          <a:ln>
            <a:noFill/>
          </a:ln>
        </p:spPr>
        <p:txBody>
          <a:bodyPr spcFirstLastPara="1" wrap="square" lIns="25725" tIns="12850" rIns="25725" bIns="12850" anchor="t" anchorCtr="0">
            <a:normAutofit/>
          </a:bodyPr>
          <a:lstStyle>
            <a:lvl1pPr marL="457200" lvl="0" indent="-228600" algn="l" rtl="0">
              <a:lnSpc>
                <a:spcPct val="90000"/>
              </a:lnSpc>
              <a:spcBef>
                <a:spcPts val="400"/>
              </a:spcBef>
              <a:spcAft>
                <a:spcPts val="0"/>
              </a:spcAft>
              <a:buClr>
                <a:srgbClr val="262261"/>
              </a:buClr>
              <a:buSzPts val="400"/>
              <a:buFont typeface="Arial"/>
              <a:buNone/>
              <a:defRPr sz="1200"/>
            </a:lvl1pPr>
            <a:lvl2pPr marL="914400" lvl="1" indent="-254000" algn="l" rtl="0">
              <a:lnSpc>
                <a:spcPct val="90000"/>
              </a:lnSpc>
              <a:spcBef>
                <a:spcPts val="200"/>
              </a:spcBef>
              <a:spcAft>
                <a:spcPts val="0"/>
              </a:spcAft>
              <a:buClr>
                <a:srgbClr val="262261"/>
              </a:buClr>
              <a:buSzPts val="400"/>
              <a:buChar char="•"/>
              <a:defRPr sz="1200"/>
            </a:lvl2pPr>
            <a:lvl3pPr marL="1371600" lvl="2" indent="-254000" algn="l" rtl="0">
              <a:lnSpc>
                <a:spcPct val="90000"/>
              </a:lnSpc>
              <a:spcBef>
                <a:spcPts val="200"/>
              </a:spcBef>
              <a:spcAft>
                <a:spcPts val="0"/>
              </a:spcAft>
              <a:buClr>
                <a:srgbClr val="262261"/>
              </a:buClr>
              <a:buSzPts val="400"/>
              <a:buChar char="•"/>
              <a:defRPr sz="1200"/>
            </a:lvl3pPr>
            <a:lvl4pPr marL="1828800" lvl="3" indent="-254000" algn="l" rtl="0">
              <a:lnSpc>
                <a:spcPct val="90000"/>
              </a:lnSpc>
              <a:spcBef>
                <a:spcPts val="200"/>
              </a:spcBef>
              <a:spcAft>
                <a:spcPts val="0"/>
              </a:spcAft>
              <a:buClr>
                <a:srgbClr val="262261"/>
              </a:buClr>
              <a:buSzPts val="400"/>
              <a:buChar char="•"/>
              <a:defRPr sz="1200"/>
            </a:lvl4pPr>
            <a:lvl5pPr marL="2286000" lvl="4" indent="-254000" algn="l" rtl="0">
              <a:lnSpc>
                <a:spcPct val="90000"/>
              </a:lnSpc>
              <a:spcBef>
                <a:spcPts val="200"/>
              </a:spcBef>
              <a:spcAft>
                <a:spcPts val="0"/>
              </a:spcAft>
              <a:buClr>
                <a:srgbClr val="262261"/>
              </a:buClr>
              <a:buSzPts val="400"/>
              <a:buChar char="•"/>
              <a:defRPr sz="1200"/>
            </a:lvl5pPr>
            <a:lvl6pPr marL="2743200" lvl="5" indent="-228600" algn="l" rtl="0">
              <a:lnSpc>
                <a:spcPct val="100000"/>
              </a:lnSpc>
              <a:spcBef>
                <a:spcPts val="0"/>
              </a:spcBef>
              <a:spcAft>
                <a:spcPts val="0"/>
              </a:spcAft>
              <a:buSzPts val="400"/>
              <a:buNone/>
              <a:defRPr/>
            </a:lvl6pPr>
            <a:lvl7pPr marL="3200400" lvl="6" indent="-228600" algn="l" rtl="0">
              <a:lnSpc>
                <a:spcPct val="100000"/>
              </a:lnSpc>
              <a:spcBef>
                <a:spcPts val="0"/>
              </a:spcBef>
              <a:spcAft>
                <a:spcPts val="0"/>
              </a:spcAft>
              <a:buSzPts val="400"/>
              <a:buNone/>
              <a:defRPr/>
            </a:lvl7pPr>
            <a:lvl8pPr marL="3657600" lvl="7" indent="-228600" algn="l" rtl="0">
              <a:lnSpc>
                <a:spcPct val="100000"/>
              </a:lnSpc>
              <a:spcBef>
                <a:spcPts val="0"/>
              </a:spcBef>
              <a:spcAft>
                <a:spcPts val="0"/>
              </a:spcAft>
              <a:buSzPts val="400"/>
              <a:buNone/>
              <a:defRPr/>
            </a:lvl8pPr>
            <a:lvl9pPr marL="4114800" lvl="8" indent="-228600" algn="l" rtl="0">
              <a:lnSpc>
                <a:spcPct val="100000"/>
              </a:lnSpc>
              <a:spcBef>
                <a:spcPts val="0"/>
              </a:spcBef>
              <a:spcAft>
                <a:spcPts val="0"/>
              </a:spcAft>
              <a:buSzPts val="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6_Section 05 (ice blue)_divder page">
  <p:cSld name="6_Section 05 (ice blue)_divder page">
    <p:bg>
      <p:bgPr>
        <a:solidFill>
          <a:srgbClr val="ECF7FF"/>
        </a:solidFill>
        <a:effectLst/>
      </p:bgPr>
    </p:bg>
    <p:spTree>
      <p:nvGrpSpPr>
        <p:cNvPr id="1" name="Shape 407"/>
        <p:cNvGrpSpPr/>
        <p:nvPr/>
      </p:nvGrpSpPr>
      <p:grpSpPr>
        <a:xfrm>
          <a:off x="0" y="0"/>
          <a:ext cx="0" cy="0"/>
          <a:chOff x="0" y="0"/>
          <a:chExt cx="0" cy="0"/>
        </a:xfrm>
      </p:grpSpPr>
      <p:sp>
        <p:nvSpPr>
          <p:cNvPr id="408" name="Google Shape;408;p71"/>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rtl="0">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pic>
        <p:nvPicPr>
          <p:cNvPr id="409" name="Google Shape;409;p71"/>
          <p:cNvPicPr preferRelativeResize="0"/>
          <p:nvPr/>
        </p:nvPicPr>
        <p:blipFill rotWithShape="1">
          <a:blip r:embed="rId2">
            <a:alphaModFix/>
          </a:blip>
          <a:srcRect/>
          <a:stretch/>
        </p:blipFill>
        <p:spPr>
          <a:xfrm>
            <a:off x="7452565" y="0"/>
            <a:ext cx="1177533" cy="114904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410"/>
        <p:cNvGrpSpPr/>
        <p:nvPr/>
      </p:nvGrpSpPr>
      <p:grpSpPr>
        <a:xfrm>
          <a:off x="0" y="0"/>
          <a:ext cx="0" cy="0"/>
          <a:chOff x="0" y="0"/>
          <a:chExt cx="0" cy="0"/>
        </a:xfrm>
      </p:grpSpPr>
      <p:sp>
        <p:nvSpPr>
          <p:cNvPr id="411" name="Google Shape;411;p7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412" name="Google Shape;412;p72"/>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413" name="Google Shape;413;p7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14" name="Google Shape;414;p7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15" name="Google Shape;415;p7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5_Section 05 (blue)_layout 02">
  <p:cSld name="5_Section 05 (blue)_layout 02">
    <p:bg>
      <p:bgPr>
        <a:solidFill>
          <a:srgbClr val="5EAEE0"/>
        </a:solidFill>
        <a:effectLst/>
      </p:bgPr>
    </p:bg>
    <p:spTree>
      <p:nvGrpSpPr>
        <p:cNvPr id="1" name="Shape 416"/>
        <p:cNvGrpSpPr/>
        <p:nvPr/>
      </p:nvGrpSpPr>
      <p:grpSpPr>
        <a:xfrm>
          <a:off x="0" y="0"/>
          <a:ext cx="0" cy="0"/>
          <a:chOff x="0" y="0"/>
          <a:chExt cx="0" cy="0"/>
        </a:xfrm>
      </p:grpSpPr>
      <p:sp>
        <p:nvSpPr>
          <p:cNvPr id="417" name="Google Shape;417;p73"/>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18" name="Google Shape;418;p73"/>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419" name="Google Shape;419;p73"/>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20" name="Google Shape;420;p73"/>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421" name="Google Shape;421;p73"/>
          <p:cNvSpPr/>
          <p:nvPr/>
        </p:nvSpPr>
        <p:spPr>
          <a:xfrm>
            <a:off x="8660526" y="4704907"/>
            <a:ext cx="491700" cy="191400"/>
          </a:xfrm>
          <a:prstGeom prst="rect">
            <a:avLst/>
          </a:prstGeom>
          <a:solidFill>
            <a:srgbClr val="5EAEE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22" name="Google Shape;422;p73"/>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23" name="Google Shape;423;p73"/>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o"/>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1000"/>
              <a:buNone/>
              <a:defRPr/>
            </a:lvl6pPr>
            <a:lvl7pPr marL="3200400" lvl="6" indent="-228600" algn="l" rtl="0">
              <a:lnSpc>
                <a:spcPct val="100000"/>
              </a:lnSpc>
              <a:spcBef>
                <a:spcPts val="0"/>
              </a:spcBef>
              <a:spcAft>
                <a:spcPts val="0"/>
              </a:spcAft>
              <a:buSzPts val="1000"/>
              <a:buNone/>
              <a:defRPr/>
            </a:lvl7pPr>
            <a:lvl8pPr marL="3657600" lvl="7" indent="-228600" algn="l" rtl="0">
              <a:lnSpc>
                <a:spcPct val="100000"/>
              </a:lnSpc>
              <a:spcBef>
                <a:spcPts val="0"/>
              </a:spcBef>
              <a:spcAft>
                <a:spcPts val="0"/>
              </a:spcAft>
              <a:buSzPts val="1000"/>
              <a:buNone/>
              <a:defRPr/>
            </a:lvl8pPr>
            <a:lvl9pPr marL="4114800" lvl="8" indent="-228600" algn="l" rtl="0">
              <a:lnSpc>
                <a:spcPct val="100000"/>
              </a:lnSpc>
              <a:spcBef>
                <a:spcPts val="0"/>
              </a:spcBef>
              <a:spcAft>
                <a:spcPts val="0"/>
              </a:spcAft>
              <a:buSzPts val="10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_Section_01 (yellow) layout 02 1 1">
  <p:cSld name="1_Section_01 (yellow) layout 02_3">
    <p:spTree>
      <p:nvGrpSpPr>
        <p:cNvPr id="1" name="Shape 424"/>
        <p:cNvGrpSpPr/>
        <p:nvPr/>
      </p:nvGrpSpPr>
      <p:grpSpPr>
        <a:xfrm>
          <a:off x="0" y="0"/>
          <a:ext cx="0" cy="0"/>
          <a:chOff x="0" y="0"/>
          <a:chExt cx="0" cy="0"/>
        </a:xfrm>
      </p:grpSpPr>
      <p:sp>
        <p:nvSpPr>
          <p:cNvPr id="425" name="Google Shape;425;p74"/>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26" name="Google Shape;426;p7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427" name="Google Shape;427;p7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28" name="Google Shape;428;p7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429" name="Google Shape;429;p74"/>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30" name="Google Shape;430;p74"/>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31" name="Google Shape;431;p74"/>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000000"/>
              </a:buClr>
              <a:buSzPts val="1200"/>
              <a:buFont typeface="Arial"/>
              <a:buNone/>
              <a:defRPr sz="1200"/>
            </a:lvl1pPr>
            <a:lvl2pPr marL="914400" lvl="1" indent="-304800" algn="l" rtl="0">
              <a:lnSpc>
                <a:spcPct val="90000"/>
              </a:lnSpc>
              <a:spcBef>
                <a:spcPts val="200"/>
              </a:spcBef>
              <a:spcAft>
                <a:spcPts val="0"/>
              </a:spcAft>
              <a:buClr>
                <a:srgbClr val="000000"/>
              </a:buClr>
              <a:buSzPts val="1200"/>
              <a:buChar char="•"/>
              <a:defRPr sz="1200"/>
            </a:lvl2pPr>
            <a:lvl3pPr marL="1371600" lvl="2" indent="-304800" algn="l" rtl="0">
              <a:lnSpc>
                <a:spcPct val="90000"/>
              </a:lnSpc>
              <a:spcBef>
                <a:spcPts val="200"/>
              </a:spcBef>
              <a:spcAft>
                <a:spcPts val="0"/>
              </a:spcAft>
              <a:buClr>
                <a:srgbClr val="000000"/>
              </a:buClr>
              <a:buSzPts val="1200"/>
              <a:buChar char="•"/>
              <a:defRPr sz="1200"/>
            </a:lvl3pPr>
            <a:lvl4pPr marL="1828800" lvl="3" indent="-304800" algn="l" rtl="0">
              <a:lnSpc>
                <a:spcPct val="90000"/>
              </a:lnSpc>
              <a:spcBef>
                <a:spcPts val="200"/>
              </a:spcBef>
              <a:spcAft>
                <a:spcPts val="0"/>
              </a:spcAft>
              <a:buClr>
                <a:srgbClr val="000000"/>
              </a:buClr>
              <a:buSzPts val="1200"/>
              <a:buChar char="•"/>
              <a:defRPr sz="1200"/>
            </a:lvl4pPr>
            <a:lvl5pPr marL="2286000" lvl="4" indent="-304800" algn="l" rtl="0">
              <a:lnSpc>
                <a:spcPct val="90000"/>
              </a:lnSpc>
              <a:spcBef>
                <a:spcPts val="200"/>
              </a:spcBef>
              <a:spcAft>
                <a:spcPts val="0"/>
              </a:spcAft>
              <a:buClr>
                <a:srgbClr val="000000"/>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1_Section_01 (yellow) layout 02 1">
  <p:cSld name="1_Section_01 (yellow) layout 02_4">
    <p:spTree>
      <p:nvGrpSpPr>
        <p:cNvPr id="1" name="Shape 432"/>
        <p:cNvGrpSpPr/>
        <p:nvPr/>
      </p:nvGrpSpPr>
      <p:grpSpPr>
        <a:xfrm>
          <a:off x="0" y="0"/>
          <a:ext cx="0" cy="0"/>
          <a:chOff x="0" y="0"/>
          <a:chExt cx="0" cy="0"/>
        </a:xfrm>
      </p:grpSpPr>
      <p:sp>
        <p:nvSpPr>
          <p:cNvPr id="433" name="Google Shape;433;p75"/>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34" name="Google Shape;434;p7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435" name="Google Shape;435;p7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36" name="Google Shape;436;p7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437" name="Google Shape;437;p75"/>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38" name="Google Shape;438;p75"/>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39" name="Google Shape;439;p75"/>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000000"/>
              </a:buClr>
              <a:buSzPts val="1200"/>
              <a:buFont typeface="Arial"/>
              <a:buNone/>
              <a:defRPr sz="1200"/>
            </a:lvl1pPr>
            <a:lvl2pPr marL="914400" lvl="1" indent="-304800" algn="l" rtl="0">
              <a:lnSpc>
                <a:spcPct val="90000"/>
              </a:lnSpc>
              <a:spcBef>
                <a:spcPts val="200"/>
              </a:spcBef>
              <a:spcAft>
                <a:spcPts val="0"/>
              </a:spcAft>
              <a:buClr>
                <a:srgbClr val="000000"/>
              </a:buClr>
              <a:buSzPts val="1200"/>
              <a:buChar char="•"/>
              <a:defRPr sz="1200"/>
            </a:lvl2pPr>
            <a:lvl3pPr marL="1371600" lvl="2" indent="-304800" algn="l" rtl="0">
              <a:lnSpc>
                <a:spcPct val="90000"/>
              </a:lnSpc>
              <a:spcBef>
                <a:spcPts val="200"/>
              </a:spcBef>
              <a:spcAft>
                <a:spcPts val="0"/>
              </a:spcAft>
              <a:buClr>
                <a:srgbClr val="000000"/>
              </a:buClr>
              <a:buSzPts val="1200"/>
              <a:buChar char="•"/>
              <a:defRPr sz="1200"/>
            </a:lvl3pPr>
            <a:lvl4pPr marL="1828800" lvl="3" indent="-304800" algn="l" rtl="0">
              <a:lnSpc>
                <a:spcPct val="90000"/>
              </a:lnSpc>
              <a:spcBef>
                <a:spcPts val="200"/>
              </a:spcBef>
              <a:spcAft>
                <a:spcPts val="0"/>
              </a:spcAft>
              <a:buClr>
                <a:srgbClr val="000000"/>
              </a:buClr>
              <a:buSzPts val="1200"/>
              <a:buChar char="•"/>
              <a:defRPr sz="1200"/>
            </a:lvl4pPr>
            <a:lvl5pPr marL="2286000" lvl="4" indent="-304800" algn="l" rtl="0">
              <a:lnSpc>
                <a:spcPct val="90000"/>
              </a:lnSpc>
              <a:spcBef>
                <a:spcPts val="200"/>
              </a:spcBef>
              <a:spcAft>
                <a:spcPts val="0"/>
              </a:spcAft>
              <a:buClr>
                <a:srgbClr val="000000"/>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Title Page">
  <p:cSld name="2_Title Page">
    <p:bg>
      <p:bgPr>
        <a:gradFill>
          <a:gsLst>
            <a:gs pos="0">
              <a:srgbClr val="262261"/>
            </a:gs>
            <a:gs pos="19000">
              <a:srgbClr val="262261"/>
            </a:gs>
            <a:gs pos="99000">
              <a:srgbClr val="5EAEE0"/>
            </a:gs>
            <a:gs pos="100000">
              <a:srgbClr val="5EAEE0"/>
            </a:gs>
          </a:gsLst>
          <a:lin ang="2700006" scaled="0"/>
        </a:gradFill>
        <a:effectLst/>
      </p:bgPr>
    </p:bg>
    <p:spTree>
      <p:nvGrpSpPr>
        <p:cNvPr id="1" name="Shape 443"/>
        <p:cNvGrpSpPr/>
        <p:nvPr/>
      </p:nvGrpSpPr>
      <p:grpSpPr>
        <a:xfrm>
          <a:off x="0" y="0"/>
          <a:ext cx="0" cy="0"/>
          <a:chOff x="0" y="0"/>
          <a:chExt cx="0" cy="0"/>
        </a:xfrm>
      </p:grpSpPr>
      <p:sp>
        <p:nvSpPr>
          <p:cNvPr id="444" name="Google Shape;444;p77"/>
          <p:cNvSpPr txBox="1">
            <a:spLocks noGrp="1"/>
          </p:cNvSpPr>
          <p:nvPr>
            <p:ph type="subTitle" idx="1"/>
          </p:nvPr>
        </p:nvSpPr>
        <p:spPr>
          <a:xfrm>
            <a:off x="802118" y="1470640"/>
            <a:ext cx="7743300" cy="1485300"/>
          </a:xfrm>
          <a:prstGeom prst="rect">
            <a:avLst/>
          </a:prstGeom>
          <a:noFill/>
          <a:ln>
            <a:noFill/>
          </a:ln>
        </p:spPr>
        <p:txBody>
          <a:bodyPr spcFirstLastPara="1" wrap="square" lIns="0" tIns="0" rIns="0" bIns="0" anchor="b" anchorCtr="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a:endParaRPr/>
          </a:p>
        </p:txBody>
      </p:sp>
      <p:sp>
        <p:nvSpPr>
          <p:cNvPr id="445" name="Google Shape;445;p77"/>
          <p:cNvSpPr txBox="1">
            <a:spLocks noGrp="1"/>
          </p:cNvSpPr>
          <p:nvPr>
            <p:ph type="body" idx="2"/>
          </p:nvPr>
        </p:nvSpPr>
        <p:spPr>
          <a:xfrm>
            <a:off x="802118" y="3067863"/>
            <a:ext cx="2751900" cy="5739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900"/>
              <a:buFont typeface="Arial"/>
              <a:buNone/>
              <a:defRPr sz="1200">
                <a:solidFill>
                  <a:schemeClr val="lt1"/>
                </a:solidFill>
              </a:defRPr>
            </a:lvl1pPr>
            <a:lvl2pPr marL="914400" lvl="1" indent="-228600" algn="l">
              <a:lnSpc>
                <a:spcPct val="140000"/>
              </a:lnSpc>
              <a:spcBef>
                <a:spcPts val="0"/>
              </a:spcBef>
              <a:spcAft>
                <a:spcPts val="0"/>
              </a:spcAft>
              <a:buClr>
                <a:schemeClr val="lt1"/>
              </a:buClr>
              <a:buSzPts val="1300"/>
              <a:buFont typeface="Arial"/>
              <a:buNone/>
              <a:defRPr sz="1100"/>
            </a:lvl2pPr>
            <a:lvl3pPr marL="1371600" lvl="2" indent="-228600" algn="l">
              <a:lnSpc>
                <a:spcPct val="140000"/>
              </a:lnSpc>
              <a:spcBef>
                <a:spcPts val="0"/>
              </a:spcBef>
              <a:spcAft>
                <a:spcPts val="0"/>
              </a:spcAft>
              <a:buClr>
                <a:schemeClr val="lt1"/>
              </a:buClr>
              <a:buSzPts val="1100"/>
              <a:buFont typeface="Arial"/>
              <a:buNone/>
              <a:defRPr sz="1100"/>
            </a:lvl3pPr>
            <a:lvl4pPr marL="1828800" lvl="3" indent="-228600" algn="l">
              <a:lnSpc>
                <a:spcPct val="140000"/>
              </a:lnSpc>
              <a:spcBef>
                <a:spcPts val="0"/>
              </a:spcBef>
              <a:spcAft>
                <a:spcPts val="0"/>
              </a:spcAft>
              <a:buClr>
                <a:schemeClr val="lt1"/>
              </a:buClr>
              <a:buSzPts val="700"/>
              <a:buFont typeface="Arial"/>
              <a:buNone/>
              <a:defRPr sz="1100"/>
            </a:lvl4pPr>
            <a:lvl5pPr marL="2286000" lvl="4" indent="-228600" algn="l">
              <a:lnSpc>
                <a:spcPct val="140000"/>
              </a:lnSpc>
              <a:spcBef>
                <a:spcPts val="0"/>
              </a:spcBef>
              <a:spcAft>
                <a:spcPts val="0"/>
              </a:spcAft>
              <a:buClr>
                <a:schemeClr val="lt1"/>
              </a:buClr>
              <a:buSzPts val="1300"/>
              <a:buFont typeface="Arial"/>
              <a:buNone/>
              <a:defRPr sz="1100"/>
            </a:lvl5pPr>
            <a:lvl6pPr marL="2743200" lvl="5" indent="-273050" algn="l">
              <a:lnSpc>
                <a:spcPct val="90000"/>
              </a:lnSpc>
              <a:spcBef>
                <a:spcPts val="300"/>
              </a:spcBef>
              <a:spcAft>
                <a:spcPts val="0"/>
              </a:spcAft>
              <a:buClr>
                <a:schemeClr val="lt1"/>
              </a:buClr>
              <a:buSzPts val="700"/>
              <a:buChar char="•"/>
              <a:defRPr/>
            </a:lvl6pPr>
            <a:lvl7pPr marL="3200400" lvl="6" indent="-273050" algn="l">
              <a:lnSpc>
                <a:spcPct val="90000"/>
              </a:lnSpc>
              <a:spcBef>
                <a:spcPts val="300"/>
              </a:spcBef>
              <a:spcAft>
                <a:spcPts val="0"/>
              </a:spcAft>
              <a:buClr>
                <a:schemeClr val="lt1"/>
              </a:buClr>
              <a:buSzPts val="700"/>
              <a:buChar char="•"/>
              <a:defRPr/>
            </a:lvl7pPr>
            <a:lvl8pPr marL="3657600" lvl="7" indent="-273050" algn="l">
              <a:lnSpc>
                <a:spcPct val="90000"/>
              </a:lnSpc>
              <a:spcBef>
                <a:spcPts val="300"/>
              </a:spcBef>
              <a:spcAft>
                <a:spcPts val="0"/>
              </a:spcAft>
              <a:buClr>
                <a:schemeClr val="lt1"/>
              </a:buClr>
              <a:buSzPts val="700"/>
              <a:buChar char="•"/>
              <a:defRPr/>
            </a:lvl8pPr>
            <a:lvl9pPr marL="4114800" lvl="8" indent="-273050" algn="l">
              <a:lnSpc>
                <a:spcPct val="90000"/>
              </a:lnSpc>
              <a:spcBef>
                <a:spcPts val="300"/>
              </a:spcBef>
              <a:spcAft>
                <a:spcPts val="0"/>
              </a:spcAft>
              <a:buClr>
                <a:schemeClr val="lt1"/>
              </a:buClr>
              <a:buSzPts val="700"/>
              <a:buChar char="•"/>
              <a:defRPr/>
            </a:lvl9pPr>
          </a:lstStyle>
          <a:p>
            <a:endParaRPr/>
          </a:p>
        </p:txBody>
      </p:sp>
      <p:pic>
        <p:nvPicPr>
          <p:cNvPr id="446" name="Google Shape;446;p77"/>
          <p:cNvPicPr preferRelativeResize="0"/>
          <p:nvPr/>
        </p:nvPicPr>
        <p:blipFill rotWithShape="1">
          <a:blip r:embed="rId2">
            <a:alphaModFix/>
          </a:blip>
          <a:srcRect/>
          <a:stretch/>
        </p:blipFill>
        <p:spPr>
          <a:xfrm>
            <a:off x="698085" y="4365207"/>
            <a:ext cx="2287326" cy="444301"/>
          </a:xfrm>
          <a:prstGeom prst="rect">
            <a:avLst/>
          </a:prstGeom>
          <a:noFill/>
          <a:ln>
            <a:noFill/>
          </a:ln>
        </p:spPr>
      </p:pic>
      <p:pic>
        <p:nvPicPr>
          <p:cNvPr id="447" name="Google Shape;447;p77"/>
          <p:cNvPicPr preferRelativeResize="0"/>
          <p:nvPr/>
        </p:nvPicPr>
        <p:blipFill rotWithShape="1">
          <a:blip r:embed="rId3">
            <a:alphaModFix/>
          </a:blip>
          <a:srcRect/>
          <a:stretch/>
        </p:blipFill>
        <p:spPr>
          <a:xfrm>
            <a:off x="7254947" y="0"/>
            <a:ext cx="1290295" cy="1259077"/>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ction 01 (yellow)_divder page">
  <p:cSld name="Section 01 (yellow)_divder page">
    <p:spTree>
      <p:nvGrpSpPr>
        <p:cNvPr id="1" name="Shape 448"/>
        <p:cNvGrpSpPr/>
        <p:nvPr/>
      </p:nvGrpSpPr>
      <p:grpSpPr>
        <a:xfrm>
          <a:off x="0" y="0"/>
          <a:ext cx="0" cy="0"/>
          <a:chOff x="0" y="0"/>
          <a:chExt cx="0" cy="0"/>
        </a:xfrm>
      </p:grpSpPr>
      <p:pic>
        <p:nvPicPr>
          <p:cNvPr id="449" name="Google Shape;449;p78"/>
          <p:cNvPicPr preferRelativeResize="0"/>
          <p:nvPr/>
        </p:nvPicPr>
        <p:blipFill rotWithShape="1">
          <a:blip r:embed="rId2">
            <a:alphaModFix/>
          </a:blip>
          <a:srcRect/>
          <a:stretch/>
        </p:blipFill>
        <p:spPr>
          <a:xfrm>
            <a:off x="-4942" y="0"/>
            <a:ext cx="9148944" cy="5146280"/>
          </a:xfrm>
          <a:prstGeom prst="rect">
            <a:avLst/>
          </a:prstGeom>
          <a:noFill/>
          <a:ln>
            <a:noFill/>
          </a:ln>
        </p:spPr>
      </p:pic>
      <p:sp>
        <p:nvSpPr>
          <p:cNvPr id="450" name="Google Shape;450;p78"/>
          <p:cNvSpPr txBox="1">
            <a:spLocks noGrp="1"/>
          </p:cNvSpPr>
          <p:nvPr>
            <p:ph type="title"/>
          </p:nvPr>
        </p:nvSpPr>
        <p:spPr>
          <a:xfrm>
            <a:off x="842853" y="2300288"/>
            <a:ext cx="8092800" cy="9072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451" name="Google Shape;451;p78"/>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4_Section 04 (magenta)_divder page">
  <p:cSld name="4_Section 04 (magenta)_divder page">
    <p:bg>
      <p:bgPr>
        <a:solidFill>
          <a:srgbClr val="F2728C"/>
        </a:solidFill>
        <a:effectLst/>
      </p:bgPr>
    </p:bg>
    <p:spTree>
      <p:nvGrpSpPr>
        <p:cNvPr id="1" name="Shape 452"/>
        <p:cNvGrpSpPr/>
        <p:nvPr/>
      </p:nvGrpSpPr>
      <p:grpSpPr>
        <a:xfrm>
          <a:off x="0" y="0"/>
          <a:ext cx="0" cy="0"/>
          <a:chOff x="0" y="0"/>
          <a:chExt cx="0" cy="0"/>
        </a:xfrm>
      </p:grpSpPr>
      <p:sp>
        <p:nvSpPr>
          <p:cNvPr id="453" name="Google Shape;453;p79"/>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pic>
        <p:nvPicPr>
          <p:cNvPr id="454" name="Google Shape;454;p79"/>
          <p:cNvPicPr preferRelativeResize="0"/>
          <p:nvPr/>
        </p:nvPicPr>
        <p:blipFill rotWithShape="1">
          <a:blip r:embed="rId2">
            <a:alphaModFix/>
          </a:blip>
          <a:srcRect/>
          <a:stretch/>
        </p:blipFill>
        <p:spPr>
          <a:xfrm>
            <a:off x="7452565" y="0"/>
            <a:ext cx="1177531" cy="1149042"/>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03 (salmon)_divder page">
  <p:cSld name="Section 03 (salmon)_divder page">
    <p:spTree>
      <p:nvGrpSpPr>
        <p:cNvPr id="1" name="Shape 455"/>
        <p:cNvGrpSpPr/>
        <p:nvPr/>
      </p:nvGrpSpPr>
      <p:grpSpPr>
        <a:xfrm>
          <a:off x="0" y="0"/>
          <a:ext cx="0" cy="0"/>
          <a:chOff x="0" y="0"/>
          <a:chExt cx="0" cy="0"/>
        </a:xfrm>
      </p:grpSpPr>
      <p:pic>
        <p:nvPicPr>
          <p:cNvPr id="456" name="Google Shape;456;p80"/>
          <p:cNvPicPr preferRelativeResize="0"/>
          <p:nvPr/>
        </p:nvPicPr>
        <p:blipFill rotWithShape="1">
          <a:blip r:embed="rId2">
            <a:alphaModFix/>
          </a:blip>
          <a:srcRect/>
          <a:stretch/>
        </p:blipFill>
        <p:spPr>
          <a:xfrm>
            <a:off x="0" y="-346"/>
            <a:ext cx="9144394" cy="5143721"/>
          </a:xfrm>
          <a:prstGeom prst="rect">
            <a:avLst/>
          </a:prstGeom>
          <a:noFill/>
          <a:ln>
            <a:noFill/>
          </a:ln>
        </p:spPr>
      </p:pic>
      <p:sp>
        <p:nvSpPr>
          <p:cNvPr id="457" name="Google Shape;457;p80"/>
          <p:cNvSpPr txBox="1">
            <a:spLocks noGrp="1"/>
          </p:cNvSpPr>
          <p:nvPr>
            <p:ph type="title"/>
          </p:nvPr>
        </p:nvSpPr>
        <p:spPr>
          <a:xfrm>
            <a:off x="842853" y="2300288"/>
            <a:ext cx="8092800" cy="9072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458" name="Google Shape;458;p80"/>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ction 05 (blue)_divder page">
  <p:cSld name="Section 05 (blue)_divder page">
    <p:bg>
      <p:bgPr>
        <a:solidFill>
          <a:srgbClr val="5EAEE0"/>
        </a:solidFill>
        <a:effectLst/>
      </p:bgPr>
    </p:bg>
    <p:spTree>
      <p:nvGrpSpPr>
        <p:cNvPr id="1" name="Shape 459"/>
        <p:cNvGrpSpPr/>
        <p:nvPr/>
      </p:nvGrpSpPr>
      <p:grpSpPr>
        <a:xfrm>
          <a:off x="0" y="0"/>
          <a:ext cx="0" cy="0"/>
          <a:chOff x="0" y="0"/>
          <a:chExt cx="0" cy="0"/>
        </a:xfrm>
      </p:grpSpPr>
      <p:sp>
        <p:nvSpPr>
          <p:cNvPr id="460" name="Google Shape;460;p81"/>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pic>
        <p:nvPicPr>
          <p:cNvPr id="461" name="Google Shape;461;p81"/>
          <p:cNvPicPr preferRelativeResize="0"/>
          <p:nvPr/>
        </p:nvPicPr>
        <p:blipFill rotWithShape="1">
          <a:blip r:embed="rId2">
            <a:alphaModFix/>
          </a:blip>
          <a:srcRect/>
          <a:stretch/>
        </p:blipFill>
        <p:spPr>
          <a:xfrm>
            <a:off x="7452565" y="0"/>
            <a:ext cx="1177531" cy="1149043"/>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62"/>
        <p:cNvGrpSpPr/>
        <p:nvPr/>
      </p:nvGrpSpPr>
      <p:grpSpPr>
        <a:xfrm>
          <a:off x="0" y="0"/>
          <a:ext cx="0" cy="0"/>
          <a:chOff x="0" y="0"/>
          <a:chExt cx="0" cy="0"/>
        </a:xfrm>
      </p:grpSpPr>
      <p:sp>
        <p:nvSpPr>
          <p:cNvPr id="463" name="Google Shape;463;p82"/>
          <p:cNvSpPr txBox="1">
            <a:spLocks noGrp="1"/>
          </p:cNvSpPr>
          <p:nvPr>
            <p:ph type="title"/>
          </p:nvPr>
        </p:nvSpPr>
        <p:spPr>
          <a:xfrm>
            <a:off x="628568" y="273844"/>
            <a:ext cx="7887000" cy="994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4" name="Google Shape;464;p82"/>
          <p:cNvSpPr txBox="1">
            <a:spLocks noGrp="1"/>
          </p:cNvSpPr>
          <p:nvPr>
            <p:ph type="sldNum" idx="12"/>
          </p:nvPr>
        </p:nvSpPr>
        <p:spPr>
          <a:xfrm>
            <a:off x="6457705" y="4767263"/>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65" name="Google Shape;465;p82"/>
          <p:cNvSpPr txBox="1"/>
          <p:nvPr/>
        </p:nvSpPr>
        <p:spPr>
          <a:xfrm>
            <a:off x="349404" y="713232"/>
            <a:ext cx="8537400" cy="3833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a:buNone/>
            </a:pPr>
            <a:endParaRPr sz="1200" b="0" i="0" u="sng" strike="noStrike" cap="non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ction 01 (yellow) layout 06">
  <p:cSld name="Section 01 (yellow) layout 06">
    <p:spTree>
      <p:nvGrpSpPr>
        <p:cNvPr id="1" name="Shape 466"/>
        <p:cNvGrpSpPr/>
        <p:nvPr/>
      </p:nvGrpSpPr>
      <p:grpSpPr>
        <a:xfrm>
          <a:off x="0" y="0"/>
          <a:ext cx="0" cy="0"/>
          <a:chOff x="0" y="0"/>
          <a:chExt cx="0" cy="0"/>
        </a:xfrm>
      </p:grpSpPr>
      <p:sp>
        <p:nvSpPr>
          <p:cNvPr id="467" name="Google Shape;467;p83"/>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68" name="Google Shape;468;p83"/>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469" name="Google Shape;469;p83"/>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70" name="Google Shape;470;p83"/>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471" name="Google Shape;471;p83"/>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72" name="Google Shape;472;p83"/>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73" name="Google Shape;473;p83"/>
          <p:cNvSpPr txBox="1">
            <a:spLocks noGrp="1"/>
          </p:cNvSpPr>
          <p:nvPr>
            <p:ph type="body" idx="1"/>
          </p:nvPr>
        </p:nvSpPr>
        <p:spPr>
          <a:xfrm>
            <a:off x="1212863" y="1194158"/>
            <a:ext cx="65172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474" name="Google Shape;474;p83"/>
          <p:cNvSpPr/>
          <p:nvPr/>
        </p:nvSpPr>
        <p:spPr>
          <a:xfrm>
            <a:off x="1212863" y="1653739"/>
            <a:ext cx="6517200" cy="30387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75" name="Google Shape;475;p8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ction 01 (yellow) layout 02">
  <p:cSld name="Section 01 (yellow) layout 02">
    <p:spTree>
      <p:nvGrpSpPr>
        <p:cNvPr id="1" name="Shape 476"/>
        <p:cNvGrpSpPr/>
        <p:nvPr/>
      </p:nvGrpSpPr>
      <p:grpSpPr>
        <a:xfrm>
          <a:off x="0" y="0"/>
          <a:ext cx="0" cy="0"/>
          <a:chOff x="0" y="0"/>
          <a:chExt cx="0" cy="0"/>
        </a:xfrm>
      </p:grpSpPr>
      <p:sp>
        <p:nvSpPr>
          <p:cNvPr id="477" name="Google Shape;477;p84"/>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78" name="Google Shape;478;p8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479" name="Google Shape;479;p8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480" name="Google Shape;480;p8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481" name="Google Shape;481;p84"/>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482" name="Google Shape;482;p84"/>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483" name="Google Shape;483;p84"/>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484" name="Google Shape;484;p84"/>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Section_01 (yellow)_divder page">
  <p:cSld name="1_Section_01 (yellow)_divder page">
    <p:bg>
      <p:bgPr>
        <a:solidFill>
          <a:srgbClr val="FFDD7F"/>
        </a:solidFill>
        <a:effectLst/>
      </p:bgPr>
    </p:bg>
    <p:spTree>
      <p:nvGrpSpPr>
        <p:cNvPr id="1" name="Shape 485"/>
        <p:cNvGrpSpPr/>
        <p:nvPr/>
      </p:nvGrpSpPr>
      <p:grpSpPr>
        <a:xfrm>
          <a:off x="0" y="0"/>
          <a:ext cx="0" cy="0"/>
          <a:chOff x="0" y="0"/>
          <a:chExt cx="0" cy="0"/>
        </a:xfrm>
      </p:grpSpPr>
      <p:sp>
        <p:nvSpPr>
          <p:cNvPr id="486" name="Google Shape;486;p85"/>
          <p:cNvSpPr txBox="1">
            <a:spLocks noGrp="1"/>
          </p:cNvSpPr>
          <p:nvPr>
            <p:ph type="title"/>
          </p:nvPr>
        </p:nvSpPr>
        <p:spPr>
          <a:xfrm>
            <a:off x="658111" y="1931069"/>
            <a:ext cx="7972200" cy="1813800"/>
          </a:xfrm>
          <a:prstGeom prst="rect">
            <a:avLst/>
          </a:prstGeom>
          <a:noFill/>
          <a:ln>
            <a:noFill/>
          </a:ln>
        </p:spPr>
        <p:txBody>
          <a:bodyPr spcFirstLastPara="1" wrap="square" lIns="0" tIns="0" rIns="0" bIns="0" anchor="ctr" anchorCtr="0">
            <a:noAutofit/>
          </a:bodyPr>
          <a:lstStyle>
            <a:lvl1pPr marR="0" lvl="0" algn="l">
              <a:lnSpc>
                <a:spcPct val="111114"/>
              </a:lnSpc>
              <a:spcBef>
                <a:spcPts val="0"/>
              </a:spcBef>
              <a:spcAft>
                <a:spcPts val="0"/>
              </a:spcAft>
              <a:buClr>
                <a:schemeClr val="lt1"/>
              </a:buClr>
              <a:buSzPts val="27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1000"/>
              <a:buNone/>
              <a:defRPr sz="1300"/>
            </a:lvl2pPr>
            <a:lvl3pPr lvl="2" algn="l">
              <a:lnSpc>
                <a:spcPct val="100000"/>
              </a:lnSpc>
              <a:spcBef>
                <a:spcPts val="0"/>
              </a:spcBef>
              <a:spcAft>
                <a:spcPts val="0"/>
              </a:spcAft>
              <a:buSzPts val="1000"/>
              <a:buNone/>
              <a:defRPr sz="1300"/>
            </a:lvl3pPr>
            <a:lvl4pPr lvl="3" algn="l">
              <a:lnSpc>
                <a:spcPct val="100000"/>
              </a:lnSpc>
              <a:spcBef>
                <a:spcPts val="0"/>
              </a:spcBef>
              <a:spcAft>
                <a:spcPts val="0"/>
              </a:spcAft>
              <a:buSzPts val="1000"/>
              <a:buNone/>
              <a:defRPr sz="1300"/>
            </a:lvl4pPr>
            <a:lvl5pPr lvl="4" algn="l">
              <a:lnSpc>
                <a:spcPct val="100000"/>
              </a:lnSpc>
              <a:spcBef>
                <a:spcPts val="0"/>
              </a:spcBef>
              <a:spcAft>
                <a:spcPts val="0"/>
              </a:spcAft>
              <a:buSzPts val="1000"/>
              <a:buNone/>
              <a:defRPr sz="1300"/>
            </a:lvl5pPr>
            <a:lvl6pPr lvl="5" algn="l">
              <a:lnSpc>
                <a:spcPct val="100000"/>
              </a:lnSpc>
              <a:spcBef>
                <a:spcPts val="0"/>
              </a:spcBef>
              <a:spcAft>
                <a:spcPts val="0"/>
              </a:spcAft>
              <a:buSzPts val="1000"/>
              <a:buNone/>
              <a:defRPr sz="1300"/>
            </a:lvl6pPr>
            <a:lvl7pPr lvl="6" algn="l">
              <a:lnSpc>
                <a:spcPct val="100000"/>
              </a:lnSpc>
              <a:spcBef>
                <a:spcPts val="0"/>
              </a:spcBef>
              <a:spcAft>
                <a:spcPts val="0"/>
              </a:spcAft>
              <a:buSzPts val="1000"/>
              <a:buNone/>
              <a:defRPr sz="1300"/>
            </a:lvl7pPr>
            <a:lvl8pPr lvl="7" algn="l">
              <a:lnSpc>
                <a:spcPct val="100000"/>
              </a:lnSpc>
              <a:spcBef>
                <a:spcPts val="0"/>
              </a:spcBef>
              <a:spcAft>
                <a:spcPts val="0"/>
              </a:spcAft>
              <a:buSzPts val="1000"/>
              <a:buNone/>
              <a:defRPr sz="1300"/>
            </a:lvl8pPr>
            <a:lvl9pPr lvl="8" algn="l">
              <a:lnSpc>
                <a:spcPct val="100000"/>
              </a:lnSpc>
              <a:spcBef>
                <a:spcPts val="0"/>
              </a:spcBef>
              <a:spcAft>
                <a:spcPts val="0"/>
              </a:spcAft>
              <a:buSzPts val="1000"/>
              <a:buNone/>
              <a:defRPr sz="1300"/>
            </a:lvl9pPr>
          </a:lstStyle>
          <a:p>
            <a:endParaRPr/>
          </a:p>
        </p:txBody>
      </p:sp>
      <p:pic>
        <p:nvPicPr>
          <p:cNvPr id="487" name="Google Shape;487;p85"/>
          <p:cNvPicPr preferRelativeResize="0"/>
          <p:nvPr/>
        </p:nvPicPr>
        <p:blipFill rotWithShape="1">
          <a:blip r:embed="rId2">
            <a:alphaModFix/>
          </a:blip>
          <a:srcRect/>
          <a:stretch/>
        </p:blipFill>
        <p:spPr>
          <a:xfrm>
            <a:off x="7452565" y="0"/>
            <a:ext cx="1177531" cy="1149192"/>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rgbClr val="262261"/>
        </a:solidFill>
        <a:effectLst/>
      </p:bgPr>
    </p:bg>
    <p:spTree>
      <p:nvGrpSpPr>
        <p:cNvPr id="1" name="Shape 488"/>
        <p:cNvGrpSpPr/>
        <p:nvPr/>
      </p:nvGrpSpPr>
      <p:grpSpPr>
        <a:xfrm>
          <a:off x="0" y="0"/>
          <a:ext cx="0" cy="0"/>
          <a:chOff x="0" y="0"/>
          <a:chExt cx="0" cy="0"/>
        </a:xfrm>
      </p:grpSpPr>
      <p:sp>
        <p:nvSpPr>
          <p:cNvPr id="489" name="Google Shape;489;p86"/>
          <p:cNvSpPr txBox="1">
            <a:spLocks noGrp="1"/>
          </p:cNvSpPr>
          <p:nvPr>
            <p:ph type="body" idx="1"/>
          </p:nvPr>
        </p:nvSpPr>
        <p:spPr>
          <a:xfrm>
            <a:off x="6339470" y="3692171"/>
            <a:ext cx="2571600" cy="685800"/>
          </a:xfrm>
          <a:prstGeom prst="rect">
            <a:avLst/>
          </a:prstGeom>
          <a:noFill/>
          <a:ln>
            <a:noFill/>
          </a:ln>
        </p:spPr>
        <p:txBody>
          <a:bodyPr spcFirstLastPara="1" wrap="square" lIns="0" tIns="0" rIns="0" bIns="0" anchor="b" anchorCtr="0">
            <a:noAutofit/>
          </a:bodyPr>
          <a:lstStyle>
            <a:lvl1pPr marL="457200" lvl="0" indent="-228600" algn="l">
              <a:lnSpc>
                <a:spcPct val="114000"/>
              </a:lnSpc>
              <a:spcBef>
                <a:spcPts val="0"/>
              </a:spcBef>
              <a:spcAft>
                <a:spcPts val="0"/>
              </a:spcAft>
              <a:buClr>
                <a:schemeClr val="lt1"/>
              </a:buClr>
              <a:buSzPts val="900"/>
              <a:buFont typeface="Arial"/>
              <a:buNone/>
              <a:defRPr sz="1200">
                <a:solidFill>
                  <a:schemeClr val="lt1"/>
                </a:solidFill>
              </a:defRPr>
            </a:lvl1pPr>
            <a:lvl2pPr marL="914400" lvl="1" indent="-228600" algn="l">
              <a:lnSpc>
                <a:spcPct val="140000"/>
              </a:lnSpc>
              <a:spcBef>
                <a:spcPts val="0"/>
              </a:spcBef>
              <a:spcAft>
                <a:spcPts val="0"/>
              </a:spcAft>
              <a:buClr>
                <a:schemeClr val="lt1"/>
              </a:buClr>
              <a:buSzPts val="1300"/>
              <a:buFont typeface="Arial"/>
              <a:buNone/>
              <a:defRPr sz="1100"/>
            </a:lvl2pPr>
            <a:lvl3pPr marL="1371600" lvl="2" indent="-228600" algn="l">
              <a:lnSpc>
                <a:spcPct val="140000"/>
              </a:lnSpc>
              <a:spcBef>
                <a:spcPts val="0"/>
              </a:spcBef>
              <a:spcAft>
                <a:spcPts val="0"/>
              </a:spcAft>
              <a:buClr>
                <a:schemeClr val="lt1"/>
              </a:buClr>
              <a:buSzPts val="1100"/>
              <a:buFont typeface="Arial"/>
              <a:buNone/>
              <a:defRPr sz="1100"/>
            </a:lvl3pPr>
            <a:lvl4pPr marL="1828800" lvl="3" indent="-228600" algn="l">
              <a:lnSpc>
                <a:spcPct val="140000"/>
              </a:lnSpc>
              <a:spcBef>
                <a:spcPts val="0"/>
              </a:spcBef>
              <a:spcAft>
                <a:spcPts val="0"/>
              </a:spcAft>
              <a:buClr>
                <a:schemeClr val="lt1"/>
              </a:buClr>
              <a:buSzPts val="700"/>
              <a:buFont typeface="Arial"/>
              <a:buNone/>
              <a:defRPr sz="1100"/>
            </a:lvl4pPr>
            <a:lvl5pPr marL="2286000" lvl="4" indent="-228600" algn="l">
              <a:lnSpc>
                <a:spcPct val="140000"/>
              </a:lnSpc>
              <a:spcBef>
                <a:spcPts val="0"/>
              </a:spcBef>
              <a:spcAft>
                <a:spcPts val="0"/>
              </a:spcAft>
              <a:buClr>
                <a:schemeClr val="lt1"/>
              </a:buClr>
              <a:buSzPts val="1300"/>
              <a:buFont typeface="Arial"/>
              <a:buNone/>
              <a:defRPr sz="1100"/>
            </a:lvl5pPr>
            <a:lvl6pPr marL="2743200" lvl="5" indent="-273050" algn="l">
              <a:lnSpc>
                <a:spcPct val="90000"/>
              </a:lnSpc>
              <a:spcBef>
                <a:spcPts val="300"/>
              </a:spcBef>
              <a:spcAft>
                <a:spcPts val="0"/>
              </a:spcAft>
              <a:buClr>
                <a:schemeClr val="lt1"/>
              </a:buClr>
              <a:buSzPts val="700"/>
              <a:buChar char="•"/>
              <a:defRPr/>
            </a:lvl6pPr>
            <a:lvl7pPr marL="3200400" lvl="6" indent="-273050" algn="l">
              <a:lnSpc>
                <a:spcPct val="90000"/>
              </a:lnSpc>
              <a:spcBef>
                <a:spcPts val="300"/>
              </a:spcBef>
              <a:spcAft>
                <a:spcPts val="0"/>
              </a:spcAft>
              <a:buClr>
                <a:schemeClr val="lt1"/>
              </a:buClr>
              <a:buSzPts val="700"/>
              <a:buChar char="•"/>
              <a:defRPr/>
            </a:lvl7pPr>
            <a:lvl8pPr marL="3657600" lvl="7" indent="-273050" algn="l">
              <a:lnSpc>
                <a:spcPct val="90000"/>
              </a:lnSpc>
              <a:spcBef>
                <a:spcPts val="300"/>
              </a:spcBef>
              <a:spcAft>
                <a:spcPts val="0"/>
              </a:spcAft>
              <a:buClr>
                <a:schemeClr val="lt1"/>
              </a:buClr>
              <a:buSzPts val="700"/>
              <a:buChar char="•"/>
              <a:defRPr/>
            </a:lvl8pPr>
            <a:lvl9pPr marL="4114800" lvl="8" indent="-273050" algn="l">
              <a:lnSpc>
                <a:spcPct val="90000"/>
              </a:lnSpc>
              <a:spcBef>
                <a:spcPts val="300"/>
              </a:spcBef>
              <a:spcAft>
                <a:spcPts val="0"/>
              </a:spcAft>
              <a:buClr>
                <a:schemeClr val="lt1"/>
              </a:buClr>
              <a:buSzPts val="700"/>
              <a:buChar char="•"/>
              <a:defRPr/>
            </a:lvl9pPr>
          </a:lstStyle>
          <a:p>
            <a:endParaRPr/>
          </a:p>
        </p:txBody>
      </p:sp>
      <p:sp>
        <p:nvSpPr>
          <p:cNvPr id="490" name="Google Shape;490;p86"/>
          <p:cNvSpPr txBox="1">
            <a:spLocks noGrp="1"/>
          </p:cNvSpPr>
          <p:nvPr>
            <p:ph type="subTitle" idx="2"/>
          </p:nvPr>
        </p:nvSpPr>
        <p:spPr>
          <a:xfrm>
            <a:off x="585579" y="0"/>
            <a:ext cx="6488100" cy="1689300"/>
          </a:xfrm>
          <a:prstGeom prst="rect">
            <a:avLst/>
          </a:prstGeom>
          <a:noFill/>
          <a:ln>
            <a:noFill/>
          </a:ln>
        </p:spPr>
        <p:txBody>
          <a:bodyPr spcFirstLastPara="1" wrap="square" lIns="0" tIns="0" rIns="0" bIns="0" anchor="b" anchorCtr="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a:endParaRPr/>
          </a:p>
        </p:txBody>
      </p:sp>
      <p:pic>
        <p:nvPicPr>
          <p:cNvPr id="491" name="Google Shape;491;p86" descr="A group of people posing for a photo&#10;&#10;Description automatically generated"/>
          <p:cNvPicPr preferRelativeResize="0"/>
          <p:nvPr/>
        </p:nvPicPr>
        <p:blipFill rotWithShape="1">
          <a:blip r:embed="rId2">
            <a:alphaModFix/>
          </a:blip>
          <a:srcRect/>
          <a:stretch/>
        </p:blipFill>
        <p:spPr>
          <a:xfrm>
            <a:off x="0" y="1622502"/>
            <a:ext cx="6342609" cy="3520539"/>
          </a:xfrm>
          <a:prstGeom prst="rect">
            <a:avLst/>
          </a:prstGeom>
          <a:noFill/>
          <a:ln>
            <a:noFill/>
          </a:ln>
        </p:spPr>
      </p:pic>
      <p:pic>
        <p:nvPicPr>
          <p:cNvPr id="492" name="Google Shape;492;p86"/>
          <p:cNvPicPr preferRelativeResize="0"/>
          <p:nvPr/>
        </p:nvPicPr>
        <p:blipFill rotWithShape="1">
          <a:blip r:embed="rId3">
            <a:alphaModFix/>
          </a:blip>
          <a:srcRect/>
          <a:stretch/>
        </p:blipFill>
        <p:spPr>
          <a:xfrm>
            <a:off x="6214205" y="4451399"/>
            <a:ext cx="2287627" cy="444359"/>
          </a:xfrm>
          <a:prstGeom prst="rect">
            <a:avLst/>
          </a:prstGeom>
          <a:noFill/>
          <a:ln>
            <a:noFill/>
          </a:ln>
        </p:spPr>
      </p:pic>
      <p:pic>
        <p:nvPicPr>
          <p:cNvPr id="493" name="Google Shape;493;p86"/>
          <p:cNvPicPr preferRelativeResize="0"/>
          <p:nvPr/>
        </p:nvPicPr>
        <p:blipFill rotWithShape="1">
          <a:blip r:embed="rId4">
            <a:alphaModFix/>
          </a:blip>
          <a:srcRect/>
          <a:stretch/>
        </p:blipFill>
        <p:spPr>
          <a:xfrm>
            <a:off x="7472368" y="0"/>
            <a:ext cx="1290462" cy="125924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Title Page">
  <p:cSld name="1_Title Page">
    <p:bg>
      <p:bgPr>
        <a:gradFill>
          <a:gsLst>
            <a:gs pos="0">
              <a:srgbClr val="262261"/>
            </a:gs>
            <a:gs pos="19000">
              <a:srgbClr val="262261"/>
            </a:gs>
            <a:gs pos="99000">
              <a:srgbClr val="5EAEE0"/>
            </a:gs>
            <a:gs pos="100000">
              <a:srgbClr val="5EAEE0"/>
            </a:gs>
          </a:gsLst>
          <a:lin ang="2700006" scaled="0"/>
        </a:gradFill>
        <a:effectLst/>
      </p:bgPr>
    </p:bg>
    <p:spTree>
      <p:nvGrpSpPr>
        <p:cNvPr id="1" name="Shape 494"/>
        <p:cNvGrpSpPr/>
        <p:nvPr/>
      </p:nvGrpSpPr>
      <p:grpSpPr>
        <a:xfrm>
          <a:off x="0" y="0"/>
          <a:ext cx="0" cy="0"/>
          <a:chOff x="0" y="0"/>
          <a:chExt cx="0" cy="0"/>
        </a:xfrm>
      </p:grpSpPr>
      <p:sp>
        <p:nvSpPr>
          <p:cNvPr id="495" name="Google Shape;495;p87"/>
          <p:cNvSpPr txBox="1">
            <a:spLocks noGrp="1"/>
          </p:cNvSpPr>
          <p:nvPr>
            <p:ph type="subTitle" idx="1"/>
          </p:nvPr>
        </p:nvSpPr>
        <p:spPr>
          <a:xfrm>
            <a:off x="802118" y="1470640"/>
            <a:ext cx="7743300" cy="1485600"/>
          </a:xfrm>
          <a:prstGeom prst="rect">
            <a:avLst/>
          </a:prstGeom>
          <a:noFill/>
          <a:ln>
            <a:noFill/>
          </a:ln>
        </p:spPr>
        <p:txBody>
          <a:bodyPr spcFirstLastPara="1" wrap="square" lIns="0" tIns="0" rIns="0" bIns="0" anchor="b" anchorCtr="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a:endParaRPr/>
          </a:p>
        </p:txBody>
      </p:sp>
      <p:sp>
        <p:nvSpPr>
          <p:cNvPr id="496" name="Google Shape;496;p87"/>
          <p:cNvSpPr txBox="1">
            <a:spLocks noGrp="1"/>
          </p:cNvSpPr>
          <p:nvPr>
            <p:ph type="body" idx="2"/>
          </p:nvPr>
        </p:nvSpPr>
        <p:spPr>
          <a:xfrm>
            <a:off x="802118" y="3067863"/>
            <a:ext cx="2751900" cy="5739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900"/>
              <a:buFont typeface="Arial"/>
              <a:buNone/>
              <a:defRPr sz="1200">
                <a:solidFill>
                  <a:schemeClr val="lt1"/>
                </a:solidFill>
              </a:defRPr>
            </a:lvl1pPr>
            <a:lvl2pPr marL="914400" lvl="1" indent="-228600" algn="l">
              <a:lnSpc>
                <a:spcPct val="140000"/>
              </a:lnSpc>
              <a:spcBef>
                <a:spcPts val="0"/>
              </a:spcBef>
              <a:spcAft>
                <a:spcPts val="0"/>
              </a:spcAft>
              <a:buClr>
                <a:schemeClr val="lt1"/>
              </a:buClr>
              <a:buSzPts val="1300"/>
              <a:buFont typeface="Arial"/>
              <a:buNone/>
              <a:defRPr sz="1100"/>
            </a:lvl2pPr>
            <a:lvl3pPr marL="1371600" lvl="2" indent="-228600" algn="l">
              <a:lnSpc>
                <a:spcPct val="140000"/>
              </a:lnSpc>
              <a:spcBef>
                <a:spcPts val="0"/>
              </a:spcBef>
              <a:spcAft>
                <a:spcPts val="0"/>
              </a:spcAft>
              <a:buClr>
                <a:schemeClr val="lt1"/>
              </a:buClr>
              <a:buSzPts val="1100"/>
              <a:buFont typeface="Arial"/>
              <a:buNone/>
              <a:defRPr sz="1100"/>
            </a:lvl3pPr>
            <a:lvl4pPr marL="1828800" lvl="3" indent="-228600" algn="l">
              <a:lnSpc>
                <a:spcPct val="140000"/>
              </a:lnSpc>
              <a:spcBef>
                <a:spcPts val="0"/>
              </a:spcBef>
              <a:spcAft>
                <a:spcPts val="0"/>
              </a:spcAft>
              <a:buClr>
                <a:schemeClr val="lt1"/>
              </a:buClr>
              <a:buSzPts val="700"/>
              <a:buFont typeface="Arial"/>
              <a:buNone/>
              <a:defRPr sz="1100"/>
            </a:lvl4pPr>
            <a:lvl5pPr marL="2286000" lvl="4" indent="-228600" algn="l">
              <a:lnSpc>
                <a:spcPct val="140000"/>
              </a:lnSpc>
              <a:spcBef>
                <a:spcPts val="0"/>
              </a:spcBef>
              <a:spcAft>
                <a:spcPts val="0"/>
              </a:spcAft>
              <a:buClr>
                <a:schemeClr val="lt1"/>
              </a:buClr>
              <a:buSzPts val="1300"/>
              <a:buFont typeface="Arial"/>
              <a:buNone/>
              <a:defRPr sz="1100"/>
            </a:lvl5pPr>
            <a:lvl6pPr marL="2743200" lvl="5" indent="-273050" algn="l">
              <a:lnSpc>
                <a:spcPct val="90000"/>
              </a:lnSpc>
              <a:spcBef>
                <a:spcPts val="300"/>
              </a:spcBef>
              <a:spcAft>
                <a:spcPts val="0"/>
              </a:spcAft>
              <a:buClr>
                <a:schemeClr val="lt1"/>
              </a:buClr>
              <a:buSzPts val="700"/>
              <a:buChar char="•"/>
              <a:defRPr/>
            </a:lvl6pPr>
            <a:lvl7pPr marL="3200400" lvl="6" indent="-273050" algn="l">
              <a:lnSpc>
                <a:spcPct val="90000"/>
              </a:lnSpc>
              <a:spcBef>
                <a:spcPts val="300"/>
              </a:spcBef>
              <a:spcAft>
                <a:spcPts val="0"/>
              </a:spcAft>
              <a:buClr>
                <a:schemeClr val="lt1"/>
              </a:buClr>
              <a:buSzPts val="700"/>
              <a:buChar char="•"/>
              <a:defRPr/>
            </a:lvl7pPr>
            <a:lvl8pPr marL="3657600" lvl="7" indent="-273050" algn="l">
              <a:lnSpc>
                <a:spcPct val="90000"/>
              </a:lnSpc>
              <a:spcBef>
                <a:spcPts val="300"/>
              </a:spcBef>
              <a:spcAft>
                <a:spcPts val="0"/>
              </a:spcAft>
              <a:buClr>
                <a:schemeClr val="lt1"/>
              </a:buClr>
              <a:buSzPts val="700"/>
              <a:buChar char="•"/>
              <a:defRPr/>
            </a:lvl8pPr>
            <a:lvl9pPr marL="4114800" lvl="8" indent="-273050" algn="l">
              <a:lnSpc>
                <a:spcPct val="90000"/>
              </a:lnSpc>
              <a:spcBef>
                <a:spcPts val="300"/>
              </a:spcBef>
              <a:spcAft>
                <a:spcPts val="0"/>
              </a:spcAft>
              <a:buClr>
                <a:schemeClr val="lt1"/>
              </a:buClr>
              <a:buSzPts val="700"/>
              <a:buChar char="•"/>
              <a:defRPr/>
            </a:lvl9pPr>
          </a:lstStyle>
          <a:p>
            <a:endParaRPr/>
          </a:p>
        </p:txBody>
      </p:sp>
      <p:pic>
        <p:nvPicPr>
          <p:cNvPr id="497" name="Google Shape;497;p87"/>
          <p:cNvPicPr preferRelativeResize="0"/>
          <p:nvPr/>
        </p:nvPicPr>
        <p:blipFill rotWithShape="1">
          <a:blip r:embed="rId2">
            <a:alphaModFix/>
          </a:blip>
          <a:srcRect/>
          <a:stretch/>
        </p:blipFill>
        <p:spPr>
          <a:xfrm>
            <a:off x="698085" y="4365207"/>
            <a:ext cx="2287627" cy="444359"/>
          </a:xfrm>
          <a:prstGeom prst="rect">
            <a:avLst/>
          </a:prstGeom>
          <a:noFill/>
          <a:ln>
            <a:noFill/>
          </a:ln>
        </p:spPr>
      </p:pic>
      <p:pic>
        <p:nvPicPr>
          <p:cNvPr id="498" name="Google Shape;498;p87"/>
          <p:cNvPicPr preferRelativeResize="0"/>
          <p:nvPr/>
        </p:nvPicPr>
        <p:blipFill rotWithShape="1">
          <a:blip r:embed="rId3">
            <a:alphaModFix/>
          </a:blip>
          <a:srcRect/>
          <a:stretch/>
        </p:blipFill>
        <p:spPr>
          <a:xfrm>
            <a:off x="7254947" y="0"/>
            <a:ext cx="1290462" cy="1259241"/>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99"/>
        <p:cNvGrpSpPr/>
        <p:nvPr/>
      </p:nvGrpSpPr>
      <p:grpSpPr>
        <a:xfrm>
          <a:off x="0" y="0"/>
          <a:ext cx="0" cy="0"/>
          <a:chOff x="0" y="0"/>
          <a:chExt cx="0" cy="0"/>
        </a:xfrm>
      </p:grpSpPr>
      <p:sp>
        <p:nvSpPr>
          <p:cNvPr id="500" name="Google Shape;500;p88"/>
          <p:cNvSpPr txBox="1">
            <a:spLocks noGrp="1"/>
          </p:cNvSpPr>
          <p:nvPr>
            <p:ph type="title"/>
          </p:nvPr>
        </p:nvSpPr>
        <p:spPr>
          <a:xfrm>
            <a:off x="349404" y="285655"/>
            <a:ext cx="8447100" cy="414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1" name="Google Shape;501;p88"/>
          <p:cNvSpPr txBox="1">
            <a:spLocks noGrp="1"/>
          </p:cNvSpPr>
          <p:nvPr>
            <p:ph type="body" idx="1"/>
          </p:nvPr>
        </p:nvSpPr>
        <p:spPr>
          <a:xfrm>
            <a:off x="349712" y="912114"/>
            <a:ext cx="8446500" cy="3410100"/>
          </a:xfrm>
          <a:prstGeom prst="rect">
            <a:avLst/>
          </a:prstGeom>
          <a:noFill/>
          <a:ln>
            <a:noFill/>
          </a:ln>
        </p:spPr>
        <p:txBody>
          <a:bodyPr spcFirstLastPara="1" wrap="square" lIns="0" tIns="0" rIns="0" bIns="0" anchor="t" anchorCtr="0">
            <a:noAutofit/>
          </a:bodyPr>
          <a:lstStyle>
            <a:lvl1pPr marL="457200" lvl="0" indent="-304800" algn="l">
              <a:lnSpc>
                <a:spcPct val="114000"/>
              </a:lnSpc>
              <a:spcBef>
                <a:spcPts val="0"/>
              </a:spcBef>
              <a:spcAft>
                <a:spcPts val="0"/>
              </a:spcAft>
              <a:buSzPts val="1200"/>
              <a:buChar char="•"/>
              <a:defRPr>
                <a:solidFill>
                  <a:srgbClr val="262261"/>
                </a:solidFill>
              </a:defRPr>
            </a:lvl1pPr>
            <a:lvl2pPr marL="914400" lvl="1" indent="-292100" algn="l">
              <a:lnSpc>
                <a:spcPct val="114000"/>
              </a:lnSpc>
              <a:spcBef>
                <a:spcPts val="0"/>
              </a:spcBef>
              <a:spcAft>
                <a:spcPts val="0"/>
              </a:spcAft>
              <a:buSzPts val="1000"/>
              <a:buChar char="•"/>
              <a:defRPr>
                <a:solidFill>
                  <a:srgbClr val="262261"/>
                </a:solidFill>
              </a:defRPr>
            </a:lvl2pPr>
            <a:lvl3pPr marL="1371600" lvl="2" indent="-285750" algn="l">
              <a:lnSpc>
                <a:spcPct val="114000"/>
              </a:lnSpc>
              <a:spcBef>
                <a:spcPts val="0"/>
              </a:spcBef>
              <a:spcAft>
                <a:spcPts val="0"/>
              </a:spcAft>
              <a:buSzPts val="900"/>
              <a:buChar char="•"/>
              <a:defRPr>
                <a:solidFill>
                  <a:srgbClr val="262261"/>
                </a:solidFill>
              </a:defRPr>
            </a:lvl3pPr>
            <a:lvl4pPr marL="1828800" lvl="3" indent="-273050" algn="l">
              <a:lnSpc>
                <a:spcPct val="114000"/>
              </a:lnSpc>
              <a:spcBef>
                <a:spcPts val="0"/>
              </a:spcBef>
              <a:spcAft>
                <a:spcPts val="0"/>
              </a:spcAft>
              <a:buSzPts val="700"/>
              <a:buChar char="•"/>
              <a:defRPr>
                <a:solidFill>
                  <a:srgbClr val="262261"/>
                </a:solidFill>
              </a:defRPr>
            </a:lvl4pPr>
            <a:lvl5pPr marL="2286000" lvl="4" indent="-273050" algn="l">
              <a:lnSpc>
                <a:spcPct val="114000"/>
              </a:lnSpc>
              <a:spcBef>
                <a:spcPts val="0"/>
              </a:spcBef>
              <a:spcAft>
                <a:spcPts val="0"/>
              </a:spcAft>
              <a:buSzPts val="700"/>
              <a:buChar char="•"/>
              <a:defRPr>
                <a:solidFill>
                  <a:srgbClr val="262261"/>
                </a:solidFill>
              </a:defRPr>
            </a:lvl5pPr>
            <a:lvl6pPr marL="2743200" lvl="5" indent="-228600" algn="l">
              <a:lnSpc>
                <a:spcPct val="100000"/>
              </a:lnSpc>
              <a:spcBef>
                <a:spcPts val="0"/>
              </a:spcBef>
              <a:spcAft>
                <a:spcPts val="0"/>
              </a:spcAft>
              <a:buSzPts val="500"/>
              <a:buNone/>
              <a:defRPr/>
            </a:lvl6pPr>
            <a:lvl7pPr marL="3200400" lvl="6" indent="-228600" algn="l">
              <a:lnSpc>
                <a:spcPct val="100000"/>
              </a:lnSpc>
              <a:spcBef>
                <a:spcPts val="0"/>
              </a:spcBef>
              <a:spcAft>
                <a:spcPts val="0"/>
              </a:spcAft>
              <a:buSzPts val="500"/>
              <a:buNone/>
              <a:defRPr/>
            </a:lvl7pPr>
            <a:lvl8pPr marL="3657600" lvl="7" indent="-228600" algn="l">
              <a:lnSpc>
                <a:spcPct val="100000"/>
              </a:lnSpc>
              <a:spcBef>
                <a:spcPts val="0"/>
              </a:spcBef>
              <a:spcAft>
                <a:spcPts val="0"/>
              </a:spcAft>
              <a:buSzPts val="500"/>
              <a:buNone/>
              <a:defRPr/>
            </a:lvl8pPr>
            <a:lvl9pPr marL="4114800" lvl="8" indent="-228600" algn="l">
              <a:lnSpc>
                <a:spcPct val="100000"/>
              </a:lnSpc>
              <a:spcBef>
                <a:spcPts val="0"/>
              </a:spcBef>
              <a:spcAft>
                <a:spcPts val="0"/>
              </a:spcAft>
              <a:buSzPts val="500"/>
              <a:buNone/>
              <a:defRPr/>
            </a:lvl9pPr>
          </a:lstStyle>
          <a:p>
            <a:endParaRPr/>
          </a:p>
        </p:txBody>
      </p:sp>
      <p:sp>
        <p:nvSpPr>
          <p:cNvPr id="502" name="Google Shape;502;p88"/>
          <p:cNvSpPr txBox="1">
            <a:spLocks noGrp="1"/>
          </p:cNvSpPr>
          <p:nvPr>
            <p:ph type="sldNum" idx="12"/>
          </p:nvPr>
        </p:nvSpPr>
        <p:spPr>
          <a:xfrm>
            <a:off x="6738657" y="4630341"/>
            <a:ext cx="2057700" cy="273900"/>
          </a:xfrm>
          <a:prstGeom prst="rect">
            <a:avLst/>
          </a:prstGeom>
          <a:noFill/>
          <a:ln>
            <a:noFill/>
          </a:ln>
        </p:spPr>
        <p:txBody>
          <a:bodyPr spcFirstLastPara="1" wrap="square" lIns="34275" tIns="17125" rIns="34275" bIns="17125" anchor="t" anchorCtr="0">
            <a:noAutofit/>
          </a:bodyPr>
          <a:lstStyle>
            <a:lvl1pPr marL="0" marR="0" lvl="0"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Section_01 (yellow)_layout 02">
  <p:cSld name="1_Section_01 (yellow)_layout 02">
    <p:spTree>
      <p:nvGrpSpPr>
        <p:cNvPr id="1" name="Shape 503"/>
        <p:cNvGrpSpPr/>
        <p:nvPr/>
      </p:nvGrpSpPr>
      <p:grpSpPr>
        <a:xfrm>
          <a:off x="0" y="0"/>
          <a:ext cx="0" cy="0"/>
          <a:chOff x="0" y="0"/>
          <a:chExt cx="0" cy="0"/>
        </a:xfrm>
      </p:grpSpPr>
      <p:sp>
        <p:nvSpPr>
          <p:cNvPr id="504" name="Google Shape;504;p89"/>
          <p:cNvSpPr/>
          <p:nvPr/>
        </p:nvSpPr>
        <p:spPr>
          <a:xfrm>
            <a:off x="0" y="326174"/>
            <a:ext cx="9152400" cy="4817400"/>
          </a:xfrm>
          <a:prstGeom prst="rect">
            <a:avLst/>
          </a:prstGeom>
          <a:solidFill>
            <a:srgbClr val="FAFAF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05" name="Google Shape;505;p89"/>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cxnSp>
        <p:nvCxnSpPr>
          <p:cNvPr id="506" name="Google Shape;506;p89"/>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07" name="Google Shape;507;p89"/>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8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000"/>
              <a:buNone/>
              <a:defRPr sz="1300"/>
            </a:lvl2pPr>
            <a:lvl3pPr lvl="2" algn="l">
              <a:lnSpc>
                <a:spcPct val="100000"/>
              </a:lnSpc>
              <a:spcBef>
                <a:spcPts val="0"/>
              </a:spcBef>
              <a:spcAft>
                <a:spcPts val="0"/>
              </a:spcAft>
              <a:buSzPts val="1000"/>
              <a:buNone/>
              <a:defRPr sz="1300"/>
            </a:lvl3pPr>
            <a:lvl4pPr lvl="3" algn="l">
              <a:lnSpc>
                <a:spcPct val="100000"/>
              </a:lnSpc>
              <a:spcBef>
                <a:spcPts val="0"/>
              </a:spcBef>
              <a:spcAft>
                <a:spcPts val="0"/>
              </a:spcAft>
              <a:buSzPts val="1000"/>
              <a:buNone/>
              <a:defRPr sz="1300"/>
            </a:lvl4pPr>
            <a:lvl5pPr lvl="4" algn="l">
              <a:lnSpc>
                <a:spcPct val="100000"/>
              </a:lnSpc>
              <a:spcBef>
                <a:spcPts val="0"/>
              </a:spcBef>
              <a:spcAft>
                <a:spcPts val="0"/>
              </a:spcAft>
              <a:buSzPts val="1000"/>
              <a:buNone/>
              <a:defRPr sz="1300"/>
            </a:lvl5pPr>
            <a:lvl6pPr lvl="5" algn="l">
              <a:lnSpc>
                <a:spcPct val="100000"/>
              </a:lnSpc>
              <a:spcBef>
                <a:spcPts val="0"/>
              </a:spcBef>
              <a:spcAft>
                <a:spcPts val="0"/>
              </a:spcAft>
              <a:buSzPts val="1000"/>
              <a:buNone/>
              <a:defRPr sz="1300"/>
            </a:lvl6pPr>
            <a:lvl7pPr lvl="6" algn="l">
              <a:lnSpc>
                <a:spcPct val="100000"/>
              </a:lnSpc>
              <a:spcBef>
                <a:spcPts val="0"/>
              </a:spcBef>
              <a:spcAft>
                <a:spcPts val="0"/>
              </a:spcAft>
              <a:buSzPts val="1000"/>
              <a:buNone/>
              <a:defRPr sz="1300"/>
            </a:lvl7pPr>
            <a:lvl8pPr lvl="7" algn="l">
              <a:lnSpc>
                <a:spcPct val="100000"/>
              </a:lnSpc>
              <a:spcBef>
                <a:spcPts val="0"/>
              </a:spcBef>
              <a:spcAft>
                <a:spcPts val="0"/>
              </a:spcAft>
              <a:buSzPts val="1000"/>
              <a:buNone/>
              <a:defRPr sz="1300"/>
            </a:lvl8pPr>
            <a:lvl9pPr lvl="8" algn="l">
              <a:lnSpc>
                <a:spcPct val="100000"/>
              </a:lnSpc>
              <a:spcBef>
                <a:spcPts val="0"/>
              </a:spcBef>
              <a:spcAft>
                <a:spcPts val="0"/>
              </a:spcAft>
              <a:buSzPts val="1000"/>
              <a:buNone/>
              <a:defRPr sz="1300"/>
            </a:lvl9pPr>
          </a:lstStyle>
          <a:p>
            <a:endParaRPr/>
          </a:p>
        </p:txBody>
      </p:sp>
      <p:sp>
        <p:nvSpPr>
          <p:cNvPr id="508" name="Google Shape;508;p89"/>
          <p:cNvSpPr/>
          <p:nvPr/>
        </p:nvSpPr>
        <p:spPr>
          <a:xfrm>
            <a:off x="8660526" y="4704908"/>
            <a:ext cx="491700" cy="191400"/>
          </a:xfrm>
          <a:prstGeom prst="rect">
            <a:avLst/>
          </a:prstGeom>
          <a:solidFill>
            <a:srgbClr val="FFDD7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09" name="Google Shape;509;p89"/>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10" name="Google Shape;510;p89"/>
          <p:cNvSpPr txBox="1">
            <a:spLocks noGrp="1"/>
          </p:cNvSpPr>
          <p:nvPr>
            <p:ph type="body" idx="1"/>
          </p:nvPr>
        </p:nvSpPr>
        <p:spPr>
          <a:xfrm>
            <a:off x="353196" y="1194158"/>
            <a:ext cx="8406900" cy="3377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400"/>
              </a:spcBef>
              <a:spcAft>
                <a:spcPts val="0"/>
              </a:spcAft>
              <a:buClr>
                <a:srgbClr val="262261"/>
              </a:buClr>
              <a:buSzPts val="1200"/>
              <a:buFont typeface="Arial"/>
              <a:buNone/>
              <a:defRPr sz="1200"/>
            </a:lvl1pPr>
            <a:lvl2pPr marL="914400" lvl="1" indent="-304800" algn="l">
              <a:lnSpc>
                <a:spcPct val="90000"/>
              </a:lnSpc>
              <a:spcBef>
                <a:spcPts val="200"/>
              </a:spcBef>
              <a:spcAft>
                <a:spcPts val="0"/>
              </a:spcAft>
              <a:buClr>
                <a:srgbClr val="262261"/>
              </a:buClr>
              <a:buSzPts val="1200"/>
              <a:buChar char="•"/>
              <a:defRPr sz="1200"/>
            </a:lvl2pPr>
            <a:lvl3pPr marL="1371600" lvl="2" indent="-304800" algn="l">
              <a:lnSpc>
                <a:spcPct val="90000"/>
              </a:lnSpc>
              <a:spcBef>
                <a:spcPts val="200"/>
              </a:spcBef>
              <a:spcAft>
                <a:spcPts val="0"/>
              </a:spcAft>
              <a:buClr>
                <a:srgbClr val="262261"/>
              </a:buClr>
              <a:buSzPts val="1200"/>
              <a:buChar char="•"/>
              <a:defRPr sz="1200"/>
            </a:lvl3pPr>
            <a:lvl4pPr marL="1828800" lvl="3" indent="-304800" algn="l">
              <a:lnSpc>
                <a:spcPct val="90000"/>
              </a:lnSpc>
              <a:spcBef>
                <a:spcPts val="200"/>
              </a:spcBef>
              <a:spcAft>
                <a:spcPts val="0"/>
              </a:spcAft>
              <a:buClr>
                <a:srgbClr val="262261"/>
              </a:buClr>
              <a:buSzPts val="1200"/>
              <a:buChar char="•"/>
              <a:defRPr sz="1200"/>
            </a:lvl4pPr>
            <a:lvl5pPr marL="2286000" lvl="4" indent="-304800" algn="l">
              <a:lnSpc>
                <a:spcPct val="90000"/>
              </a:lnSpc>
              <a:spcBef>
                <a:spcPts val="200"/>
              </a:spcBef>
              <a:spcAft>
                <a:spcPts val="0"/>
              </a:spcAft>
              <a:buClr>
                <a:srgbClr val="262261"/>
              </a:buClr>
              <a:buSzPts val="1200"/>
              <a:buChar char="•"/>
              <a:defRPr sz="1200"/>
            </a:lvl5pPr>
            <a:lvl6pPr marL="2743200" lvl="5" indent="-228600" algn="l">
              <a:lnSpc>
                <a:spcPct val="100000"/>
              </a:lnSpc>
              <a:spcBef>
                <a:spcPts val="0"/>
              </a:spcBef>
              <a:spcAft>
                <a:spcPts val="0"/>
              </a:spcAft>
              <a:buSzPts val="1000"/>
              <a:buNone/>
              <a:defRPr/>
            </a:lvl6pPr>
            <a:lvl7pPr marL="3200400" lvl="6" indent="-228600" algn="l">
              <a:lnSpc>
                <a:spcPct val="100000"/>
              </a:lnSpc>
              <a:spcBef>
                <a:spcPts val="0"/>
              </a:spcBef>
              <a:spcAft>
                <a:spcPts val="0"/>
              </a:spcAft>
              <a:buSzPts val="1000"/>
              <a:buNone/>
              <a:defRPr/>
            </a:lvl7pPr>
            <a:lvl8pPr marL="3657600" lvl="7" indent="-228600" algn="l">
              <a:lnSpc>
                <a:spcPct val="100000"/>
              </a:lnSpc>
              <a:spcBef>
                <a:spcPts val="0"/>
              </a:spcBef>
              <a:spcAft>
                <a:spcPts val="0"/>
              </a:spcAft>
              <a:buSzPts val="1000"/>
              <a:buNone/>
              <a:defRPr/>
            </a:lvl8pPr>
            <a:lvl9pPr marL="4114800" lvl="8" indent="-228600" algn="l">
              <a:lnSpc>
                <a:spcPct val="100000"/>
              </a:lnSpc>
              <a:spcBef>
                <a:spcPts val="0"/>
              </a:spcBef>
              <a:spcAft>
                <a:spcPts val="0"/>
              </a:spcAft>
              <a:buSzPts val="1000"/>
              <a:buNone/>
              <a:defRPr/>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3_Section 03 (orange)_divder page">
  <p:cSld name="3_Section 03 (orange)_divder page">
    <p:bg>
      <p:bgPr>
        <a:solidFill>
          <a:srgbClr val="F58D77"/>
        </a:solidFill>
        <a:effectLst/>
      </p:bgPr>
    </p:bg>
    <p:spTree>
      <p:nvGrpSpPr>
        <p:cNvPr id="1" name="Shape 511"/>
        <p:cNvGrpSpPr/>
        <p:nvPr/>
      </p:nvGrpSpPr>
      <p:grpSpPr>
        <a:xfrm>
          <a:off x="0" y="0"/>
          <a:ext cx="0" cy="0"/>
          <a:chOff x="0" y="0"/>
          <a:chExt cx="0" cy="0"/>
        </a:xfrm>
      </p:grpSpPr>
      <p:sp>
        <p:nvSpPr>
          <p:cNvPr id="512" name="Google Shape;512;p90"/>
          <p:cNvSpPr txBox="1">
            <a:spLocks noGrp="1"/>
          </p:cNvSpPr>
          <p:nvPr>
            <p:ph type="title"/>
          </p:nvPr>
        </p:nvSpPr>
        <p:spPr>
          <a:xfrm>
            <a:off x="658110" y="1931069"/>
            <a:ext cx="7972200" cy="18138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pic>
        <p:nvPicPr>
          <p:cNvPr id="513" name="Google Shape;513;p90"/>
          <p:cNvPicPr preferRelativeResize="0"/>
          <p:nvPr/>
        </p:nvPicPr>
        <p:blipFill rotWithShape="1">
          <a:blip r:embed="rId2">
            <a:alphaModFix/>
          </a:blip>
          <a:srcRect/>
          <a:stretch/>
        </p:blipFill>
        <p:spPr>
          <a:xfrm>
            <a:off x="7452565" y="0"/>
            <a:ext cx="1177531" cy="114904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03 (salmon) layout 02">
  <p:cSld name="Section 03 (salmon) layout 02">
    <p:spTree>
      <p:nvGrpSpPr>
        <p:cNvPr id="1" name="Shape 514"/>
        <p:cNvGrpSpPr/>
        <p:nvPr/>
      </p:nvGrpSpPr>
      <p:grpSpPr>
        <a:xfrm>
          <a:off x="0" y="0"/>
          <a:ext cx="0" cy="0"/>
          <a:chOff x="0" y="0"/>
          <a:chExt cx="0" cy="0"/>
        </a:xfrm>
      </p:grpSpPr>
      <p:sp>
        <p:nvSpPr>
          <p:cNvPr id="515" name="Google Shape;515;p91"/>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16" name="Google Shape;516;p91"/>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17" name="Google Shape;517;p91"/>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18" name="Google Shape;518;p91"/>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19" name="Google Shape;519;p91"/>
          <p:cNvSpPr/>
          <p:nvPr/>
        </p:nvSpPr>
        <p:spPr>
          <a:xfrm>
            <a:off x="8660526" y="4704907"/>
            <a:ext cx="491700" cy="191400"/>
          </a:xfrm>
          <a:prstGeom prst="rect">
            <a:avLst/>
          </a:prstGeom>
          <a:solidFill>
            <a:srgbClr val="F58D77"/>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20" name="Google Shape;520;p91"/>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21" name="Google Shape;521;p91"/>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522" name="Google Shape;522;p91"/>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05 (blue) layout 01">
  <p:cSld name="Section 05 (blue) layout 01">
    <p:spTree>
      <p:nvGrpSpPr>
        <p:cNvPr id="1" name="Shape 523"/>
        <p:cNvGrpSpPr/>
        <p:nvPr/>
      </p:nvGrpSpPr>
      <p:grpSpPr>
        <a:xfrm>
          <a:off x="0" y="0"/>
          <a:ext cx="0" cy="0"/>
          <a:chOff x="0" y="0"/>
          <a:chExt cx="0" cy="0"/>
        </a:xfrm>
      </p:grpSpPr>
      <p:sp>
        <p:nvSpPr>
          <p:cNvPr id="524" name="Google Shape;524;p92"/>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25" name="Google Shape;525;p92"/>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26" name="Google Shape;526;p92"/>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27" name="Google Shape;527;p92"/>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28" name="Google Shape;528;p92"/>
          <p:cNvSpPr/>
          <p:nvPr/>
        </p:nvSpPr>
        <p:spPr>
          <a:xfrm>
            <a:off x="8660526" y="4704908"/>
            <a:ext cx="491700" cy="191400"/>
          </a:xfrm>
          <a:prstGeom prst="rect">
            <a:avLst/>
          </a:prstGeom>
          <a:solidFill>
            <a:srgbClr val="5EAEE0"/>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29" name="Google Shape;529;p92"/>
          <p:cNvSpPr txBox="1"/>
          <p:nvPr/>
        </p:nvSpPr>
        <p:spPr>
          <a:xfrm>
            <a:off x="8729098"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Section 05 (blue) layout 02">
  <p:cSld name="Section 05 (blue) layout 02">
    <p:spTree>
      <p:nvGrpSpPr>
        <p:cNvPr id="1" name="Shape 530"/>
        <p:cNvGrpSpPr/>
        <p:nvPr/>
      </p:nvGrpSpPr>
      <p:grpSpPr>
        <a:xfrm>
          <a:off x="0" y="0"/>
          <a:ext cx="0" cy="0"/>
          <a:chOff x="0" y="0"/>
          <a:chExt cx="0" cy="0"/>
        </a:xfrm>
      </p:grpSpPr>
      <p:sp>
        <p:nvSpPr>
          <p:cNvPr id="531" name="Google Shape;531;p93"/>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32" name="Google Shape;532;p93"/>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33" name="Google Shape;533;p93"/>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34" name="Google Shape;534;p93"/>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35" name="Google Shape;535;p93"/>
          <p:cNvSpPr/>
          <p:nvPr/>
        </p:nvSpPr>
        <p:spPr>
          <a:xfrm>
            <a:off x="8660526" y="4704907"/>
            <a:ext cx="491700" cy="191400"/>
          </a:xfrm>
          <a:prstGeom prst="rect">
            <a:avLst/>
          </a:prstGeom>
          <a:solidFill>
            <a:srgbClr val="5EAEE0">
              <a:alpha val="45882"/>
            </a:srgbClr>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36" name="Google Shape;536;p93"/>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37" name="Google Shape;537;p93"/>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538" name="Google Shape;538;p93"/>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4_Section 04 (magenta) layout 02">
  <p:cSld name="4_Section 04 (magenta) layout 02">
    <p:spTree>
      <p:nvGrpSpPr>
        <p:cNvPr id="1" name="Shape 539"/>
        <p:cNvGrpSpPr/>
        <p:nvPr/>
      </p:nvGrpSpPr>
      <p:grpSpPr>
        <a:xfrm>
          <a:off x="0" y="0"/>
          <a:ext cx="0" cy="0"/>
          <a:chOff x="0" y="0"/>
          <a:chExt cx="0" cy="0"/>
        </a:xfrm>
      </p:grpSpPr>
      <p:sp>
        <p:nvSpPr>
          <p:cNvPr id="540" name="Google Shape;540;p94"/>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41" name="Google Shape;541;p9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42" name="Google Shape;542;p9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43" name="Google Shape;543;p9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44" name="Google Shape;544;p94"/>
          <p:cNvSpPr/>
          <p:nvPr/>
        </p:nvSpPr>
        <p:spPr>
          <a:xfrm>
            <a:off x="8660526" y="4704908"/>
            <a:ext cx="491700" cy="191400"/>
          </a:xfrm>
          <a:prstGeom prst="rect">
            <a:avLst/>
          </a:prstGeom>
          <a:solidFill>
            <a:srgbClr val="F2728C"/>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45" name="Google Shape;545;p94"/>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46" name="Google Shape;546;p94"/>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a:lnSpc>
                <a:spcPct val="90000"/>
              </a:lnSpc>
              <a:spcBef>
                <a:spcPts val="400"/>
              </a:spcBef>
              <a:spcAft>
                <a:spcPts val="0"/>
              </a:spcAft>
              <a:buClr>
                <a:srgbClr val="000000"/>
              </a:buClr>
              <a:buSzPts val="1200"/>
              <a:buFont typeface="Arial"/>
              <a:buNone/>
              <a:defRPr sz="1200"/>
            </a:lvl1pPr>
            <a:lvl2pPr marL="914400" lvl="1" indent="-304800" algn="l">
              <a:lnSpc>
                <a:spcPct val="90000"/>
              </a:lnSpc>
              <a:spcBef>
                <a:spcPts val="200"/>
              </a:spcBef>
              <a:spcAft>
                <a:spcPts val="0"/>
              </a:spcAft>
              <a:buClr>
                <a:srgbClr val="000000"/>
              </a:buClr>
              <a:buSzPts val="1200"/>
              <a:buChar char="•"/>
              <a:defRPr sz="1200"/>
            </a:lvl2pPr>
            <a:lvl3pPr marL="1371600" lvl="2" indent="-304800" algn="l">
              <a:lnSpc>
                <a:spcPct val="90000"/>
              </a:lnSpc>
              <a:spcBef>
                <a:spcPts val="200"/>
              </a:spcBef>
              <a:spcAft>
                <a:spcPts val="0"/>
              </a:spcAft>
              <a:buClr>
                <a:srgbClr val="000000"/>
              </a:buClr>
              <a:buSzPts val="1200"/>
              <a:buChar char="•"/>
              <a:defRPr sz="1200"/>
            </a:lvl3pPr>
            <a:lvl4pPr marL="1828800" lvl="3" indent="-304800" algn="l">
              <a:lnSpc>
                <a:spcPct val="90000"/>
              </a:lnSpc>
              <a:spcBef>
                <a:spcPts val="200"/>
              </a:spcBef>
              <a:spcAft>
                <a:spcPts val="0"/>
              </a:spcAft>
              <a:buClr>
                <a:srgbClr val="000000"/>
              </a:buClr>
              <a:buSzPts val="1200"/>
              <a:buChar char="•"/>
              <a:defRPr sz="1200"/>
            </a:lvl4pPr>
            <a:lvl5pPr marL="2286000" lvl="4" indent="-304800" algn="l">
              <a:lnSpc>
                <a:spcPct val="90000"/>
              </a:lnSpc>
              <a:spcBef>
                <a:spcPts val="200"/>
              </a:spcBef>
              <a:spcAft>
                <a:spcPts val="0"/>
              </a:spcAft>
              <a:buClr>
                <a:srgbClr val="000000"/>
              </a:buClr>
              <a:buSzPts val="1200"/>
              <a:buChar char="•"/>
              <a:defRPr sz="1200"/>
            </a:lvl5pPr>
            <a:lvl6pPr marL="2743200" lvl="5" indent="-228600" algn="l">
              <a:lnSpc>
                <a:spcPct val="100000"/>
              </a:lnSpc>
              <a:spcBef>
                <a:spcPts val="0"/>
              </a:spcBef>
              <a:spcAft>
                <a:spcPts val="0"/>
              </a:spcAft>
              <a:buSzPts val="500"/>
              <a:buNone/>
              <a:defRPr/>
            </a:lvl6pPr>
            <a:lvl7pPr marL="3200400" lvl="6" indent="-228600" algn="l">
              <a:lnSpc>
                <a:spcPct val="100000"/>
              </a:lnSpc>
              <a:spcBef>
                <a:spcPts val="0"/>
              </a:spcBef>
              <a:spcAft>
                <a:spcPts val="0"/>
              </a:spcAft>
              <a:buSzPts val="500"/>
              <a:buNone/>
              <a:defRPr/>
            </a:lvl7pPr>
            <a:lvl8pPr marL="3657600" lvl="7" indent="-228600" algn="l">
              <a:lnSpc>
                <a:spcPct val="100000"/>
              </a:lnSpc>
              <a:spcBef>
                <a:spcPts val="0"/>
              </a:spcBef>
              <a:spcAft>
                <a:spcPts val="0"/>
              </a:spcAft>
              <a:buSzPts val="500"/>
              <a:buNone/>
              <a:defRPr/>
            </a:lvl8pPr>
            <a:lvl9pPr marL="4114800" lvl="8" indent="-228600" algn="l">
              <a:lnSpc>
                <a:spcPct val="100000"/>
              </a:lnSpc>
              <a:spcBef>
                <a:spcPts val="0"/>
              </a:spcBef>
              <a:spcAft>
                <a:spcPts val="0"/>
              </a:spcAft>
              <a:buSzPts val="500"/>
              <a:buNone/>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Section 06 (purple)_divder page">
  <p:cSld name="Section 06 (purple)_divder page">
    <p:spTree>
      <p:nvGrpSpPr>
        <p:cNvPr id="1" name="Shape 547"/>
        <p:cNvGrpSpPr/>
        <p:nvPr/>
      </p:nvGrpSpPr>
      <p:grpSpPr>
        <a:xfrm>
          <a:off x="0" y="0"/>
          <a:ext cx="0" cy="0"/>
          <a:chOff x="0" y="0"/>
          <a:chExt cx="0" cy="0"/>
        </a:xfrm>
      </p:grpSpPr>
      <p:pic>
        <p:nvPicPr>
          <p:cNvPr id="548" name="Google Shape;548;p95"/>
          <p:cNvPicPr preferRelativeResize="0"/>
          <p:nvPr/>
        </p:nvPicPr>
        <p:blipFill rotWithShape="1">
          <a:blip r:embed="rId2">
            <a:alphaModFix/>
          </a:blip>
          <a:srcRect/>
          <a:stretch/>
        </p:blipFill>
        <p:spPr>
          <a:xfrm>
            <a:off x="0" y="-346"/>
            <a:ext cx="9144000" cy="5143500"/>
          </a:xfrm>
          <a:prstGeom prst="rect">
            <a:avLst/>
          </a:prstGeom>
          <a:noFill/>
          <a:ln>
            <a:noFill/>
          </a:ln>
        </p:spPr>
      </p:pic>
      <p:sp>
        <p:nvSpPr>
          <p:cNvPr id="549" name="Google Shape;549;p95"/>
          <p:cNvSpPr txBox="1">
            <a:spLocks noGrp="1"/>
          </p:cNvSpPr>
          <p:nvPr>
            <p:ph type="title"/>
          </p:nvPr>
        </p:nvSpPr>
        <p:spPr>
          <a:xfrm>
            <a:off x="842853" y="2300288"/>
            <a:ext cx="8092800" cy="9072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50" name="Google Shape;550;p95"/>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Section 06 (purple) layout 02">
  <p:cSld name="Section 06 (purple) layout 02">
    <p:spTree>
      <p:nvGrpSpPr>
        <p:cNvPr id="1" name="Shape 551"/>
        <p:cNvGrpSpPr/>
        <p:nvPr/>
      </p:nvGrpSpPr>
      <p:grpSpPr>
        <a:xfrm>
          <a:off x="0" y="0"/>
          <a:ext cx="0" cy="0"/>
          <a:chOff x="0" y="0"/>
          <a:chExt cx="0" cy="0"/>
        </a:xfrm>
      </p:grpSpPr>
      <p:sp>
        <p:nvSpPr>
          <p:cNvPr id="552" name="Google Shape;552;p96"/>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53" name="Google Shape;553;p96"/>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54" name="Google Shape;554;p96"/>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55" name="Google Shape;555;p96"/>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56" name="Google Shape;556;p96"/>
          <p:cNvSpPr/>
          <p:nvPr/>
        </p:nvSpPr>
        <p:spPr>
          <a:xfrm>
            <a:off x="8660526" y="4704907"/>
            <a:ext cx="491700" cy="191400"/>
          </a:xfrm>
          <a:prstGeom prst="rect">
            <a:avLst/>
          </a:prstGeom>
          <a:solidFill>
            <a:srgbClr val="CDC0DB"/>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57" name="Google Shape;557;p96"/>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58" name="Google Shape;558;p96"/>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559" name="Google Shape;559;p96"/>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Section 07 (light green)_divder page">
  <p:cSld name="Section 07 (light green)_divder page">
    <p:spTree>
      <p:nvGrpSpPr>
        <p:cNvPr id="1" name="Shape 560"/>
        <p:cNvGrpSpPr/>
        <p:nvPr/>
      </p:nvGrpSpPr>
      <p:grpSpPr>
        <a:xfrm>
          <a:off x="0" y="0"/>
          <a:ext cx="0" cy="0"/>
          <a:chOff x="0" y="0"/>
          <a:chExt cx="0" cy="0"/>
        </a:xfrm>
      </p:grpSpPr>
      <p:pic>
        <p:nvPicPr>
          <p:cNvPr id="561" name="Google Shape;561;p97"/>
          <p:cNvPicPr preferRelativeResize="0"/>
          <p:nvPr/>
        </p:nvPicPr>
        <p:blipFill rotWithShape="1">
          <a:blip r:embed="rId2">
            <a:alphaModFix/>
          </a:blip>
          <a:srcRect/>
          <a:stretch/>
        </p:blipFill>
        <p:spPr>
          <a:xfrm>
            <a:off x="-4941" y="0"/>
            <a:ext cx="9148938" cy="5146280"/>
          </a:xfrm>
          <a:prstGeom prst="rect">
            <a:avLst/>
          </a:prstGeom>
          <a:noFill/>
          <a:ln>
            <a:noFill/>
          </a:ln>
        </p:spPr>
      </p:pic>
      <p:sp>
        <p:nvSpPr>
          <p:cNvPr id="562" name="Google Shape;562;p97"/>
          <p:cNvSpPr txBox="1">
            <a:spLocks noGrp="1"/>
          </p:cNvSpPr>
          <p:nvPr>
            <p:ph type="title"/>
          </p:nvPr>
        </p:nvSpPr>
        <p:spPr>
          <a:xfrm>
            <a:off x="842853" y="2300288"/>
            <a:ext cx="8092800" cy="907200"/>
          </a:xfrm>
          <a:prstGeom prst="rect">
            <a:avLst/>
          </a:prstGeom>
          <a:noFill/>
          <a:ln>
            <a:noFill/>
          </a:ln>
        </p:spPr>
        <p:txBody>
          <a:bodyPr spcFirstLastPara="1" wrap="square" lIns="0" tIns="0" rIns="0" bIns="0" anchor="ctr" anchorCtr="0">
            <a:noAutofit/>
          </a:bodyPr>
          <a:lstStyle>
            <a:lvl1pPr marR="0" lvl="0" algn="l">
              <a:lnSpc>
                <a:spcPct val="111111"/>
              </a:lnSpc>
              <a:spcBef>
                <a:spcPts val="0"/>
              </a:spcBef>
              <a:spcAft>
                <a:spcPts val="0"/>
              </a:spcAft>
              <a:buClr>
                <a:schemeClr val="lt1"/>
              </a:buClr>
              <a:buSzPts val="1300"/>
              <a:buFont typeface="Arial"/>
              <a:buNone/>
              <a:defRPr sz="2700" b="1" i="0" u="none" strike="noStrike" cap="non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63" name="Google Shape;563;p97"/>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Section_01 (yellow) layout 02">
  <p:cSld name="1_Section_01 (yellow) layout 02">
    <p:spTree>
      <p:nvGrpSpPr>
        <p:cNvPr id="1" name="Shape 564"/>
        <p:cNvGrpSpPr/>
        <p:nvPr/>
      </p:nvGrpSpPr>
      <p:grpSpPr>
        <a:xfrm>
          <a:off x="0" y="0"/>
          <a:ext cx="0" cy="0"/>
          <a:chOff x="0" y="0"/>
          <a:chExt cx="0" cy="0"/>
        </a:xfrm>
      </p:grpSpPr>
      <p:sp>
        <p:nvSpPr>
          <p:cNvPr id="565" name="Google Shape;565;p98"/>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66" name="Google Shape;566;p98"/>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67" name="Google Shape;567;p9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68" name="Google Shape;568;p9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69" name="Google Shape;569;p98"/>
          <p:cNvSpPr/>
          <p:nvPr/>
        </p:nvSpPr>
        <p:spPr>
          <a:xfrm>
            <a:off x="8660526"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0" name="Google Shape;570;p98"/>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71" name="Google Shape;571;p98"/>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a:lnSpc>
                <a:spcPct val="90000"/>
              </a:lnSpc>
              <a:spcBef>
                <a:spcPts val="400"/>
              </a:spcBef>
              <a:spcAft>
                <a:spcPts val="0"/>
              </a:spcAft>
              <a:buClr>
                <a:srgbClr val="000000"/>
              </a:buClr>
              <a:buSzPts val="1200"/>
              <a:buFont typeface="Arial"/>
              <a:buNone/>
              <a:defRPr sz="1200"/>
            </a:lvl1pPr>
            <a:lvl2pPr marL="914400" lvl="1" indent="-304800" algn="l">
              <a:lnSpc>
                <a:spcPct val="90000"/>
              </a:lnSpc>
              <a:spcBef>
                <a:spcPts val="200"/>
              </a:spcBef>
              <a:spcAft>
                <a:spcPts val="0"/>
              </a:spcAft>
              <a:buClr>
                <a:srgbClr val="000000"/>
              </a:buClr>
              <a:buSzPts val="1200"/>
              <a:buChar char="•"/>
              <a:defRPr sz="1200"/>
            </a:lvl2pPr>
            <a:lvl3pPr marL="1371600" lvl="2" indent="-304800" algn="l">
              <a:lnSpc>
                <a:spcPct val="90000"/>
              </a:lnSpc>
              <a:spcBef>
                <a:spcPts val="200"/>
              </a:spcBef>
              <a:spcAft>
                <a:spcPts val="0"/>
              </a:spcAft>
              <a:buClr>
                <a:srgbClr val="000000"/>
              </a:buClr>
              <a:buSzPts val="1200"/>
              <a:buChar char="•"/>
              <a:defRPr sz="1200"/>
            </a:lvl3pPr>
            <a:lvl4pPr marL="1828800" lvl="3" indent="-304800" algn="l">
              <a:lnSpc>
                <a:spcPct val="90000"/>
              </a:lnSpc>
              <a:spcBef>
                <a:spcPts val="200"/>
              </a:spcBef>
              <a:spcAft>
                <a:spcPts val="0"/>
              </a:spcAft>
              <a:buClr>
                <a:srgbClr val="000000"/>
              </a:buClr>
              <a:buSzPts val="1200"/>
              <a:buChar char="•"/>
              <a:defRPr sz="1200"/>
            </a:lvl4pPr>
            <a:lvl5pPr marL="2286000" lvl="4" indent="-304800" algn="l">
              <a:lnSpc>
                <a:spcPct val="90000"/>
              </a:lnSpc>
              <a:spcBef>
                <a:spcPts val="200"/>
              </a:spcBef>
              <a:spcAft>
                <a:spcPts val="0"/>
              </a:spcAft>
              <a:buClr>
                <a:srgbClr val="000000"/>
              </a:buClr>
              <a:buSzPts val="1200"/>
              <a:buChar char="•"/>
              <a:defRPr sz="1200"/>
            </a:lvl5pPr>
            <a:lvl6pPr marL="2743200" lvl="5" indent="-228600" algn="l">
              <a:lnSpc>
                <a:spcPct val="100000"/>
              </a:lnSpc>
              <a:spcBef>
                <a:spcPts val="0"/>
              </a:spcBef>
              <a:spcAft>
                <a:spcPts val="0"/>
              </a:spcAft>
              <a:buSzPts val="500"/>
              <a:buNone/>
              <a:defRPr/>
            </a:lvl6pPr>
            <a:lvl7pPr marL="3200400" lvl="6" indent="-228600" algn="l">
              <a:lnSpc>
                <a:spcPct val="100000"/>
              </a:lnSpc>
              <a:spcBef>
                <a:spcPts val="0"/>
              </a:spcBef>
              <a:spcAft>
                <a:spcPts val="0"/>
              </a:spcAft>
              <a:buSzPts val="500"/>
              <a:buNone/>
              <a:defRPr/>
            </a:lvl7pPr>
            <a:lvl8pPr marL="3657600" lvl="7" indent="-228600" algn="l">
              <a:lnSpc>
                <a:spcPct val="100000"/>
              </a:lnSpc>
              <a:spcBef>
                <a:spcPts val="0"/>
              </a:spcBef>
              <a:spcAft>
                <a:spcPts val="0"/>
              </a:spcAft>
              <a:buSzPts val="500"/>
              <a:buNone/>
              <a:defRPr/>
            </a:lvl8pPr>
            <a:lvl9pPr marL="4114800" lvl="8" indent="-228600" algn="l">
              <a:lnSpc>
                <a:spcPct val="100000"/>
              </a:lnSpc>
              <a:spcBef>
                <a:spcPts val="0"/>
              </a:spcBef>
              <a:spcAft>
                <a:spcPts val="0"/>
              </a:spcAft>
              <a:buSzPts val="500"/>
              <a:buNone/>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ection 05 (blue) layout 01">
  <p:cSld name="1_Section 05 (blue) layout 01">
    <p:spTree>
      <p:nvGrpSpPr>
        <p:cNvPr id="1" name="Shape 572"/>
        <p:cNvGrpSpPr/>
        <p:nvPr/>
      </p:nvGrpSpPr>
      <p:grpSpPr>
        <a:xfrm>
          <a:off x="0" y="0"/>
          <a:ext cx="0" cy="0"/>
          <a:chOff x="0" y="0"/>
          <a:chExt cx="0" cy="0"/>
        </a:xfrm>
      </p:grpSpPr>
      <p:sp>
        <p:nvSpPr>
          <p:cNvPr id="573" name="Google Shape;573;p99"/>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4" name="Google Shape;574;p99"/>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575" name="Google Shape;575;p99"/>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76" name="Google Shape;576;p99"/>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a:endParaRPr/>
          </a:p>
        </p:txBody>
      </p:sp>
      <p:sp>
        <p:nvSpPr>
          <p:cNvPr id="577" name="Google Shape;577;p99"/>
          <p:cNvSpPr/>
          <p:nvPr/>
        </p:nvSpPr>
        <p:spPr>
          <a:xfrm>
            <a:off x="8660526" y="4704907"/>
            <a:ext cx="491700" cy="191400"/>
          </a:xfrm>
          <a:prstGeom prst="rect">
            <a:avLst/>
          </a:prstGeom>
          <a:solidFill>
            <a:srgbClr val="5EAEE0">
              <a:alpha val="45882"/>
            </a:srgbClr>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8" name="Google Shape;578;p99"/>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579" name="Google Shape;579;p99"/>
          <p:cNvSpPr/>
          <p:nvPr/>
        </p:nvSpPr>
        <p:spPr>
          <a:xfrm>
            <a:off x="383800" y="1763410"/>
            <a:ext cx="39696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0" name="Google Shape;580;p99"/>
          <p:cNvSpPr/>
          <p:nvPr/>
        </p:nvSpPr>
        <p:spPr>
          <a:xfrm>
            <a:off x="4790745" y="1763411"/>
            <a:ext cx="40056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1" name="Google Shape;581;p99"/>
          <p:cNvSpPr txBox="1">
            <a:spLocks noGrp="1"/>
          </p:cNvSpPr>
          <p:nvPr>
            <p:ph type="body" idx="1"/>
          </p:nvPr>
        </p:nvSpPr>
        <p:spPr>
          <a:xfrm>
            <a:off x="353196" y="1194158"/>
            <a:ext cx="39696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582" name="Google Shape;582;p99"/>
          <p:cNvSpPr txBox="1">
            <a:spLocks noGrp="1"/>
          </p:cNvSpPr>
          <p:nvPr>
            <p:ph type="body" idx="2"/>
          </p:nvPr>
        </p:nvSpPr>
        <p:spPr>
          <a:xfrm>
            <a:off x="4790745" y="1194158"/>
            <a:ext cx="39696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000"/>
              <a:buNone/>
              <a:defRPr sz="1200"/>
            </a:lvl1pPr>
            <a:lvl2pPr marL="914400" lvl="1" indent="-336550" algn="l">
              <a:lnSpc>
                <a:spcPct val="114000"/>
              </a:lnSpc>
              <a:spcBef>
                <a:spcPts val="0"/>
              </a:spcBef>
              <a:spcAft>
                <a:spcPts val="0"/>
              </a:spcAft>
              <a:buSzPts val="1700"/>
              <a:buChar char="•"/>
              <a:defRPr sz="1200"/>
            </a:lvl2pPr>
            <a:lvl3pPr marL="1371600" lvl="2" indent="-323850" algn="l">
              <a:lnSpc>
                <a:spcPct val="114000"/>
              </a:lnSpc>
              <a:spcBef>
                <a:spcPts val="0"/>
              </a:spcBef>
              <a:spcAft>
                <a:spcPts val="0"/>
              </a:spcAft>
              <a:buSzPts val="1500"/>
              <a:buChar char="o"/>
              <a:defRPr sz="1200"/>
            </a:lvl3pPr>
            <a:lvl4pPr marL="1828800" lvl="3" indent="-285750" algn="l">
              <a:lnSpc>
                <a:spcPct val="114000"/>
              </a:lnSpc>
              <a:spcBef>
                <a:spcPts val="0"/>
              </a:spcBef>
              <a:spcAft>
                <a:spcPts val="0"/>
              </a:spcAft>
              <a:buSzPts val="900"/>
              <a:buChar char="⦿"/>
              <a:defRPr sz="1200"/>
            </a:lvl4pPr>
            <a:lvl5pPr marL="2286000" lvl="4" indent="-336550" algn="l">
              <a:lnSpc>
                <a:spcPct val="114000"/>
              </a:lnSpc>
              <a:spcBef>
                <a:spcPts val="0"/>
              </a:spcBef>
              <a:spcAft>
                <a:spcPts val="0"/>
              </a:spcAft>
              <a:buSzPts val="1700"/>
              <a:buChar char="•"/>
              <a:defRPr sz="1200"/>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583" name="Google Shape;583;p99"/>
          <p:cNvSpPr txBox="1">
            <a:spLocks noGrp="1"/>
          </p:cNvSpPr>
          <p:nvPr>
            <p:ph type="sldNum" idx="12"/>
          </p:nvPr>
        </p:nvSpPr>
        <p:spPr>
          <a:xfrm>
            <a:off x="8556784" y="4749851"/>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4"/>
        <p:cNvGrpSpPr/>
        <p:nvPr/>
      </p:nvGrpSpPr>
      <p:grpSpPr>
        <a:xfrm>
          <a:off x="0" y="0"/>
          <a:ext cx="0" cy="0"/>
          <a:chOff x="0" y="0"/>
          <a:chExt cx="0" cy="0"/>
        </a:xfrm>
      </p:grpSpPr>
      <p:sp>
        <p:nvSpPr>
          <p:cNvPr id="585" name="Google Shape;585;p100"/>
          <p:cNvSpPr txBox="1">
            <a:spLocks noGrp="1"/>
          </p:cNvSpPr>
          <p:nvPr>
            <p:ph type="ctrTitle"/>
          </p:nvPr>
        </p:nvSpPr>
        <p:spPr>
          <a:xfrm>
            <a:off x="311708" y="744575"/>
            <a:ext cx="8520600" cy="20526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86" name="Google Shape;586;p100"/>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300"/>
              </a:spcBef>
              <a:spcAft>
                <a:spcPts val="0"/>
              </a:spcAft>
              <a:buSzPts val="2800"/>
              <a:buNone/>
              <a:defRPr sz="2800"/>
            </a:lvl6pPr>
            <a:lvl7pPr lvl="6" algn="ctr">
              <a:lnSpc>
                <a:spcPct val="100000"/>
              </a:lnSpc>
              <a:spcBef>
                <a:spcPts val="300"/>
              </a:spcBef>
              <a:spcAft>
                <a:spcPts val="0"/>
              </a:spcAft>
              <a:buSzPts val="2800"/>
              <a:buNone/>
              <a:defRPr sz="2800"/>
            </a:lvl7pPr>
            <a:lvl8pPr lvl="7" algn="ctr">
              <a:lnSpc>
                <a:spcPct val="100000"/>
              </a:lnSpc>
              <a:spcBef>
                <a:spcPts val="300"/>
              </a:spcBef>
              <a:spcAft>
                <a:spcPts val="0"/>
              </a:spcAft>
              <a:buSzPts val="2800"/>
              <a:buNone/>
              <a:defRPr sz="2800"/>
            </a:lvl8pPr>
            <a:lvl9pPr lvl="8" algn="ctr">
              <a:lnSpc>
                <a:spcPct val="100000"/>
              </a:lnSpc>
              <a:spcBef>
                <a:spcPts val="300"/>
              </a:spcBef>
              <a:spcAft>
                <a:spcPts val="0"/>
              </a:spcAft>
              <a:buSzPts val="2800"/>
              <a:buNone/>
              <a:defRPr sz="2800"/>
            </a:lvl9pPr>
          </a:lstStyle>
          <a:p>
            <a:endParaRPr/>
          </a:p>
        </p:txBody>
      </p:sp>
      <p:sp>
        <p:nvSpPr>
          <p:cNvPr id="587" name="Google Shape;587;p100"/>
          <p:cNvSpPr txBox="1">
            <a:spLocks noGrp="1"/>
          </p:cNvSpPr>
          <p:nvPr>
            <p:ph type="sldNum" idx="12"/>
          </p:nvPr>
        </p:nvSpPr>
        <p:spPr>
          <a:xfrm>
            <a:off x="8396258" y="4673692"/>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r>
              <a:rPr lang="en"/>
              <a:t> </a:t>
            </a: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ection 01 (yellow) layout 02">
  <p:cSld name="Section 01 (yellow) layout 02">
    <p:spTree>
      <p:nvGrpSpPr>
        <p:cNvPr id="1" name="Shape 592"/>
        <p:cNvGrpSpPr/>
        <p:nvPr/>
      </p:nvGrpSpPr>
      <p:grpSpPr>
        <a:xfrm>
          <a:off x="0" y="0"/>
          <a:ext cx="0" cy="0"/>
          <a:chOff x="0" y="0"/>
          <a:chExt cx="0" cy="0"/>
        </a:xfrm>
      </p:grpSpPr>
      <p:sp>
        <p:nvSpPr>
          <p:cNvPr id="593" name="Google Shape;593;p102"/>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594" name="Google Shape;594;p102"/>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595" name="Google Shape;595;p102"/>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596" name="Google Shape;596;p102"/>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597" name="Google Shape;597;p102"/>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598" name="Google Shape;598;p102"/>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599" name="Google Shape;599;p102"/>
          <p:cNvSpPr txBox="1">
            <a:spLocks noGrp="1"/>
          </p:cNvSpPr>
          <p:nvPr>
            <p:ph type="body" idx="1"/>
          </p:nvPr>
        </p:nvSpPr>
        <p:spPr>
          <a:xfrm>
            <a:off x="353196" y="1194158"/>
            <a:ext cx="8406900" cy="33777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Breadcrumbs">
  <p:cSld name="Title, Breadcrumbs">
    <p:spTree>
      <p:nvGrpSpPr>
        <p:cNvPr id="1" name="Shape 600"/>
        <p:cNvGrpSpPr/>
        <p:nvPr/>
      </p:nvGrpSpPr>
      <p:grpSpPr>
        <a:xfrm>
          <a:off x="0" y="0"/>
          <a:ext cx="0" cy="0"/>
          <a:chOff x="0" y="0"/>
          <a:chExt cx="0" cy="0"/>
        </a:xfrm>
      </p:grpSpPr>
      <p:sp>
        <p:nvSpPr>
          <p:cNvPr id="601" name="Google Shape;601;p103"/>
          <p:cNvSpPr txBox="1">
            <a:spLocks noGrp="1"/>
          </p:cNvSpPr>
          <p:nvPr>
            <p:ph type="title"/>
          </p:nvPr>
        </p:nvSpPr>
        <p:spPr>
          <a:xfrm>
            <a:off x="685800" y="521208"/>
            <a:ext cx="7772400" cy="445800"/>
          </a:xfrm>
          <a:prstGeom prst="rect">
            <a:avLst/>
          </a:prstGeom>
          <a:noFill/>
          <a:ln>
            <a:noFill/>
          </a:ln>
        </p:spPr>
        <p:txBody>
          <a:bodyPr spcFirstLastPara="1" wrap="square" lIns="0" tIns="25700" rIns="0" bIns="0" anchor="b" anchorCtr="0">
            <a:noAutofit/>
          </a:bodyPr>
          <a:lstStyle>
            <a:lvl1pPr lvl="0" algn="l">
              <a:lnSpc>
                <a:spcPct val="100000"/>
              </a:lnSpc>
              <a:spcBef>
                <a:spcPts val="0"/>
              </a:spcBef>
              <a:spcAft>
                <a:spcPts val="0"/>
              </a:spcAft>
              <a:buSzPts val="2700"/>
              <a:buNone/>
              <a:defRPr sz="2700" b="0">
                <a:latin typeface="Arial"/>
                <a:ea typeface="Arial"/>
                <a:cs typeface="Arial"/>
                <a:sym typeface="Arial"/>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02" name="Google Shape;602;p103"/>
          <p:cNvSpPr txBox="1">
            <a:spLocks noGrp="1"/>
          </p:cNvSpPr>
          <p:nvPr>
            <p:ph type="body" idx="1"/>
          </p:nvPr>
        </p:nvSpPr>
        <p:spPr>
          <a:xfrm>
            <a:off x="686228" y="349758"/>
            <a:ext cx="2517000" cy="1524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700" b="1" cap="none">
                <a:solidFill>
                  <a:srgbClr val="BDBDBD"/>
                </a:solidFill>
              </a:defRPr>
            </a:lvl1pPr>
            <a:lvl2pPr marL="914400" lvl="1" indent="-393700" algn="l">
              <a:lnSpc>
                <a:spcPct val="114000"/>
              </a:lnSpc>
              <a:spcBef>
                <a:spcPts val="0"/>
              </a:spcBef>
              <a:spcAft>
                <a:spcPts val="0"/>
              </a:spcAft>
              <a:buSzPts val="2600"/>
              <a:buChar char="•"/>
              <a:defRPr/>
            </a:lvl2pPr>
            <a:lvl3pPr marL="1371600" lvl="2" indent="-374650" algn="l">
              <a:lnSpc>
                <a:spcPct val="114000"/>
              </a:lnSpc>
              <a:spcBef>
                <a:spcPts val="0"/>
              </a:spcBef>
              <a:spcAft>
                <a:spcPts val="0"/>
              </a:spcAft>
              <a:buSzPts val="2300"/>
              <a:buChar char="o"/>
              <a:defRPr/>
            </a:lvl3pPr>
            <a:lvl4pPr marL="1828800" lvl="3" indent="-317500" algn="l">
              <a:lnSpc>
                <a:spcPct val="114000"/>
              </a:lnSpc>
              <a:spcBef>
                <a:spcPts val="0"/>
              </a:spcBef>
              <a:spcAft>
                <a:spcPts val="0"/>
              </a:spcAft>
              <a:buSzPts val="1400"/>
              <a:buChar char="⦿"/>
              <a:defRPr/>
            </a:lvl4pPr>
            <a:lvl5pPr marL="2286000" lvl="4" indent="-393700" algn="l">
              <a:lnSpc>
                <a:spcPct val="114000"/>
              </a:lnSpc>
              <a:spcBef>
                <a:spcPts val="0"/>
              </a:spcBef>
              <a:spcAft>
                <a:spcPts val="0"/>
              </a:spcAft>
              <a:buSzPts val="2600"/>
              <a:buChar char="•"/>
              <a:defRPr/>
            </a:lvl5pPr>
            <a:lvl6pPr marL="2743200" lvl="5" indent="-323850" algn="l">
              <a:lnSpc>
                <a:spcPct val="90000"/>
              </a:lnSpc>
              <a:spcBef>
                <a:spcPts val="500"/>
              </a:spcBef>
              <a:spcAft>
                <a:spcPts val="0"/>
              </a:spcAft>
              <a:buSzPts val="1500"/>
              <a:buChar char="•"/>
              <a:defRPr/>
            </a:lvl6pPr>
            <a:lvl7pPr marL="3200400" lvl="6" indent="-323850" algn="l">
              <a:lnSpc>
                <a:spcPct val="90000"/>
              </a:lnSpc>
              <a:spcBef>
                <a:spcPts val="500"/>
              </a:spcBef>
              <a:spcAft>
                <a:spcPts val="0"/>
              </a:spcAft>
              <a:buSzPts val="1500"/>
              <a:buChar char="•"/>
              <a:defRPr/>
            </a:lvl7pPr>
            <a:lvl8pPr marL="3657600" lvl="7" indent="-323850" algn="l">
              <a:lnSpc>
                <a:spcPct val="90000"/>
              </a:lnSpc>
              <a:spcBef>
                <a:spcPts val="500"/>
              </a:spcBef>
              <a:spcAft>
                <a:spcPts val="0"/>
              </a:spcAft>
              <a:buSzPts val="1500"/>
              <a:buChar char="•"/>
              <a:defRPr/>
            </a:lvl8pPr>
            <a:lvl9pPr marL="4114800" lvl="8" indent="-323850" algn="l">
              <a:lnSpc>
                <a:spcPct val="90000"/>
              </a:lnSpc>
              <a:spcBef>
                <a:spcPts val="500"/>
              </a:spcBef>
              <a:spcAft>
                <a:spcPts val="0"/>
              </a:spcAft>
              <a:buSzPts val="1500"/>
              <a:buChar char="•"/>
              <a:defRPr/>
            </a:lvl9pPr>
          </a:lstStyle>
          <a:p>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Section 01 (yellow) layout 01">
  <p:cSld name="Section 01 (yellow) layout 01">
    <p:spTree>
      <p:nvGrpSpPr>
        <p:cNvPr id="1" name="Shape 603"/>
        <p:cNvGrpSpPr/>
        <p:nvPr/>
      </p:nvGrpSpPr>
      <p:grpSpPr>
        <a:xfrm>
          <a:off x="0" y="0"/>
          <a:ext cx="0" cy="0"/>
          <a:chOff x="0" y="0"/>
          <a:chExt cx="0" cy="0"/>
        </a:xfrm>
      </p:grpSpPr>
      <p:sp>
        <p:nvSpPr>
          <p:cNvPr id="604" name="Google Shape;604;p104"/>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05" name="Google Shape;605;p104"/>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606" name="Google Shape;606;p104"/>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07" name="Google Shape;607;p104"/>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08" name="Google Shape;608;p104"/>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09" name="Google Shape;609;p104"/>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610" name="Google Shape;610;p104"/>
          <p:cNvSpPr/>
          <p:nvPr/>
        </p:nvSpPr>
        <p:spPr>
          <a:xfrm>
            <a:off x="383801" y="1763410"/>
            <a:ext cx="39696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11" name="Google Shape;611;p104"/>
          <p:cNvSpPr/>
          <p:nvPr/>
        </p:nvSpPr>
        <p:spPr>
          <a:xfrm>
            <a:off x="4790746" y="1763411"/>
            <a:ext cx="40056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12" name="Google Shape;612;p104"/>
          <p:cNvSpPr txBox="1">
            <a:spLocks noGrp="1"/>
          </p:cNvSpPr>
          <p:nvPr>
            <p:ph type="body" idx="1"/>
          </p:nvPr>
        </p:nvSpPr>
        <p:spPr>
          <a:xfrm>
            <a:off x="353196" y="1194158"/>
            <a:ext cx="39696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13" name="Google Shape;613;p104"/>
          <p:cNvSpPr txBox="1">
            <a:spLocks noGrp="1"/>
          </p:cNvSpPr>
          <p:nvPr>
            <p:ph type="body" idx="2"/>
          </p:nvPr>
        </p:nvSpPr>
        <p:spPr>
          <a:xfrm>
            <a:off x="4790746" y="1194158"/>
            <a:ext cx="39696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ection 01 (yellow) layout 03">
  <p:cSld name="Section 01 (yellow) layout 03">
    <p:spTree>
      <p:nvGrpSpPr>
        <p:cNvPr id="1" name="Shape 614"/>
        <p:cNvGrpSpPr/>
        <p:nvPr/>
      </p:nvGrpSpPr>
      <p:grpSpPr>
        <a:xfrm>
          <a:off x="0" y="0"/>
          <a:ext cx="0" cy="0"/>
          <a:chOff x="0" y="0"/>
          <a:chExt cx="0" cy="0"/>
        </a:xfrm>
      </p:grpSpPr>
      <p:sp>
        <p:nvSpPr>
          <p:cNvPr id="615" name="Google Shape;615;p105"/>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16" name="Google Shape;616;p10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617" name="Google Shape;617;p10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18" name="Google Shape;618;p10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19" name="Google Shape;619;p105"/>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20" name="Google Shape;620;p105"/>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621" name="Google Shape;621;p105"/>
          <p:cNvSpPr/>
          <p:nvPr/>
        </p:nvSpPr>
        <p:spPr>
          <a:xfrm>
            <a:off x="4790746" y="1763411"/>
            <a:ext cx="40056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22" name="Google Shape;622;p105"/>
          <p:cNvSpPr txBox="1">
            <a:spLocks noGrp="1"/>
          </p:cNvSpPr>
          <p:nvPr>
            <p:ph type="body" idx="1"/>
          </p:nvPr>
        </p:nvSpPr>
        <p:spPr>
          <a:xfrm>
            <a:off x="353196" y="1763411"/>
            <a:ext cx="3969600" cy="27420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23" name="Google Shape;623;p105"/>
          <p:cNvSpPr txBox="1">
            <a:spLocks noGrp="1"/>
          </p:cNvSpPr>
          <p:nvPr>
            <p:ph type="body" idx="2"/>
          </p:nvPr>
        </p:nvSpPr>
        <p:spPr>
          <a:xfrm>
            <a:off x="4790746" y="1194158"/>
            <a:ext cx="39696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ection 01 (yellow) layout 05">
  <p:cSld name="Section 01 (yellow) layout 05">
    <p:spTree>
      <p:nvGrpSpPr>
        <p:cNvPr id="1" name="Shape 624"/>
        <p:cNvGrpSpPr/>
        <p:nvPr/>
      </p:nvGrpSpPr>
      <p:grpSpPr>
        <a:xfrm>
          <a:off x="0" y="0"/>
          <a:ext cx="0" cy="0"/>
          <a:chOff x="0" y="0"/>
          <a:chExt cx="0" cy="0"/>
        </a:xfrm>
      </p:grpSpPr>
      <p:sp>
        <p:nvSpPr>
          <p:cNvPr id="625" name="Google Shape;625;p106"/>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26" name="Google Shape;626;p106"/>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627" name="Google Shape;627;p106"/>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28" name="Google Shape;628;p106"/>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29" name="Google Shape;629;p106"/>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30" name="Google Shape;630;p106"/>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631" name="Google Shape;631;p106"/>
          <p:cNvSpPr txBox="1">
            <a:spLocks noGrp="1"/>
          </p:cNvSpPr>
          <p:nvPr>
            <p:ph type="body" idx="1"/>
          </p:nvPr>
        </p:nvSpPr>
        <p:spPr>
          <a:xfrm>
            <a:off x="353196" y="1194158"/>
            <a:ext cx="34767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32" name="Google Shape;632;p106"/>
          <p:cNvSpPr txBox="1">
            <a:spLocks noGrp="1"/>
          </p:cNvSpPr>
          <p:nvPr>
            <p:ph type="body" idx="2"/>
          </p:nvPr>
        </p:nvSpPr>
        <p:spPr>
          <a:xfrm>
            <a:off x="4206250" y="1194158"/>
            <a:ext cx="45900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33" name="Google Shape;633;p106"/>
          <p:cNvSpPr/>
          <p:nvPr/>
        </p:nvSpPr>
        <p:spPr>
          <a:xfrm>
            <a:off x="383801" y="1780249"/>
            <a:ext cx="34461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34" name="Google Shape;634;p106"/>
          <p:cNvSpPr/>
          <p:nvPr/>
        </p:nvSpPr>
        <p:spPr>
          <a:xfrm>
            <a:off x="4206250" y="1780249"/>
            <a:ext cx="4590000" cy="27420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Section 01 (yellow) layout 06">
  <p:cSld name="Section 01 (yellow) layout 06">
    <p:spTree>
      <p:nvGrpSpPr>
        <p:cNvPr id="1" name="Shape 635"/>
        <p:cNvGrpSpPr/>
        <p:nvPr/>
      </p:nvGrpSpPr>
      <p:grpSpPr>
        <a:xfrm>
          <a:off x="0" y="0"/>
          <a:ext cx="0" cy="0"/>
          <a:chOff x="0" y="0"/>
          <a:chExt cx="0" cy="0"/>
        </a:xfrm>
      </p:grpSpPr>
      <p:sp>
        <p:nvSpPr>
          <p:cNvPr id="636" name="Google Shape;636;p107"/>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37" name="Google Shape;637;p107"/>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638" name="Google Shape;638;p107"/>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39" name="Google Shape;639;p107"/>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40" name="Google Shape;640;p107"/>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41" name="Google Shape;641;p107"/>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642" name="Google Shape;642;p107"/>
          <p:cNvSpPr txBox="1">
            <a:spLocks noGrp="1"/>
          </p:cNvSpPr>
          <p:nvPr>
            <p:ph type="body" idx="1"/>
          </p:nvPr>
        </p:nvSpPr>
        <p:spPr>
          <a:xfrm>
            <a:off x="1212863" y="1194158"/>
            <a:ext cx="6517200" cy="459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43" name="Google Shape;643;p107"/>
          <p:cNvSpPr/>
          <p:nvPr/>
        </p:nvSpPr>
        <p:spPr>
          <a:xfrm>
            <a:off x="1212863" y="1653739"/>
            <a:ext cx="6517200" cy="30387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ection 01 (yellow) layout 04">
  <p:cSld name="Section 01 (yellow) layout 04">
    <p:spTree>
      <p:nvGrpSpPr>
        <p:cNvPr id="1" name="Shape 644"/>
        <p:cNvGrpSpPr/>
        <p:nvPr/>
      </p:nvGrpSpPr>
      <p:grpSpPr>
        <a:xfrm>
          <a:off x="0" y="0"/>
          <a:ext cx="0" cy="0"/>
          <a:chOff x="0" y="0"/>
          <a:chExt cx="0" cy="0"/>
        </a:xfrm>
      </p:grpSpPr>
      <p:sp>
        <p:nvSpPr>
          <p:cNvPr id="645" name="Google Shape;645;p108"/>
          <p:cNvSpPr/>
          <p:nvPr/>
        </p:nvSpPr>
        <p:spPr>
          <a:xfrm>
            <a:off x="0" y="326174"/>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46" name="Google Shape;646;p108"/>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647" name="Google Shape;647;p108"/>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48" name="Google Shape;648;p108"/>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49" name="Google Shape;649;p108"/>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50" name="Google Shape;650;p108"/>
          <p:cNvSpPr txBox="1"/>
          <p:nvPr/>
        </p:nvSpPr>
        <p:spPr>
          <a:xfrm>
            <a:off x="8729097" y="4704908"/>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651" name="Google Shape;651;p108"/>
          <p:cNvSpPr txBox="1">
            <a:spLocks noGrp="1"/>
          </p:cNvSpPr>
          <p:nvPr>
            <p:ph type="body" idx="1"/>
          </p:nvPr>
        </p:nvSpPr>
        <p:spPr>
          <a:xfrm>
            <a:off x="605393" y="1323527"/>
            <a:ext cx="3969600" cy="452700"/>
          </a:xfrm>
          <a:prstGeom prst="rect">
            <a:avLst/>
          </a:prstGeom>
          <a:noFill/>
          <a:ln>
            <a:noFill/>
          </a:ln>
        </p:spPr>
        <p:txBody>
          <a:bodyPr spcFirstLastPara="1" wrap="square" lIns="0" tIns="0" rIns="0" bIns="0" anchor="t" anchorCtr="0">
            <a:noAutofit/>
          </a:bodyPr>
          <a:lstStyle>
            <a:lvl1pPr marL="457200" lvl="0" indent="-228600" algn="ctr">
              <a:lnSpc>
                <a:spcPct val="114000"/>
              </a:lnSpc>
              <a:spcBef>
                <a:spcPts val="0"/>
              </a:spcBef>
              <a:spcAft>
                <a:spcPts val="0"/>
              </a:spcAft>
              <a:buSzPts val="1500"/>
              <a:buNone/>
              <a:defRPr sz="1400" b="1"/>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52" name="Google Shape;652;p108"/>
          <p:cNvSpPr txBox="1">
            <a:spLocks noGrp="1"/>
          </p:cNvSpPr>
          <p:nvPr>
            <p:ph type="body" idx="2"/>
          </p:nvPr>
        </p:nvSpPr>
        <p:spPr>
          <a:xfrm>
            <a:off x="4790746" y="1323527"/>
            <a:ext cx="1312200" cy="1515300"/>
          </a:xfrm>
          <a:prstGeom prst="rect">
            <a:avLst/>
          </a:prstGeom>
          <a:noFill/>
          <a:ln>
            <a:noFill/>
          </a:ln>
        </p:spPr>
        <p:txBody>
          <a:bodyPr spcFirstLastPara="1" wrap="square" lIns="0" tIns="0" rIns="0" bIns="0" anchor="ctr" anchorCtr="0">
            <a:noAutofit/>
          </a:bodyPr>
          <a:lstStyle>
            <a:lvl1pPr marL="457200" lvl="0" indent="-228600" algn="l">
              <a:lnSpc>
                <a:spcPct val="114000"/>
              </a:lnSpc>
              <a:spcBef>
                <a:spcPts val="0"/>
              </a:spcBef>
              <a:spcAft>
                <a:spcPts val="0"/>
              </a:spcAft>
              <a:buSzPts val="1500"/>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
        <p:nvSpPr>
          <p:cNvPr id="653" name="Google Shape;653;p108"/>
          <p:cNvSpPr/>
          <p:nvPr/>
        </p:nvSpPr>
        <p:spPr>
          <a:xfrm>
            <a:off x="6225958" y="2990403"/>
            <a:ext cx="2506800" cy="1515300"/>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54" name="Google Shape;654;p108"/>
          <p:cNvSpPr/>
          <p:nvPr/>
        </p:nvSpPr>
        <p:spPr>
          <a:xfrm>
            <a:off x="605393" y="1850011"/>
            <a:ext cx="3969600" cy="28359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55" name="Google Shape;655;p108"/>
          <p:cNvSpPr/>
          <p:nvPr/>
        </p:nvSpPr>
        <p:spPr>
          <a:xfrm>
            <a:off x="6225958" y="1323528"/>
            <a:ext cx="2506800" cy="1515300"/>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56" name="Google Shape;656;p108"/>
          <p:cNvSpPr txBox="1">
            <a:spLocks noGrp="1"/>
          </p:cNvSpPr>
          <p:nvPr>
            <p:ph type="body" idx="3"/>
          </p:nvPr>
        </p:nvSpPr>
        <p:spPr>
          <a:xfrm>
            <a:off x="4790451" y="2990255"/>
            <a:ext cx="1312500" cy="1515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SzPts val="1500"/>
              <a:buFont typeface="Arial"/>
              <a:buNone/>
              <a:defRPr sz="1200"/>
            </a:lvl1pPr>
            <a:lvl2pPr marL="914400" lvl="1" indent="-393700" algn="l">
              <a:lnSpc>
                <a:spcPct val="114000"/>
              </a:lnSpc>
              <a:spcBef>
                <a:spcPts val="0"/>
              </a:spcBef>
              <a:spcAft>
                <a:spcPts val="0"/>
              </a:spcAft>
              <a:buSzPts val="2600"/>
              <a:buChar char="•"/>
              <a:defRPr sz="1200"/>
            </a:lvl2pPr>
            <a:lvl3pPr marL="1371600" lvl="2" indent="-374650" algn="l">
              <a:lnSpc>
                <a:spcPct val="114000"/>
              </a:lnSpc>
              <a:spcBef>
                <a:spcPts val="0"/>
              </a:spcBef>
              <a:spcAft>
                <a:spcPts val="0"/>
              </a:spcAft>
              <a:buSzPts val="2300"/>
              <a:buChar char="o"/>
              <a:defRPr sz="1200"/>
            </a:lvl3pPr>
            <a:lvl4pPr marL="1828800" lvl="3" indent="-317500" algn="l">
              <a:lnSpc>
                <a:spcPct val="114000"/>
              </a:lnSpc>
              <a:spcBef>
                <a:spcPts val="0"/>
              </a:spcBef>
              <a:spcAft>
                <a:spcPts val="0"/>
              </a:spcAft>
              <a:buSzPts val="1400"/>
              <a:buChar char="⦿"/>
              <a:defRPr sz="1200"/>
            </a:lvl4pPr>
            <a:lvl5pPr marL="2286000" lvl="4" indent="-393700" algn="l">
              <a:lnSpc>
                <a:spcPct val="114000"/>
              </a:lnSpc>
              <a:spcBef>
                <a:spcPts val="0"/>
              </a:spcBef>
              <a:spcAft>
                <a:spcPts val="0"/>
              </a:spcAft>
              <a:buSzPts val="2600"/>
              <a:buChar char="•"/>
              <a:defRPr sz="1200"/>
            </a:lvl5pPr>
            <a:lvl6pPr marL="2743200" lvl="5" indent="-323850" algn="l">
              <a:lnSpc>
                <a:spcPct val="90000"/>
              </a:lnSpc>
              <a:spcBef>
                <a:spcPts val="300"/>
              </a:spcBef>
              <a:spcAft>
                <a:spcPts val="0"/>
              </a:spcAft>
              <a:buSzPts val="1500"/>
              <a:buChar char="•"/>
              <a:defRPr/>
            </a:lvl6pPr>
            <a:lvl7pPr marL="3200400" lvl="6" indent="-323850" algn="l">
              <a:lnSpc>
                <a:spcPct val="90000"/>
              </a:lnSpc>
              <a:spcBef>
                <a:spcPts val="300"/>
              </a:spcBef>
              <a:spcAft>
                <a:spcPts val="0"/>
              </a:spcAft>
              <a:buSzPts val="1500"/>
              <a:buChar char="•"/>
              <a:defRPr/>
            </a:lvl7pPr>
            <a:lvl8pPr marL="3657600" lvl="7" indent="-323850" algn="l">
              <a:lnSpc>
                <a:spcPct val="90000"/>
              </a:lnSpc>
              <a:spcBef>
                <a:spcPts val="300"/>
              </a:spcBef>
              <a:spcAft>
                <a:spcPts val="0"/>
              </a:spcAft>
              <a:buSzPts val="1500"/>
              <a:buChar char="•"/>
              <a:defRPr/>
            </a:lvl8pPr>
            <a:lvl9pPr marL="4114800" lvl="8" indent="-323850" algn="l">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ection 01 (yellow) layout blank">
  <p:cSld name="Section 01 (yellow) layout blank">
    <p:spTree>
      <p:nvGrpSpPr>
        <p:cNvPr id="1" name="Shape 657"/>
        <p:cNvGrpSpPr/>
        <p:nvPr/>
      </p:nvGrpSpPr>
      <p:grpSpPr>
        <a:xfrm>
          <a:off x="0" y="0"/>
          <a:ext cx="0" cy="0"/>
          <a:chOff x="0" y="0"/>
          <a:chExt cx="0" cy="0"/>
        </a:xfrm>
      </p:grpSpPr>
      <p:sp>
        <p:nvSpPr>
          <p:cNvPr id="658" name="Google Shape;658;p109"/>
          <p:cNvSpPr txBox="1">
            <a:spLocks noGrp="1"/>
          </p:cNvSpPr>
          <p:nvPr>
            <p:ph type="body" idx="1"/>
          </p:nvPr>
        </p:nvSpPr>
        <p:spPr>
          <a:xfrm>
            <a:off x="339880" y="956930"/>
            <a:ext cx="8460300" cy="3434100"/>
          </a:xfrm>
          <a:prstGeom prst="rect">
            <a:avLst/>
          </a:prstGeom>
          <a:noFill/>
          <a:ln>
            <a:noFill/>
          </a:ln>
        </p:spPr>
        <p:txBody>
          <a:bodyPr spcFirstLastPara="1" wrap="square" lIns="0" tIns="0" rIns="0" bIns="0" anchor="t" anchorCtr="0">
            <a:noAutofit/>
          </a:bodyPr>
          <a:lstStyle>
            <a:lvl1pPr marL="457200" marR="0" lvl="0" indent="-279400" algn="l">
              <a:lnSpc>
                <a:spcPct val="114000"/>
              </a:lnSpc>
              <a:spcBef>
                <a:spcPts val="0"/>
              </a:spcBef>
              <a:spcAft>
                <a:spcPts val="0"/>
              </a:spcAft>
              <a:buClr>
                <a:schemeClr val="dk1"/>
              </a:buClr>
              <a:buSzPts val="800"/>
              <a:buFont typeface="Noto Sans"/>
              <a:buChar char="⦿"/>
              <a:defRPr sz="1700" b="0" i="0" u="none" strike="noStrike" cap="none">
                <a:solidFill>
                  <a:schemeClr val="dk1"/>
                </a:solidFill>
                <a:latin typeface="Arial"/>
                <a:ea typeface="Arial"/>
                <a:cs typeface="Arial"/>
                <a:sym typeface="Arial"/>
              </a:defRPr>
            </a:lvl1pPr>
            <a:lvl2pPr marL="914400" marR="0" lvl="1" indent="-311150" algn="l">
              <a:lnSpc>
                <a:spcPct val="114000"/>
              </a:lnSpc>
              <a:spcBef>
                <a:spcPts val="0"/>
              </a:spcBef>
              <a:spcAft>
                <a:spcPts val="0"/>
              </a:spcAft>
              <a:buClr>
                <a:schemeClr val="dk1"/>
              </a:buClr>
              <a:buSzPts val="1300"/>
              <a:buFont typeface="Arial"/>
              <a:buChar char="•"/>
              <a:defRPr sz="1500" b="0" i="0" u="none" strike="noStrike" cap="none">
                <a:solidFill>
                  <a:schemeClr val="dk1"/>
                </a:solidFill>
                <a:latin typeface="Arial"/>
                <a:ea typeface="Arial"/>
                <a:cs typeface="Arial"/>
                <a:sym typeface="Arial"/>
              </a:defRPr>
            </a:lvl2pPr>
            <a:lvl3pPr marL="1371600" marR="0" lvl="2" indent="-298450" algn="l">
              <a:lnSpc>
                <a:spcPct val="114000"/>
              </a:lnSpc>
              <a:spcBef>
                <a:spcPts val="0"/>
              </a:spcBef>
              <a:spcAft>
                <a:spcPts val="0"/>
              </a:spcAft>
              <a:buClr>
                <a:schemeClr val="dk1"/>
              </a:buClr>
              <a:buSzPts val="1100"/>
              <a:buFont typeface="Courier New"/>
              <a:buChar char="o"/>
              <a:defRPr sz="1500" b="0" i="0" u="none" strike="noStrike" cap="none">
                <a:solidFill>
                  <a:schemeClr val="dk1"/>
                </a:solidFill>
                <a:latin typeface="Arial"/>
                <a:ea typeface="Arial"/>
                <a:cs typeface="Arial"/>
                <a:sym typeface="Arial"/>
              </a:defRPr>
            </a:lvl3pPr>
            <a:lvl4pPr marL="1828800" marR="0" lvl="3" indent="-273050" algn="l">
              <a:lnSpc>
                <a:spcPct val="114000"/>
              </a:lnSpc>
              <a:spcBef>
                <a:spcPts val="0"/>
              </a:spcBef>
              <a:spcAft>
                <a:spcPts val="0"/>
              </a:spcAft>
              <a:buClr>
                <a:schemeClr val="dk1"/>
              </a:buClr>
              <a:buSzPts val="700"/>
              <a:buFont typeface="Noto Sans"/>
              <a:buChar char="⦿"/>
              <a:defRPr sz="1500" b="0" i="0" u="none" strike="noStrike" cap="none">
                <a:solidFill>
                  <a:schemeClr val="dk1"/>
                </a:solidFill>
                <a:latin typeface="Arial"/>
                <a:ea typeface="Arial"/>
                <a:cs typeface="Arial"/>
                <a:sym typeface="Arial"/>
              </a:defRPr>
            </a:lvl4pPr>
            <a:lvl5pPr marL="2286000" marR="0" lvl="4" indent="-311150" algn="l">
              <a:lnSpc>
                <a:spcPct val="114000"/>
              </a:lnSpc>
              <a:spcBef>
                <a:spcPts val="0"/>
              </a:spcBef>
              <a:spcAft>
                <a:spcPts val="0"/>
              </a:spcAft>
              <a:buClr>
                <a:schemeClr val="dk1"/>
              </a:buClr>
              <a:buSzPts val="1300"/>
              <a:buFont typeface="Arial"/>
              <a:buChar char="•"/>
              <a:defRPr sz="1500" b="0" i="0" u="none" strike="noStrike" cap="none">
                <a:solidFill>
                  <a:schemeClr val="dk1"/>
                </a:solidFill>
                <a:latin typeface="Arial"/>
                <a:ea typeface="Arial"/>
                <a:cs typeface="Arial"/>
                <a:sym typeface="Arial"/>
              </a:defRPr>
            </a:lvl5pPr>
            <a:lvl6pPr marL="2743200" marR="0" lvl="5" indent="-279400" algn="l">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6pPr>
            <a:lvl7pPr marL="3200400" marR="0" lvl="6" indent="-279400" algn="l">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7pPr>
            <a:lvl8pPr marL="3657600" marR="0" lvl="7" indent="-279400" algn="l">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8pPr>
            <a:lvl9pPr marL="4114800" marR="0" lvl="8" indent="-279400" algn="l">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659" name="Google Shape;659;p109"/>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800"/>
              <a:buNone/>
              <a:defRPr sz="1400"/>
            </a:lvl2pPr>
            <a:lvl3pPr lvl="2" algn="l">
              <a:lnSpc>
                <a:spcPct val="100000"/>
              </a:lnSpc>
              <a:spcBef>
                <a:spcPts val="0"/>
              </a:spcBef>
              <a:spcAft>
                <a:spcPts val="0"/>
              </a:spcAft>
              <a:buSzPts val="800"/>
              <a:buNone/>
              <a:defRPr sz="1400"/>
            </a:lvl3pPr>
            <a:lvl4pPr lvl="3" algn="l">
              <a:lnSpc>
                <a:spcPct val="100000"/>
              </a:lnSpc>
              <a:spcBef>
                <a:spcPts val="0"/>
              </a:spcBef>
              <a:spcAft>
                <a:spcPts val="0"/>
              </a:spcAft>
              <a:buSzPts val="800"/>
              <a:buNone/>
              <a:defRPr sz="1400"/>
            </a:lvl4pPr>
            <a:lvl5pPr lvl="4" algn="l">
              <a:lnSpc>
                <a:spcPct val="100000"/>
              </a:lnSpc>
              <a:spcBef>
                <a:spcPts val="0"/>
              </a:spcBef>
              <a:spcAft>
                <a:spcPts val="0"/>
              </a:spcAft>
              <a:buSzPts val="800"/>
              <a:buNone/>
              <a:defRPr sz="1400"/>
            </a:lvl5pPr>
            <a:lvl6pPr lvl="5" algn="l">
              <a:lnSpc>
                <a:spcPct val="100000"/>
              </a:lnSpc>
              <a:spcBef>
                <a:spcPts val="0"/>
              </a:spcBef>
              <a:spcAft>
                <a:spcPts val="0"/>
              </a:spcAft>
              <a:buSzPts val="800"/>
              <a:buNone/>
              <a:defRPr sz="1400"/>
            </a:lvl6pPr>
            <a:lvl7pPr lvl="6" algn="l">
              <a:lnSpc>
                <a:spcPct val="100000"/>
              </a:lnSpc>
              <a:spcBef>
                <a:spcPts val="0"/>
              </a:spcBef>
              <a:spcAft>
                <a:spcPts val="0"/>
              </a:spcAft>
              <a:buSzPts val="800"/>
              <a:buNone/>
              <a:defRPr sz="1400"/>
            </a:lvl7pPr>
            <a:lvl8pPr lvl="7" algn="l">
              <a:lnSpc>
                <a:spcPct val="100000"/>
              </a:lnSpc>
              <a:spcBef>
                <a:spcPts val="0"/>
              </a:spcBef>
              <a:spcAft>
                <a:spcPts val="0"/>
              </a:spcAft>
              <a:buSzPts val="800"/>
              <a:buNone/>
              <a:defRPr sz="1400"/>
            </a:lvl8pPr>
            <a:lvl9pPr lvl="8" algn="l">
              <a:lnSpc>
                <a:spcPct val="100000"/>
              </a:lnSpc>
              <a:spcBef>
                <a:spcPts val="0"/>
              </a:spcBef>
              <a:spcAft>
                <a:spcPts val="0"/>
              </a:spcAft>
              <a:buSzPts val="800"/>
              <a:buNone/>
              <a:defRPr sz="1400"/>
            </a:lvl9pPr>
          </a:lstStyle>
          <a:p>
            <a:endParaRPr/>
          </a:p>
        </p:txBody>
      </p:sp>
      <p:sp>
        <p:nvSpPr>
          <p:cNvPr id="660" name="Google Shape;660;p109"/>
          <p:cNvSpPr/>
          <p:nvPr/>
        </p:nvSpPr>
        <p:spPr>
          <a:xfrm>
            <a:off x="8660527" y="4704908"/>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661" name="Google Shape;661;p109"/>
          <p:cNvSpPr txBox="1"/>
          <p:nvPr/>
        </p:nvSpPr>
        <p:spPr>
          <a:xfrm>
            <a:off x="7149789" y="4704908"/>
            <a:ext cx="17964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62"/>
        <p:cNvGrpSpPr/>
        <p:nvPr/>
      </p:nvGrpSpPr>
      <p:grpSpPr>
        <a:xfrm>
          <a:off x="0" y="0"/>
          <a:ext cx="0" cy="0"/>
          <a:chOff x="0" y="0"/>
          <a:chExt cx="0" cy="0"/>
        </a:xfrm>
      </p:grpSpPr>
      <p:sp>
        <p:nvSpPr>
          <p:cNvPr id="663" name="Google Shape;663;p110"/>
          <p:cNvSpPr txBox="1">
            <a:spLocks noGrp="1"/>
          </p:cNvSpPr>
          <p:nvPr>
            <p:ph type="title"/>
          </p:nvPr>
        </p:nvSpPr>
        <p:spPr>
          <a:xfrm>
            <a:off x="349404" y="285655"/>
            <a:ext cx="8447100" cy="415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700"/>
              <a:buNone/>
              <a:defRPr sz="1800" b="1" i="0">
                <a:solidFill>
                  <a:schemeClr val="lt1"/>
                </a:solidFill>
                <a:latin typeface="Open Sans"/>
                <a:ea typeface="Open Sans"/>
                <a:cs typeface="Open Sans"/>
                <a:sym typeface="Open Sans"/>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64" name="Google Shape;664;p110"/>
          <p:cNvSpPr txBox="1">
            <a:spLocks noGrp="1"/>
          </p:cNvSpPr>
          <p:nvPr>
            <p:ph type="body" idx="1"/>
          </p:nvPr>
        </p:nvSpPr>
        <p:spPr>
          <a:xfrm>
            <a:off x="457200" y="1183005"/>
            <a:ext cx="3977700" cy="434100"/>
          </a:xfrm>
          <a:prstGeom prst="rect">
            <a:avLst/>
          </a:prstGeom>
          <a:noFill/>
          <a:ln>
            <a:noFill/>
          </a:ln>
        </p:spPr>
        <p:txBody>
          <a:bodyPr spcFirstLastPara="1" wrap="square" lIns="0" tIns="0" rIns="0" bIns="0" anchor="t" anchorCtr="0">
            <a:spAutoFit/>
          </a:bodyPr>
          <a:lstStyle>
            <a:lvl1pPr marL="457200" lvl="0" indent="-323850" algn="l">
              <a:lnSpc>
                <a:spcPct val="114000"/>
              </a:lnSpc>
              <a:spcBef>
                <a:spcPts val="0"/>
              </a:spcBef>
              <a:spcAft>
                <a:spcPts val="0"/>
              </a:spcAft>
              <a:buSzPts val="1500"/>
              <a:buChar char="⦿"/>
              <a:defRPr/>
            </a:lvl1pPr>
            <a:lvl2pPr marL="914400" lvl="1" indent="-393700" algn="l">
              <a:lnSpc>
                <a:spcPct val="114000"/>
              </a:lnSpc>
              <a:spcBef>
                <a:spcPts val="0"/>
              </a:spcBef>
              <a:spcAft>
                <a:spcPts val="0"/>
              </a:spcAft>
              <a:buSzPts val="2600"/>
              <a:buChar char="•"/>
              <a:defRPr/>
            </a:lvl2pPr>
            <a:lvl3pPr marL="1371600" lvl="2" indent="-374650" algn="l">
              <a:lnSpc>
                <a:spcPct val="114000"/>
              </a:lnSpc>
              <a:spcBef>
                <a:spcPts val="0"/>
              </a:spcBef>
              <a:spcAft>
                <a:spcPts val="0"/>
              </a:spcAft>
              <a:buSzPts val="2300"/>
              <a:buChar char="o"/>
              <a:defRPr/>
            </a:lvl3pPr>
            <a:lvl4pPr marL="1828800" lvl="3" indent="-317500" algn="l">
              <a:lnSpc>
                <a:spcPct val="114000"/>
              </a:lnSpc>
              <a:spcBef>
                <a:spcPts val="0"/>
              </a:spcBef>
              <a:spcAft>
                <a:spcPts val="0"/>
              </a:spcAft>
              <a:buSzPts val="1400"/>
              <a:buChar char="⦿"/>
              <a:defRPr/>
            </a:lvl4pPr>
            <a:lvl5pPr marL="2286000" lvl="4" indent="-393700" algn="l">
              <a:lnSpc>
                <a:spcPct val="114000"/>
              </a:lnSpc>
              <a:spcBef>
                <a:spcPts val="0"/>
              </a:spcBef>
              <a:spcAft>
                <a:spcPts val="0"/>
              </a:spcAft>
              <a:buSzPts val="2600"/>
              <a:buChar char="•"/>
              <a:defRPr/>
            </a:lvl5pPr>
            <a:lvl6pPr marL="2743200" lvl="5" indent="-323850" algn="l">
              <a:lnSpc>
                <a:spcPct val="90000"/>
              </a:lnSpc>
              <a:spcBef>
                <a:spcPts val="500"/>
              </a:spcBef>
              <a:spcAft>
                <a:spcPts val="0"/>
              </a:spcAft>
              <a:buSzPts val="1500"/>
              <a:buChar char="•"/>
              <a:defRPr/>
            </a:lvl6pPr>
            <a:lvl7pPr marL="3200400" lvl="6" indent="-323850" algn="l">
              <a:lnSpc>
                <a:spcPct val="90000"/>
              </a:lnSpc>
              <a:spcBef>
                <a:spcPts val="500"/>
              </a:spcBef>
              <a:spcAft>
                <a:spcPts val="0"/>
              </a:spcAft>
              <a:buSzPts val="1500"/>
              <a:buChar char="•"/>
              <a:defRPr/>
            </a:lvl7pPr>
            <a:lvl8pPr marL="3657600" lvl="7" indent="-323850" algn="l">
              <a:lnSpc>
                <a:spcPct val="90000"/>
              </a:lnSpc>
              <a:spcBef>
                <a:spcPts val="500"/>
              </a:spcBef>
              <a:spcAft>
                <a:spcPts val="0"/>
              </a:spcAft>
              <a:buSzPts val="1500"/>
              <a:buChar char="•"/>
              <a:defRPr/>
            </a:lvl8pPr>
            <a:lvl9pPr marL="4114800" lvl="8" indent="-323850" algn="l">
              <a:lnSpc>
                <a:spcPct val="90000"/>
              </a:lnSpc>
              <a:spcBef>
                <a:spcPts val="500"/>
              </a:spcBef>
              <a:spcAft>
                <a:spcPts val="0"/>
              </a:spcAft>
              <a:buSzPts val="1500"/>
              <a:buChar char="•"/>
              <a:defRPr/>
            </a:lvl9pPr>
          </a:lstStyle>
          <a:p>
            <a:endParaRPr/>
          </a:p>
        </p:txBody>
      </p:sp>
      <p:sp>
        <p:nvSpPr>
          <p:cNvPr id="665" name="Google Shape;665;p110"/>
          <p:cNvSpPr txBox="1">
            <a:spLocks noGrp="1"/>
          </p:cNvSpPr>
          <p:nvPr>
            <p:ph type="body" idx="2"/>
          </p:nvPr>
        </p:nvSpPr>
        <p:spPr>
          <a:xfrm>
            <a:off x="4709160" y="1183005"/>
            <a:ext cx="3977700" cy="434100"/>
          </a:xfrm>
          <a:prstGeom prst="rect">
            <a:avLst/>
          </a:prstGeom>
          <a:noFill/>
          <a:ln>
            <a:noFill/>
          </a:ln>
        </p:spPr>
        <p:txBody>
          <a:bodyPr spcFirstLastPara="1" wrap="square" lIns="0" tIns="0" rIns="0" bIns="0" anchor="t" anchorCtr="0">
            <a:spAutoFit/>
          </a:bodyPr>
          <a:lstStyle>
            <a:lvl1pPr marL="457200" lvl="0" indent="-323850" algn="l">
              <a:lnSpc>
                <a:spcPct val="114000"/>
              </a:lnSpc>
              <a:spcBef>
                <a:spcPts val="0"/>
              </a:spcBef>
              <a:spcAft>
                <a:spcPts val="0"/>
              </a:spcAft>
              <a:buSzPts val="1500"/>
              <a:buChar char="⦿"/>
              <a:defRPr/>
            </a:lvl1pPr>
            <a:lvl2pPr marL="914400" lvl="1" indent="-393700" algn="l">
              <a:lnSpc>
                <a:spcPct val="114000"/>
              </a:lnSpc>
              <a:spcBef>
                <a:spcPts val="0"/>
              </a:spcBef>
              <a:spcAft>
                <a:spcPts val="0"/>
              </a:spcAft>
              <a:buSzPts val="2600"/>
              <a:buChar char="•"/>
              <a:defRPr/>
            </a:lvl2pPr>
            <a:lvl3pPr marL="1371600" lvl="2" indent="-374650" algn="l">
              <a:lnSpc>
                <a:spcPct val="114000"/>
              </a:lnSpc>
              <a:spcBef>
                <a:spcPts val="0"/>
              </a:spcBef>
              <a:spcAft>
                <a:spcPts val="0"/>
              </a:spcAft>
              <a:buSzPts val="2300"/>
              <a:buChar char="o"/>
              <a:defRPr/>
            </a:lvl3pPr>
            <a:lvl4pPr marL="1828800" lvl="3" indent="-317500" algn="l">
              <a:lnSpc>
                <a:spcPct val="114000"/>
              </a:lnSpc>
              <a:spcBef>
                <a:spcPts val="0"/>
              </a:spcBef>
              <a:spcAft>
                <a:spcPts val="0"/>
              </a:spcAft>
              <a:buSzPts val="1400"/>
              <a:buChar char="⦿"/>
              <a:defRPr/>
            </a:lvl4pPr>
            <a:lvl5pPr marL="2286000" lvl="4" indent="-393700" algn="l">
              <a:lnSpc>
                <a:spcPct val="114000"/>
              </a:lnSpc>
              <a:spcBef>
                <a:spcPts val="0"/>
              </a:spcBef>
              <a:spcAft>
                <a:spcPts val="0"/>
              </a:spcAft>
              <a:buSzPts val="2600"/>
              <a:buChar char="•"/>
              <a:defRPr/>
            </a:lvl5pPr>
            <a:lvl6pPr marL="2743200" lvl="5" indent="-323850" algn="l">
              <a:lnSpc>
                <a:spcPct val="90000"/>
              </a:lnSpc>
              <a:spcBef>
                <a:spcPts val="500"/>
              </a:spcBef>
              <a:spcAft>
                <a:spcPts val="0"/>
              </a:spcAft>
              <a:buSzPts val="1500"/>
              <a:buChar char="•"/>
              <a:defRPr/>
            </a:lvl6pPr>
            <a:lvl7pPr marL="3200400" lvl="6" indent="-323850" algn="l">
              <a:lnSpc>
                <a:spcPct val="90000"/>
              </a:lnSpc>
              <a:spcBef>
                <a:spcPts val="500"/>
              </a:spcBef>
              <a:spcAft>
                <a:spcPts val="0"/>
              </a:spcAft>
              <a:buSzPts val="1500"/>
              <a:buChar char="•"/>
              <a:defRPr/>
            </a:lvl7pPr>
            <a:lvl8pPr marL="3657600" lvl="7" indent="-323850" algn="l">
              <a:lnSpc>
                <a:spcPct val="90000"/>
              </a:lnSpc>
              <a:spcBef>
                <a:spcPts val="500"/>
              </a:spcBef>
              <a:spcAft>
                <a:spcPts val="0"/>
              </a:spcAft>
              <a:buSzPts val="1500"/>
              <a:buChar char="•"/>
              <a:defRPr/>
            </a:lvl8pPr>
            <a:lvl9pPr marL="4114800" lvl="8" indent="-323850" algn="l">
              <a:lnSpc>
                <a:spcPct val="90000"/>
              </a:lnSpc>
              <a:spcBef>
                <a:spcPts val="500"/>
              </a:spcBef>
              <a:spcAft>
                <a:spcPts val="0"/>
              </a:spcAft>
              <a:buSzPts val="1500"/>
              <a:buChar char="•"/>
              <a:defRPr/>
            </a:lvl9pPr>
          </a:lstStyle>
          <a:p>
            <a:endParaRPr/>
          </a:p>
        </p:txBody>
      </p:sp>
      <p:sp>
        <p:nvSpPr>
          <p:cNvPr id="666" name="Google Shape;666;p110"/>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800"/>
              <a:buFont typeface="Arial"/>
              <a:buNone/>
              <a:defRPr sz="1400" b="0" i="0" u="none" strike="noStrike" cap="none">
                <a:solidFill>
                  <a:srgbClr val="8B8A9C"/>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9pPr>
          </a:lstStyle>
          <a:p>
            <a:endParaRPr/>
          </a:p>
        </p:txBody>
      </p:sp>
      <p:sp>
        <p:nvSpPr>
          <p:cNvPr id="667" name="Google Shape;667;p110"/>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800"/>
              <a:buFont typeface="Arial"/>
              <a:buNone/>
              <a:defRPr sz="1400" b="0" i="0" u="none" strike="noStrike" cap="none">
                <a:solidFill>
                  <a:srgbClr val="8B8A9C"/>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9pPr>
          </a:lstStyle>
          <a:p>
            <a:endParaRPr/>
          </a:p>
        </p:txBody>
      </p:sp>
      <p:sp>
        <p:nvSpPr>
          <p:cNvPr id="668" name="Google Shape;668;p110"/>
          <p:cNvSpPr txBox="1">
            <a:spLocks noGrp="1"/>
          </p:cNvSpPr>
          <p:nvPr>
            <p:ph type="sldNum" idx="12"/>
          </p:nvPr>
        </p:nvSpPr>
        <p:spPr>
          <a:xfrm>
            <a:off x="6738656" y="4630341"/>
            <a:ext cx="2057700" cy="273900"/>
          </a:xfrm>
          <a:prstGeom prst="rect">
            <a:avLst/>
          </a:prstGeom>
          <a:noFill/>
          <a:ln>
            <a:noFill/>
          </a:ln>
        </p:spPr>
        <p:txBody>
          <a:bodyPr spcFirstLastPara="1" wrap="square" lIns="0" tIns="0" rIns="0" bIns="0" anchor="ctr" anchorCtr="0">
            <a:noAutofit/>
          </a:bodyPr>
          <a:lstStyle>
            <a:lvl1pPr marL="25400" marR="0" lvl="0"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1pPr>
            <a:lvl2pPr marL="25400" marR="0" lvl="1"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2pPr>
            <a:lvl3pPr marL="25400" marR="0" lvl="2"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3pPr>
            <a:lvl4pPr marL="25400" marR="0" lvl="3"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4pPr>
            <a:lvl5pPr marL="25400" marR="0" lvl="4"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5pPr>
            <a:lvl6pPr marL="25400" marR="0" lvl="5"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6pPr>
            <a:lvl7pPr marL="25400" marR="0" lvl="6"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7pPr>
            <a:lvl8pPr marL="25400" marR="0" lvl="7"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8pPr>
            <a:lvl9pPr marL="25400" marR="0" lvl="8" indent="0" algn="r">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9pPr>
          </a:lstStyle>
          <a:p>
            <a:pPr marL="25400" lvl="0" indent="0" algn="r" rtl="0">
              <a:spcBef>
                <a:spcPts val="10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9"/>
        <p:cNvGrpSpPr/>
        <p:nvPr/>
      </p:nvGrpSpPr>
      <p:grpSpPr>
        <a:xfrm>
          <a:off x="0" y="0"/>
          <a:ext cx="0" cy="0"/>
          <a:chOff x="0" y="0"/>
          <a:chExt cx="0" cy="0"/>
        </a:xfrm>
      </p:grpSpPr>
      <p:sp>
        <p:nvSpPr>
          <p:cNvPr id="670" name="Google Shape;670;p111"/>
          <p:cNvSpPr txBox="1">
            <a:spLocks noGrp="1"/>
          </p:cNvSpPr>
          <p:nvPr>
            <p:ph type="ctrTitle"/>
          </p:nvPr>
        </p:nvSpPr>
        <p:spPr>
          <a:xfrm>
            <a:off x="311708" y="744575"/>
            <a:ext cx="8520600" cy="20526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71" name="Google Shape;671;p111"/>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672" name="Google Shape;672;p111"/>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3"/>
        <p:cNvGrpSpPr/>
        <p:nvPr/>
      </p:nvGrpSpPr>
      <p:grpSpPr>
        <a:xfrm>
          <a:off x="0" y="0"/>
          <a:ext cx="0" cy="0"/>
          <a:chOff x="0" y="0"/>
          <a:chExt cx="0" cy="0"/>
        </a:xfrm>
      </p:grpSpPr>
      <p:sp>
        <p:nvSpPr>
          <p:cNvPr id="674" name="Google Shape;674;p112"/>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75" name="Google Shape;675;p112"/>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23850" algn="l">
              <a:lnSpc>
                <a:spcPct val="114000"/>
              </a:lnSpc>
              <a:spcBef>
                <a:spcPts val="0"/>
              </a:spcBef>
              <a:spcAft>
                <a:spcPts val="0"/>
              </a:spcAft>
              <a:buSzPts val="1500"/>
              <a:buChar char="⦿"/>
              <a:defRPr/>
            </a:lvl1pPr>
            <a:lvl2pPr marL="914400" lvl="1" indent="-393700" algn="l">
              <a:lnSpc>
                <a:spcPct val="114000"/>
              </a:lnSpc>
              <a:spcBef>
                <a:spcPts val="0"/>
              </a:spcBef>
              <a:spcAft>
                <a:spcPts val="0"/>
              </a:spcAft>
              <a:buSzPts val="2600"/>
              <a:buChar char="•"/>
              <a:defRPr/>
            </a:lvl2pPr>
            <a:lvl3pPr marL="1371600" lvl="2" indent="-374650" algn="l">
              <a:lnSpc>
                <a:spcPct val="114000"/>
              </a:lnSpc>
              <a:spcBef>
                <a:spcPts val="0"/>
              </a:spcBef>
              <a:spcAft>
                <a:spcPts val="0"/>
              </a:spcAft>
              <a:buSzPts val="2300"/>
              <a:buChar char="o"/>
              <a:defRPr/>
            </a:lvl3pPr>
            <a:lvl4pPr marL="1828800" lvl="3" indent="-317500" algn="l">
              <a:lnSpc>
                <a:spcPct val="114000"/>
              </a:lnSpc>
              <a:spcBef>
                <a:spcPts val="0"/>
              </a:spcBef>
              <a:spcAft>
                <a:spcPts val="0"/>
              </a:spcAft>
              <a:buSzPts val="1400"/>
              <a:buChar char="⦿"/>
              <a:defRPr/>
            </a:lvl4pPr>
            <a:lvl5pPr marL="2286000" lvl="4" indent="-393700" algn="l">
              <a:lnSpc>
                <a:spcPct val="114000"/>
              </a:lnSpc>
              <a:spcBef>
                <a:spcPts val="0"/>
              </a:spcBef>
              <a:spcAft>
                <a:spcPts val="0"/>
              </a:spcAft>
              <a:buSzPts val="2600"/>
              <a:buChar char="•"/>
              <a:defRPr/>
            </a:lvl5pPr>
            <a:lvl6pPr marL="2743200" lvl="5" indent="-323850" algn="l">
              <a:lnSpc>
                <a:spcPct val="90000"/>
              </a:lnSpc>
              <a:spcBef>
                <a:spcPts val="400"/>
              </a:spcBef>
              <a:spcAft>
                <a:spcPts val="0"/>
              </a:spcAft>
              <a:buSzPts val="1500"/>
              <a:buChar char="•"/>
              <a:defRPr/>
            </a:lvl6pPr>
            <a:lvl7pPr marL="3200400" lvl="6" indent="-323850" algn="l">
              <a:lnSpc>
                <a:spcPct val="90000"/>
              </a:lnSpc>
              <a:spcBef>
                <a:spcPts val="400"/>
              </a:spcBef>
              <a:spcAft>
                <a:spcPts val="0"/>
              </a:spcAft>
              <a:buSzPts val="1500"/>
              <a:buChar char="•"/>
              <a:defRPr/>
            </a:lvl7pPr>
            <a:lvl8pPr marL="3657600" lvl="7" indent="-323850" algn="l">
              <a:lnSpc>
                <a:spcPct val="90000"/>
              </a:lnSpc>
              <a:spcBef>
                <a:spcPts val="400"/>
              </a:spcBef>
              <a:spcAft>
                <a:spcPts val="0"/>
              </a:spcAft>
              <a:buSzPts val="1500"/>
              <a:buChar char="•"/>
              <a:defRPr/>
            </a:lvl8pPr>
            <a:lvl9pPr marL="4114800" lvl="8" indent="-323850" algn="l">
              <a:lnSpc>
                <a:spcPct val="90000"/>
              </a:lnSpc>
              <a:spcBef>
                <a:spcPts val="400"/>
              </a:spcBef>
              <a:spcAft>
                <a:spcPts val="0"/>
              </a:spcAft>
              <a:buSzPts val="1500"/>
              <a:buChar char="•"/>
              <a:defRPr/>
            </a:lvl9pPr>
          </a:lstStyle>
          <a:p>
            <a:endParaRPr/>
          </a:p>
        </p:txBody>
      </p:sp>
      <p:sp>
        <p:nvSpPr>
          <p:cNvPr id="676" name="Google Shape;676;p112"/>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6_Section 05 (ice blue)_layout 02">
  <p:cSld name="6_Section 05 (ice blue)_layout 02">
    <p:bg>
      <p:bgPr>
        <a:solidFill>
          <a:srgbClr val="5EAEE0"/>
        </a:solidFill>
        <a:effectLst/>
      </p:bgPr>
    </p:bg>
    <p:spTree>
      <p:nvGrpSpPr>
        <p:cNvPr id="1" name="Shape 677"/>
        <p:cNvGrpSpPr/>
        <p:nvPr/>
      </p:nvGrpSpPr>
      <p:grpSpPr>
        <a:xfrm>
          <a:off x="0" y="0"/>
          <a:ext cx="0" cy="0"/>
          <a:chOff x="0" y="0"/>
          <a:chExt cx="0" cy="0"/>
        </a:xfrm>
      </p:grpSpPr>
      <p:sp>
        <p:nvSpPr>
          <p:cNvPr id="678" name="Google Shape;678;p113"/>
          <p:cNvSpPr/>
          <p:nvPr/>
        </p:nvSpPr>
        <p:spPr>
          <a:xfrm>
            <a:off x="0" y="326173"/>
            <a:ext cx="9152400" cy="4817400"/>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679" name="Google Shape;679;p113"/>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680" name="Google Shape;680;p113"/>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81" name="Google Shape;681;p113"/>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682" name="Google Shape;682;p113"/>
          <p:cNvSpPr/>
          <p:nvPr/>
        </p:nvSpPr>
        <p:spPr>
          <a:xfrm>
            <a:off x="8660526" y="4704907"/>
            <a:ext cx="491700" cy="191400"/>
          </a:xfrm>
          <a:prstGeom prst="rect">
            <a:avLst/>
          </a:prstGeom>
          <a:solidFill>
            <a:srgbClr val="ECF7F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683" name="Google Shape;683;p113"/>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684" name="Google Shape;684;p113"/>
          <p:cNvSpPr txBox="1">
            <a:spLocks noGrp="1"/>
          </p:cNvSpPr>
          <p:nvPr>
            <p:ph type="body" idx="1"/>
          </p:nvPr>
        </p:nvSpPr>
        <p:spPr>
          <a:xfrm>
            <a:off x="353196" y="1194158"/>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685"/>
        <p:cNvGrpSpPr/>
        <p:nvPr/>
      </p:nvGrpSpPr>
      <p:grpSpPr>
        <a:xfrm>
          <a:off x="0" y="0"/>
          <a:ext cx="0" cy="0"/>
          <a:chOff x="0" y="0"/>
          <a:chExt cx="0" cy="0"/>
        </a:xfrm>
      </p:grpSpPr>
      <p:sp>
        <p:nvSpPr>
          <p:cNvPr id="686" name="Google Shape;686;p114"/>
          <p:cNvSpPr txBox="1">
            <a:spLocks noGrp="1"/>
          </p:cNvSpPr>
          <p:nvPr>
            <p:ph type="subTitle" idx="1"/>
          </p:nvPr>
        </p:nvSpPr>
        <p:spPr>
          <a:xfrm>
            <a:off x="820163" y="820215"/>
            <a:ext cx="7361400" cy="693600"/>
          </a:xfrm>
          <a:prstGeom prst="rect">
            <a:avLst/>
          </a:prstGeom>
          <a:noFill/>
          <a:ln>
            <a:noFill/>
          </a:ln>
        </p:spPr>
        <p:txBody>
          <a:bodyPr spcFirstLastPara="1" wrap="square" lIns="0" tIns="0" rIns="0" bIns="0" anchor="b" anchorCtr="0">
            <a:noAutofit/>
          </a:bodyPr>
          <a:lstStyle>
            <a:lvl1pPr lvl="0" algn="l" rtl="0">
              <a:lnSpc>
                <a:spcPct val="114000"/>
              </a:lnSpc>
              <a:spcBef>
                <a:spcPts val="0"/>
              </a:spcBef>
              <a:spcAft>
                <a:spcPts val="0"/>
              </a:spcAft>
              <a:buClr>
                <a:schemeClr val="lt1"/>
              </a:buClr>
              <a:buSzPts val="1700"/>
              <a:buFont typeface="Arial"/>
              <a:buNone/>
              <a:defRPr sz="2700">
                <a:solidFill>
                  <a:srgbClr val="262261"/>
                </a:solidFill>
              </a:defRPr>
            </a:lvl1pPr>
            <a:lvl2pPr lvl="1" algn="ctr" rtl="0">
              <a:lnSpc>
                <a:spcPct val="114000"/>
              </a:lnSpc>
              <a:spcBef>
                <a:spcPts val="0"/>
              </a:spcBef>
              <a:spcAft>
                <a:spcPts val="0"/>
              </a:spcAft>
              <a:buClr>
                <a:schemeClr val="lt1"/>
              </a:buClr>
              <a:buSzPts val="1300"/>
              <a:buNone/>
              <a:defRPr sz="1100"/>
            </a:lvl2pPr>
            <a:lvl3pPr lvl="2" algn="ctr" rtl="0">
              <a:lnSpc>
                <a:spcPct val="114000"/>
              </a:lnSpc>
              <a:spcBef>
                <a:spcPts val="0"/>
              </a:spcBef>
              <a:spcAft>
                <a:spcPts val="0"/>
              </a:spcAft>
              <a:buClr>
                <a:schemeClr val="lt1"/>
              </a:buClr>
              <a:buSzPts val="1000"/>
              <a:buNone/>
              <a:defRPr sz="1000"/>
            </a:lvl3pPr>
            <a:lvl4pPr lvl="3" algn="ctr" rtl="0">
              <a:lnSpc>
                <a:spcPct val="114000"/>
              </a:lnSpc>
              <a:spcBef>
                <a:spcPts val="0"/>
              </a:spcBef>
              <a:spcAft>
                <a:spcPts val="0"/>
              </a:spcAft>
              <a:buClr>
                <a:schemeClr val="lt1"/>
              </a:buClr>
              <a:buSzPts val="500"/>
              <a:buNone/>
              <a:defRPr sz="900"/>
            </a:lvl4pPr>
            <a:lvl5pPr lvl="4" algn="ctr" rtl="0">
              <a:lnSpc>
                <a:spcPct val="114000"/>
              </a:lnSpc>
              <a:spcBef>
                <a:spcPts val="0"/>
              </a:spcBef>
              <a:spcAft>
                <a:spcPts val="0"/>
              </a:spcAft>
              <a:buClr>
                <a:schemeClr val="lt1"/>
              </a:buClr>
              <a:buSzPts val="11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1_Section_01 (yellow) layout 02">
  <p:cSld name="1_Section_01 (yellow) layout 02">
    <p:bg>
      <p:bgPr>
        <a:solidFill>
          <a:schemeClr val="lt1"/>
        </a:solidFill>
        <a:effectLst/>
      </p:bgPr>
    </p:bg>
    <p:spTree>
      <p:nvGrpSpPr>
        <p:cNvPr id="1" name="Shape 687"/>
        <p:cNvGrpSpPr/>
        <p:nvPr/>
      </p:nvGrpSpPr>
      <p:grpSpPr>
        <a:xfrm>
          <a:off x="0" y="0"/>
          <a:ext cx="0" cy="0"/>
          <a:chOff x="0" y="0"/>
          <a:chExt cx="0" cy="0"/>
        </a:xfrm>
      </p:grpSpPr>
      <p:sp>
        <p:nvSpPr>
          <p:cNvPr id="688" name="Google Shape;688;p115"/>
          <p:cNvSpPr/>
          <p:nvPr/>
        </p:nvSpPr>
        <p:spPr>
          <a:xfrm>
            <a:off x="0" y="-335"/>
            <a:ext cx="9144000" cy="8700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689" name="Google Shape;689;p115"/>
          <p:cNvCxnSpPr/>
          <p:nvPr/>
        </p:nvCxnSpPr>
        <p:spPr>
          <a:xfrm>
            <a:off x="339879" y="571500"/>
            <a:ext cx="8457900" cy="0"/>
          </a:xfrm>
          <a:prstGeom prst="straightConnector1">
            <a:avLst/>
          </a:prstGeom>
          <a:noFill/>
          <a:ln w="9525" cap="flat" cmpd="sng">
            <a:solidFill>
              <a:schemeClr val="accent1"/>
            </a:solidFill>
            <a:prstDash val="solid"/>
            <a:miter lim="800000"/>
            <a:headEnd type="none" w="sm" len="sm"/>
            <a:tailEnd type="none" w="sm" len="sm"/>
          </a:ln>
        </p:spPr>
      </p:cxnSp>
      <p:sp>
        <p:nvSpPr>
          <p:cNvPr id="690" name="Google Shape;690;p115"/>
          <p:cNvSpPr txBox="1">
            <a:spLocks noGrp="1"/>
          </p:cNvSpPr>
          <p:nvPr>
            <p:ph type="title"/>
          </p:nvPr>
        </p:nvSpPr>
        <p:spPr>
          <a:xfrm>
            <a:off x="349404" y="151515"/>
            <a:ext cx="8447100" cy="5511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691" name="Google Shape;691;p115"/>
          <p:cNvSpPr/>
          <p:nvPr/>
        </p:nvSpPr>
        <p:spPr>
          <a:xfrm>
            <a:off x="8660526" y="4704907"/>
            <a:ext cx="491700" cy="191400"/>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692" name="Google Shape;692;p115"/>
          <p:cNvSpPr txBox="1"/>
          <p:nvPr/>
        </p:nvSpPr>
        <p:spPr>
          <a:xfrm>
            <a:off x="8729097" y="4704907"/>
            <a:ext cx="216900" cy="19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693" name="Google Shape;693;p115"/>
          <p:cNvSpPr txBox="1">
            <a:spLocks noGrp="1"/>
          </p:cNvSpPr>
          <p:nvPr>
            <p:ph type="body" idx="1"/>
          </p:nvPr>
        </p:nvSpPr>
        <p:spPr>
          <a:xfrm>
            <a:off x="353196" y="1194157"/>
            <a:ext cx="840690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000000"/>
              </a:buClr>
              <a:buSzPts val="1200"/>
              <a:buFont typeface="Arial"/>
              <a:buNone/>
              <a:defRPr sz="1200"/>
            </a:lvl1pPr>
            <a:lvl2pPr marL="914400" lvl="1" indent="-304800" algn="l" rtl="0">
              <a:lnSpc>
                <a:spcPct val="90000"/>
              </a:lnSpc>
              <a:spcBef>
                <a:spcPts val="200"/>
              </a:spcBef>
              <a:spcAft>
                <a:spcPts val="0"/>
              </a:spcAft>
              <a:buClr>
                <a:srgbClr val="000000"/>
              </a:buClr>
              <a:buSzPts val="1200"/>
              <a:buChar char="•"/>
              <a:defRPr sz="1200"/>
            </a:lvl2pPr>
            <a:lvl3pPr marL="1371600" lvl="2" indent="-304800" algn="l" rtl="0">
              <a:lnSpc>
                <a:spcPct val="90000"/>
              </a:lnSpc>
              <a:spcBef>
                <a:spcPts val="200"/>
              </a:spcBef>
              <a:spcAft>
                <a:spcPts val="0"/>
              </a:spcAft>
              <a:buClr>
                <a:srgbClr val="000000"/>
              </a:buClr>
              <a:buSzPts val="1200"/>
              <a:buChar char="•"/>
              <a:defRPr sz="1200"/>
            </a:lvl3pPr>
            <a:lvl4pPr marL="1828800" lvl="3" indent="-304800" algn="l" rtl="0">
              <a:lnSpc>
                <a:spcPct val="90000"/>
              </a:lnSpc>
              <a:spcBef>
                <a:spcPts val="200"/>
              </a:spcBef>
              <a:spcAft>
                <a:spcPts val="0"/>
              </a:spcAft>
              <a:buClr>
                <a:srgbClr val="000000"/>
              </a:buClr>
              <a:buSzPts val="1200"/>
              <a:buChar char="•"/>
              <a:defRPr sz="1200"/>
            </a:lvl4pPr>
            <a:lvl5pPr marL="2286000" lvl="4" indent="-304800" algn="l" rtl="0">
              <a:lnSpc>
                <a:spcPct val="90000"/>
              </a:lnSpc>
              <a:spcBef>
                <a:spcPts val="200"/>
              </a:spcBef>
              <a:spcAft>
                <a:spcPts val="0"/>
              </a:spcAft>
              <a:buClr>
                <a:srgbClr val="000000"/>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Section 01 (yellow) layout 02">
  <p:cSld name="Section 01 (yellow) layout 02">
    <p:spTree>
      <p:nvGrpSpPr>
        <p:cNvPr id="1" name="Shape 698"/>
        <p:cNvGrpSpPr/>
        <p:nvPr/>
      </p:nvGrpSpPr>
      <p:grpSpPr>
        <a:xfrm>
          <a:off x="0" y="0"/>
          <a:ext cx="0" cy="0"/>
          <a:chOff x="0" y="0"/>
          <a:chExt cx="0" cy="0"/>
        </a:xfrm>
      </p:grpSpPr>
      <p:sp>
        <p:nvSpPr>
          <p:cNvPr id="699" name="Google Shape;699;p117"/>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00" name="Google Shape;700;p117"/>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01" name="Google Shape;701;p117"/>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02" name="Google Shape;702;p117"/>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03" name="Google Shape;703;p117"/>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04" name="Google Shape;704;p117"/>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05" name="Google Shape;705;p117"/>
          <p:cNvSpPr txBox="1">
            <a:spLocks noGrp="1"/>
          </p:cNvSpPr>
          <p:nvPr>
            <p:ph type="body" idx="1"/>
          </p:nvPr>
        </p:nvSpPr>
        <p:spPr>
          <a:xfrm>
            <a:off x="353196" y="1194158"/>
            <a:ext cx="8406930" cy="33777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Breadcrumbs">
  <p:cSld name="Title, Breadcrumbs">
    <p:spTree>
      <p:nvGrpSpPr>
        <p:cNvPr id="1" name="Shape 706"/>
        <p:cNvGrpSpPr/>
        <p:nvPr/>
      </p:nvGrpSpPr>
      <p:grpSpPr>
        <a:xfrm>
          <a:off x="0" y="0"/>
          <a:ext cx="0" cy="0"/>
          <a:chOff x="0" y="0"/>
          <a:chExt cx="0" cy="0"/>
        </a:xfrm>
      </p:grpSpPr>
      <p:sp>
        <p:nvSpPr>
          <p:cNvPr id="707" name="Google Shape;707;p118"/>
          <p:cNvSpPr txBox="1">
            <a:spLocks noGrp="1"/>
          </p:cNvSpPr>
          <p:nvPr>
            <p:ph type="title"/>
          </p:nvPr>
        </p:nvSpPr>
        <p:spPr>
          <a:xfrm>
            <a:off x="685800" y="521208"/>
            <a:ext cx="7772400" cy="445837"/>
          </a:xfrm>
          <a:prstGeom prst="rect">
            <a:avLst/>
          </a:prstGeom>
          <a:noFill/>
          <a:ln>
            <a:noFill/>
          </a:ln>
        </p:spPr>
        <p:txBody>
          <a:bodyPr spcFirstLastPara="1" wrap="square" lIns="0" tIns="25700" rIns="0" bIns="0" anchor="b" anchorCtr="0">
            <a:noAutofit/>
          </a:bodyPr>
          <a:lstStyle>
            <a:lvl1pPr lvl="0" algn="l" rtl="0">
              <a:lnSpc>
                <a:spcPct val="100000"/>
              </a:lnSpc>
              <a:spcBef>
                <a:spcPts val="0"/>
              </a:spcBef>
              <a:spcAft>
                <a:spcPts val="0"/>
              </a:spcAft>
              <a:buSzPts val="2700"/>
              <a:buNone/>
              <a:defRPr sz="2700" b="0">
                <a:latin typeface="Arial"/>
                <a:ea typeface="Arial"/>
                <a:cs typeface="Arial"/>
                <a:sym typeface="Arial"/>
              </a:defRPr>
            </a:lvl1pPr>
            <a:lvl2pPr lvl="1" algn="l" rtl="0">
              <a:lnSpc>
                <a:spcPct val="100000"/>
              </a:lnSpc>
              <a:spcBef>
                <a:spcPts val="0"/>
              </a:spcBef>
              <a:spcAft>
                <a:spcPts val="0"/>
              </a:spcAft>
              <a:buSzPts val="2100"/>
              <a:buNone/>
              <a:defRPr/>
            </a:lvl2pPr>
            <a:lvl3pPr lvl="2" algn="l" rtl="0">
              <a:lnSpc>
                <a:spcPct val="100000"/>
              </a:lnSpc>
              <a:spcBef>
                <a:spcPts val="0"/>
              </a:spcBef>
              <a:spcAft>
                <a:spcPts val="0"/>
              </a:spcAft>
              <a:buSzPts val="2100"/>
              <a:buNone/>
              <a:defRPr/>
            </a:lvl3pPr>
            <a:lvl4pPr lvl="3" algn="l" rtl="0">
              <a:lnSpc>
                <a:spcPct val="100000"/>
              </a:lnSpc>
              <a:spcBef>
                <a:spcPts val="0"/>
              </a:spcBef>
              <a:spcAft>
                <a:spcPts val="0"/>
              </a:spcAft>
              <a:buSzPts val="2100"/>
              <a:buNone/>
              <a:defRPr/>
            </a:lvl4pPr>
            <a:lvl5pPr lvl="4" algn="l" rtl="0">
              <a:lnSpc>
                <a:spcPct val="100000"/>
              </a:lnSpc>
              <a:spcBef>
                <a:spcPts val="0"/>
              </a:spcBef>
              <a:spcAft>
                <a:spcPts val="0"/>
              </a:spcAft>
              <a:buSzPts val="2100"/>
              <a:buNone/>
              <a:defRPr/>
            </a:lvl5pPr>
            <a:lvl6pPr lvl="5" algn="l" rtl="0">
              <a:lnSpc>
                <a:spcPct val="100000"/>
              </a:lnSpc>
              <a:spcBef>
                <a:spcPts val="0"/>
              </a:spcBef>
              <a:spcAft>
                <a:spcPts val="0"/>
              </a:spcAft>
              <a:buSzPts val="2100"/>
              <a:buNone/>
              <a:defRPr/>
            </a:lvl6pPr>
            <a:lvl7pPr lvl="6" algn="l" rtl="0">
              <a:lnSpc>
                <a:spcPct val="100000"/>
              </a:lnSpc>
              <a:spcBef>
                <a:spcPts val="0"/>
              </a:spcBef>
              <a:spcAft>
                <a:spcPts val="0"/>
              </a:spcAft>
              <a:buSzPts val="2100"/>
              <a:buNone/>
              <a:defRPr/>
            </a:lvl7pPr>
            <a:lvl8pPr lvl="7" algn="l" rtl="0">
              <a:lnSpc>
                <a:spcPct val="100000"/>
              </a:lnSpc>
              <a:spcBef>
                <a:spcPts val="0"/>
              </a:spcBef>
              <a:spcAft>
                <a:spcPts val="0"/>
              </a:spcAft>
              <a:buSzPts val="2100"/>
              <a:buNone/>
              <a:defRPr/>
            </a:lvl8pPr>
            <a:lvl9pPr lvl="8" algn="l" rtl="0">
              <a:lnSpc>
                <a:spcPct val="100000"/>
              </a:lnSpc>
              <a:spcBef>
                <a:spcPts val="0"/>
              </a:spcBef>
              <a:spcAft>
                <a:spcPts val="0"/>
              </a:spcAft>
              <a:buSzPts val="2100"/>
              <a:buNone/>
              <a:defRPr/>
            </a:lvl9pPr>
          </a:lstStyle>
          <a:p>
            <a:endParaRPr/>
          </a:p>
        </p:txBody>
      </p:sp>
      <p:sp>
        <p:nvSpPr>
          <p:cNvPr id="708" name="Google Shape;708;p118"/>
          <p:cNvSpPr txBox="1">
            <a:spLocks noGrp="1"/>
          </p:cNvSpPr>
          <p:nvPr>
            <p:ph type="body" idx="1"/>
          </p:nvPr>
        </p:nvSpPr>
        <p:spPr>
          <a:xfrm>
            <a:off x="686228" y="349758"/>
            <a:ext cx="2516972" cy="152438"/>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700" b="1" cap="none">
                <a:solidFill>
                  <a:srgbClr val="BDBDBD"/>
                </a:solidFill>
              </a:defRPr>
            </a:lvl1pPr>
            <a:lvl2pPr marL="914400" lvl="1" indent="-393700" algn="l" rtl="0">
              <a:lnSpc>
                <a:spcPct val="114000"/>
              </a:lnSpc>
              <a:spcBef>
                <a:spcPts val="0"/>
              </a:spcBef>
              <a:spcAft>
                <a:spcPts val="0"/>
              </a:spcAft>
              <a:buSzPts val="2600"/>
              <a:buChar char="•"/>
              <a:defRPr/>
            </a:lvl2pPr>
            <a:lvl3pPr marL="1371600" lvl="2" indent="-374650" algn="l" rtl="0">
              <a:lnSpc>
                <a:spcPct val="114000"/>
              </a:lnSpc>
              <a:spcBef>
                <a:spcPts val="0"/>
              </a:spcBef>
              <a:spcAft>
                <a:spcPts val="0"/>
              </a:spcAft>
              <a:buSzPts val="2300"/>
              <a:buChar char="o"/>
              <a:defRPr/>
            </a:lvl3pPr>
            <a:lvl4pPr marL="1828800" lvl="3" indent="-317500" algn="l" rtl="0">
              <a:lnSpc>
                <a:spcPct val="114000"/>
              </a:lnSpc>
              <a:spcBef>
                <a:spcPts val="0"/>
              </a:spcBef>
              <a:spcAft>
                <a:spcPts val="0"/>
              </a:spcAft>
              <a:buSzPts val="1400"/>
              <a:buChar char="⦿"/>
              <a:defRPr/>
            </a:lvl4pPr>
            <a:lvl5pPr marL="2286000" lvl="4" indent="-393700" algn="l" rtl="0">
              <a:lnSpc>
                <a:spcPct val="114000"/>
              </a:lnSpc>
              <a:spcBef>
                <a:spcPts val="0"/>
              </a:spcBef>
              <a:spcAft>
                <a:spcPts val="0"/>
              </a:spcAft>
              <a:buSzPts val="2600"/>
              <a:buChar char="•"/>
              <a:defRPr/>
            </a:lvl5pPr>
            <a:lvl6pPr marL="2743200" lvl="5" indent="-323850" algn="l" rtl="0">
              <a:lnSpc>
                <a:spcPct val="90000"/>
              </a:lnSpc>
              <a:spcBef>
                <a:spcPts val="500"/>
              </a:spcBef>
              <a:spcAft>
                <a:spcPts val="0"/>
              </a:spcAft>
              <a:buSzPts val="1500"/>
              <a:buChar char="•"/>
              <a:defRPr/>
            </a:lvl6pPr>
            <a:lvl7pPr marL="3200400" lvl="6" indent="-323850" algn="l" rtl="0">
              <a:lnSpc>
                <a:spcPct val="90000"/>
              </a:lnSpc>
              <a:spcBef>
                <a:spcPts val="500"/>
              </a:spcBef>
              <a:spcAft>
                <a:spcPts val="0"/>
              </a:spcAft>
              <a:buSzPts val="1500"/>
              <a:buChar char="•"/>
              <a:defRPr/>
            </a:lvl7pPr>
            <a:lvl8pPr marL="3657600" lvl="7" indent="-323850" algn="l" rtl="0">
              <a:lnSpc>
                <a:spcPct val="90000"/>
              </a:lnSpc>
              <a:spcBef>
                <a:spcPts val="500"/>
              </a:spcBef>
              <a:spcAft>
                <a:spcPts val="0"/>
              </a:spcAft>
              <a:buSzPts val="1500"/>
              <a:buChar char="•"/>
              <a:defRPr/>
            </a:lvl8pPr>
            <a:lvl9pPr marL="4114800" lvl="8" indent="-323850" algn="l" rtl="0">
              <a:lnSpc>
                <a:spcPct val="90000"/>
              </a:lnSpc>
              <a:spcBef>
                <a:spcPts val="500"/>
              </a:spcBef>
              <a:spcAft>
                <a:spcPts val="0"/>
              </a:spcAft>
              <a:buSzPts val="1500"/>
              <a:buChar char="•"/>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Section 01 (yellow) layout 01">
  <p:cSld name="Section 01 (yellow) layout 01">
    <p:spTree>
      <p:nvGrpSpPr>
        <p:cNvPr id="1" name="Shape 709"/>
        <p:cNvGrpSpPr/>
        <p:nvPr/>
      </p:nvGrpSpPr>
      <p:grpSpPr>
        <a:xfrm>
          <a:off x="0" y="0"/>
          <a:ext cx="0" cy="0"/>
          <a:chOff x="0" y="0"/>
          <a:chExt cx="0" cy="0"/>
        </a:xfrm>
      </p:grpSpPr>
      <p:sp>
        <p:nvSpPr>
          <p:cNvPr id="710" name="Google Shape;710;p119"/>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11" name="Google Shape;711;p119"/>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12" name="Google Shape;712;p119"/>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13" name="Google Shape;713;p119"/>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14" name="Google Shape;714;p119"/>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15" name="Google Shape;715;p119"/>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16" name="Google Shape;716;p119"/>
          <p:cNvSpPr/>
          <p:nvPr/>
        </p:nvSpPr>
        <p:spPr>
          <a:xfrm>
            <a:off x="383801" y="1763410"/>
            <a:ext cx="3969608" cy="2741963"/>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17" name="Google Shape;717;p119"/>
          <p:cNvSpPr/>
          <p:nvPr/>
        </p:nvSpPr>
        <p:spPr>
          <a:xfrm>
            <a:off x="4790746" y="1763411"/>
            <a:ext cx="4005603" cy="2741963"/>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18" name="Google Shape;718;p119"/>
          <p:cNvSpPr txBox="1">
            <a:spLocks noGrp="1"/>
          </p:cNvSpPr>
          <p:nvPr>
            <p:ph type="body" idx="1"/>
          </p:nvPr>
        </p:nvSpPr>
        <p:spPr>
          <a:xfrm>
            <a:off x="353196" y="1194158"/>
            <a:ext cx="3969608"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19" name="Google Shape;719;p119"/>
          <p:cNvSpPr txBox="1">
            <a:spLocks noGrp="1"/>
          </p:cNvSpPr>
          <p:nvPr>
            <p:ph type="body" idx="2"/>
          </p:nvPr>
        </p:nvSpPr>
        <p:spPr>
          <a:xfrm>
            <a:off x="4790746" y="1194158"/>
            <a:ext cx="3969608"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Section 01 (yellow) layout 03">
  <p:cSld name="Section 01 (yellow) layout 03">
    <p:spTree>
      <p:nvGrpSpPr>
        <p:cNvPr id="1" name="Shape 720"/>
        <p:cNvGrpSpPr/>
        <p:nvPr/>
      </p:nvGrpSpPr>
      <p:grpSpPr>
        <a:xfrm>
          <a:off x="0" y="0"/>
          <a:ext cx="0" cy="0"/>
          <a:chOff x="0" y="0"/>
          <a:chExt cx="0" cy="0"/>
        </a:xfrm>
      </p:grpSpPr>
      <p:sp>
        <p:nvSpPr>
          <p:cNvPr id="721" name="Google Shape;721;p120"/>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22" name="Google Shape;722;p120"/>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23" name="Google Shape;723;p120"/>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24" name="Google Shape;724;p120"/>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25" name="Google Shape;725;p120"/>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26" name="Google Shape;726;p120"/>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27" name="Google Shape;727;p120"/>
          <p:cNvSpPr/>
          <p:nvPr/>
        </p:nvSpPr>
        <p:spPr>
          <a:xfrm>
            <a:off x="4790746" y="1763411"/>
            <a:ext cx="4005603" cy="2741963"/>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28" name="Google Shape;728;p120"/>
          <p:cNvSpPr txBox="1">
            <a:spLocks noGrp="1"/>
          </p:cNvSpPr>
          <p:nvPr>
            <p:ph type="body" idx="1"/>
          </p:nvPr>
        </p:nvSpPr>
        <p:spPr>
          <a:xfrm>
            <a:off x="353196" y="1763411"/>
            <a:ext cx="3969608" cy="27419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29" name="Google Shape;729;p120"/>
          <p:cNvSpPr txBox="1">
            <a:spLocks noGrp="1"/>
          </p:cNvSpPr>
          <p:nvPr>
            <p:ph type="body" idx="2"/>
          </p:nvPr>
        </p:nvSpPr>
        <p:spPr>
          <a:xfrm>
            <a:off x="4790746" y="1194158"/>
            <a:ext cx="3969608"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Section 01 (yellow) layout 05">
  <p:cSld name="Section 01 (yellow) layout 05">
    <p:spTree>
      <p:nvGrpSpPr>
        <p:cNvPr id="1" name="Shape 730"/>
        <p:cNvGrpSpPr/>
        <p:nvPr/>
      </p:nvGrpSpPr>
      <p:grpSpPr>
        <a:xfrm>
          <a:off x="0" y="0"/>
          <a:ext cx="0" cy="0"/>
          <a:chOff x="0" y="0"/>
          <a:chExt cx="0" cy="0"/>
        </a:xfrm>
      </p:grpSpPr>
      <p:sp>
        <p:nvSpPr>
          <p:cNvPr id="731" name="Google Shape;731;p121"/>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32" name="Google Shape;732;p121"/>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33" name="Google Shape;733;p121"/>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34" name="Google Shape;734;p121"/>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35" name="Google Shape;735;p121"/>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36" name="Google Shape;736;p121"/>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37" name="Google Shape;737;p121"/>
          <p:cNvSpPr txBox="1">
            <a:spLocks noGrp="1"/>
          </p:cNvSpPr>
          <p:nvPr>
            <p:ph type="body" idx="1"/>
          </p:nvPr>
        </p:nvSpPr>
        <p:spPr>
          <a:xfrm>
            <a:off x="353196" y="1194158"/>
            <a:ext cx="3476697"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38" name="Google Shape;738;p121"/>
          <p:cNvSpPr txBox="1">
            <a:spLocks noGrp="1"/>
          </p:cNvSpPr>
          <p:nvPr>
            <p:ph type="body" idx="2"/>
          </p:nvPr>
        </p:nvSpPr>
        <p:spPr>
          <a:xfrm>
            <a:off x="4206250" y="1194158"/>
            <a:ext cx="4589965"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39" name="Google Shape;739;p121"/>
          <p:cNvSpPr/>
          <p:nvPr/>
        </p:nvSpPr>
        <p:spPr>
          <a:xfrm>
            <a:off x="383801" y="1780249"/>
            <a:ext cx="3446101" cy="2741963"/>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40" name="Google Shape;740;p121"/>
          <p:cNvSpPr/>
          <p:nvPr/>
        </p:nvSpPr>
        <p:spPr>
          <a:xfrm>
            <a:off x="4206250" y="1780249"/>
            <a:ext cx="4589965" cy="2741963"/>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Section 01 (yellow) layout 06">
  <p:cSld name="Section 01 (yellow) layout 06">
    <p:spTree>
      <p:nvGrpSpPr>
        <p:cNvPr id="1" name="Shape 741"/>
        <p:cNvGrpSpPr/>
        <p:nvPr/>
      </p:nvGrpSpPr>
      <p:grpSpPr>
        <a:xfrm>
          <a:off x="0" y="0"/>
          <a:ext cx="0" cy="0"/>
          <a:chOff x="0" y="0"/>
          <a:chExt cx="0" cy="0"/>
        </a:xfrm>
      </p:grpSpPr>
      <p:sp>
        <p:nvSpPr>
          <p:cNvPr id="742" name="Google Shape;742;p122"/>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43" name="Google Shape;743;p122"/>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44" name="Google Shape;744;p122"/>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45" name="Google Shape;745;p122"/>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46" name="Google Shape;746;p122"/>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47" name="Google Shape;747;p122"/>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48" name="Google Shape;748;p122"/>
          <p:cNvSpPr txBox="1">
            <a:spLocks noGrp="1"/>
          </p:cNvSpPr>
          <p:nvPr>
            <p:ph type="body" idx="1"/>
          </p:nvPr>
        </p:nvSpPr>
        <p:spPr>
          <a:xfrm>
            <a:off x="1212863" y="1194158"/>
            <a:ext cx="6517176" cy="459563"/>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49" name="Google Shape;749;p122"/>
          <p:cNvSpPr/>
          <p:nvPr/>
        </p:nvSpPr>
        <p:spPr>
          <a:xfrm>
            <a:off x="1212863" y="1653739"/>
            <a:ext cx="6517176" cy="3038737"/>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Section 01 (yellow) layout 04">
  <p:cSld name="Section 01 (yellow) layout 04">
    <p:spTree>
      <p:nvGrpSpPr>
        <p:cNvPr id="1" name="Shape 750"/>
        <p:cNvGrpSpPr/>
        <p:nvPr/>
      </p:nvGrpSpPr>
      <p:grpSpPr>
        <a:xfrm>
          <a:off x="0" y="0"/>
          <a:ext cx="0" cy="0"/>
          <a:chOff x="0" y="0"/>
          <a:chExt cx="0" cy="0"/>
        </a:xfrm>
      </p:grpSpPr>
      <p:sp>
        <p:nvSpPr>
          <p:cNvPr id="751" name="Google Shape;751;p123"/>
          <p:cNvSpPr/>
          <p:nvPr/>
        </p:nvSpPr>
        <p:spPr>
          <a:xfrm>
            <a:off x="0" y="326174"/>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52" name="Google Shape;752;p123"/>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cxnSp>
        <p:nvCxnSpPr>
          <p:cNvPr id="753" name="Google Shape;753;p123"/>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54" name="Google Shape;754;p123"/>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55" name="Google Shape;755;p123"/>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56" name="Google Shape;756;p123"/>
          <p:cNvSpPr txBox="1"/>
          <p:nvPr/>
        </p:nvSpPr>
        <p:spPr>
          <a:xfrm>
            <a:off x="8729097" y="4704908"/>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
        <p:nvSpPr>
          <p:cNvPr id="757" name="Google Shape;757;p123"/>
          <p:cNvSpPr txBox="1">
            <a:spLocks noGrp="1"/>
          </p:cNvSpPr>
          <p:nvPr>
            <p:ph type="body" idx="1"/>
          </p:nvPr>
        </p:nvSpPr>
        <p:spPr>
          <a:xfrm>
            <a:off x="605393" y="1323527"/>
            <a:ext cx="3969608" cy="452700"/>
          </a:xfrm>
          <a:prstGeom prst="rect">
            <a:avLst/>
          </a:prstGeom>
          <a:noFill/>
          <a:ln>
            <a:noFill/>
          </a:ln>
        </p:spPr>
        <p:txBody>
          <a:bodyPr spcFirstLastPara="1" wrap="square" lIns="0" tIns="0" rIns="0" bIns="0" anchor="t" anchorCtr="0">
            <a:noAutofit/>
          </a:bodyPr>
          <a:lstStyle>
            <a:lvl1pPr marL="457200" lvl="0" indent="-228600" algn="ctr" rtl="0">
              <a:lnSpc>
                <a:spcPct val="114000"/>
              </a:lnSpc>
              <a:spcBef>
                <a:spcPts val="0"/>
              </a:spcBef>
              <a:spcAft>
                <a:spcPts val="0"/>
              </a:spcAft>
              <a:buSzPts val="1500"/>
              <a:buNone/>
              <a:defRPr sz="1400" b="1"/>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58" name="Google Shape;758;p123"/>
          <p:cNvSpPr txBox="1">
            <a:spLocks noGrp="1"/>
          </p:cNvSpPr>
          <p:nvPr>
            <p:ph type="body" idx="2"/>
          </p:nvPr>
        </p:nvSpPr>
        <p:spPr>
          <a:xfrm>
            <a:off x="4790746" y="1323527"/>
            <a:ext cx="1312254" cy="1515263"/>
          </a:xfrm>
          <a:prstGeom prst="rect">
            <a:avLst/>
          </a:prstGeom>
          <a:noFill/>
          <a:ln>
            <a:noFill/>
          </a:ln>
        </p:spPr>
        <p:txBody>
          <a:bodyPr spcFirstLastPara="1" wrap="square" lIns="0" tIns="0" rIns="0" bIns="0" anchor="ctr" anchorCtr="0">
            <a:noAutofit/>
          </a:bodyPr>
          <a:lstStyle>
            <a:lvl1pPr marL="457200" lvl="0" indent="-228600" algn="l" rtl="0">
              <a:lnSpc>
                <a:spcPct val="114000"/>
              </a:lnSpc>
              <a:spcBef>
                <a:spcPts val="0"/>
              </a:spcBef>
              <a:spcAft>
                <a:spcPts val="0"/>
              </a:spcAft>
              <a:buSzPts val="1500"/>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
        <p:nvSpPr>
          <p:cNvPr id="759" name="Google Shape;759;p123"/>
          <p:cNvSpPr/>
          <p:nvPr/>
        </p:nvSpPr>
        <p:spPr>
          <a:xfrm>
            <a:off x="6225958" y="2990403"/>
            <a:ext cx="2506849" cy="1515263"/>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60" name="Google Shape;760;p123"/>
          <p:cNvSpPr/>
          <p:nvPr/>
        </p:nvSpPr>
        <p:spPr>
          <a:xfrm>
            <a:off x="605393" y="1850011"/>
            <a:ext cx="3969608" cy="2835900"/>
          </a:xfrm>
          <a:prstGeom prst="rect">
            <a:avLst/>
          </a:prstGeom>
          <a:solidFill>
            <a:schemeClr val="lt1"/>
          </a:solidFill>
          <a:ln>
            <a:noFill/>
          </a:ln>
          <a:effectLst>
            <a:outerShdw blurRad="292100" dist="139700" dir="2700000" algn="ctr" rotWithShape="0">
              <a:srgbClr val="000000">
                <a:alpha val="20000"/>
              </a:srgbClr>
            </a:outerShdw>
          </a:effectLst>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61" name="Google Shape;761;p123"/>
          <p:cNvSpPr/>
          <p:nvPr/>
        </p:nvSpPr>
        <p:spPr>
          <a:xfrm>
            <a:off x="6225958" y="1323528"/>
            <a:ext cx="2506849" cy="1515262"/>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62" name="Google Shape;762;p123"/>
          <p:cNvSpPr txBox="1">
            <a:spLocks noGrp="1"/>
          </p:cNvSpPr>
          <p:nvPr>
            <p:ph type="body" idx="3"/>
          </p:nvPr>
        </p:nvSpPr>
        <p:spPr>
          <a:xfrm>
            <a:off x="4790451" y="2990255"/>
            <a:ext cx="1312479" cy="1515600"/>
          </a:xfrm>
          <a:prstGeom prst="rect">
            <a:avLst/>
          </a:prstGeom>
          <a:noFill/>
          <a:ln>
            <a:noFill/>
          </a:ln>
        </p:spPr>
        <p:txBody>
          <a:bodyPr spcFirstLastPara="1" wrap="square" lIns="0" tIns="0" rIns="0" bIns="0" anchor="t" anchorCtr="0">
            <a:noAutofit/>
          </a:bodyPr>
          <a:lstStyle>
            <a:lvl1pPr marL="457200" lvl="0" indent="-228600" algn="l" rtl="0">
              <a:lnSpc>
                <a:spcPct val="114000"/>
              </a:lnSpc>
              <a:spcBef>
                <a:spcPts val="0"/>
              </a:spcBef>
              <a:spcAft>
                <a:spcPts val="0"/>
              </a:spcAft>
              <a:buSzPts val="1500"/>
              <a:buFont typeface="Arial"/>
              <a:buNone/>
              <a:defRPr sz="1200"/>
            </a:lvl1pPr>
            <a:lvl2pPr marL="914400" lvl="1" indent="-393700" algn="l" rtl="0">
              <a:lnSpc>
                <a:spcPct val="114000"/>
              </a:lnSpc>
              <a:spcBef>
                <a:spcPts val="0"/>
              </a:spcBef>
              <a:spcAft>
                <a:spcPts val="0"/>
              </a:spcAft>
              <a:buSzPts val="2600"/>
              <a:buChar char="•"/>
              <a:defRPr sz="1200"/>
            </a:lvl2pPr>
            <a:lvl3pPr marL="1371600" lvl="2" indent="-374650" algn="l" rtl="0">
              <a:lnSpc>
                <a:spcPct val="114000"/>
              </a:lnSpc>
              <a:spcBef>
                <a:spcPts val="0"/>
              </a:spcBef>
              <a:spcAft>
                <a:spcPts val="0"/>
              </a:spcAft>
              <a:buSzPts val="2300"/>
              <a:buChar char="o"/>
              <a:defRPr sz="1200"/>
            </a:lvl3pPr>
            <a:lvl4pPr marL="1828800" lvl="3" indent="-317500" algn="l" rtl="0">
              <a:lnSpc>
                <a:spcPct val="114000"/>
              </a:lnSpc>
              <a:spcBef>
                <a:spcPts val="0"/>
              </a:spcBef>
              <a:spcAft>
                <a:spcPts val="0"/>
              </a:spcAft>
              <a:buSzPts val="1400"/>
              <a:buChar char="⦿"/>
              <a:defRPr sz="1200"/>
            </a:lvl4pPr>
            <a:lvl5pPr marL="2286000" lvl="4" indent="-393700" algn="l" rtl="0">
              <a:lnSpc>
                <a:spcPct val="114000"/>
              </a:lnSpc>
              <a:spcBef>
                <a:spcPts val="0"/>
              </a:spcBef>
              <a:spcAft>
                <a:spcPts val="0"/>
              </a:spcAft>
              <a:buSzPts val="2600"/>
              <a:buChar char="•"/>
              <a:defRPr sz="1200"/>
            </a:lvl5pPr>
            <a:lvl6pPr marL="2743200" lvl="5" indent="-323850" algn="l" rtl="0">
              <a:lnSpc>
                <a:spcPct val="90000"/>
              </a:lnSpc>
              <a:spcBef>
                <a:spcPts val="300"/>
              </a:spcBef>
              <a:spcAft>
                <a:spcPts val="0"/>
              </a:spcAft>
              <a:buSzPts val="1500"/>
              <a:buChar char="•"/>
              <a:defRPr/>
            </a:lvl6pPr>
            <a:lvl7pPr marL="3200400" lvl="6" indent="-323850" algn="l" rtl="0">
              <a:lnSpc>
                <a:spcPct val="90000"/>
              </a:lnSpc>
              <a:spcBef>
                <a:spcPts val="300"/>
              </a:spcBef>
              <a:spcAft>
                <a:spcPts val="0"/>
              </a:spcAft>
              <a:buSzPts val="1500"/>
              <a:buChar char="•"/>
              <a:defRPr/>
            </a:lvl7pPr>
            <a:lvl8pPr marL="3657600" lvl="7" indent="-323850" algn="l" rtl="0">
              <a:lnSpc>
                <a:spcPct val="90000"/>
              </a:lnSpc>
              <a:spcBef>
                <a:spcPts val="300"/>
              </a:spcBef>
              <a:spcAft>
                <a:spcPts val="0"/>
              </a:spcAft>
              <a:buSzPts val="1500"/>
              <a:buChar char="•"/>
              <a:defRPr/>
            </a:lvl8pPr>
            <a:lvl9pPr marL="4114800" lvl="8" indent="-323850" algn="l" rtl="0">
              <a:lnSpc>
                <a:spcPct val="90000"/>
              </a:lnSpc>
              <a:spcBef>
                <a:spcPts val="300"/>
              </a:spcBef>
              <a:spcAft>
                <a:spcPts val="0"/>
              </a:spcAft>
              <a:buSzPts val="1500"/>
              <a:buChar char="•"/>
              <a:defRPr/>
            </a:lvl9p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Section 01 (yellow) layout blank">
  <p:cSld name="Section 01 (yellow) layout blank">
    <p:spTree>
      <p:nvGrpSpPr>
        <p:cNvPr id="1" name="Shape 763"/>
        <p:cNvGrpSpPr/>
        <p:nvPr/>
      </p:nvGrpSpPr>
      <p:grpSpPr>
        <a:xfrm>
          <a:off x="0" y="0"/>
          <a:ext cx="0" cy="0"/>
          <a:chOff x="0" y="0"/>
          <a:chExt cx="0" cy="0"/>
        </a:xfrm>
      </p:grpSpPr>
      <p:sp>
        <p:nvSpPr>
          <p:cNvPr id="764" name="Google Shape;764;p124"/>
          <p:cNvSpPr txBox="1">
            <a:spLocks noGrp="1"/>
          </p:cNvSpPr>
          <p:nvPr>
            <p:ph type="body" idx="1"/>
          </p:nvPr>
        </p:nvSpPr>
        <p:spPr>
          <a:xfrm>
            <a:off x="339880" y="956930"/>
            <a:ext cx="8460248" cy="3434063"/>
          </a:xfrm>
          <a:prstGeom prst="rect">
            <a:avLst/>
          </a:prstGeom>
          <a:noFill/>
          <a:ln>
            <a:noFill/>
          </a:ln>
        </p:spPr>
        <p:txBody>
          <a:bodyPr spcFirstLastPara="1" wrap="square" lIns="0" tIns="0" rIns="0" bIns="0" anchor="t" anchorCtr="0">
            <a:noAutofit/>
          </a:bodyPr>
          <a:lstStyle>
            <a:lvl1pPr marL="457200" marR="0" lvl="0" indent="-279400" algn="l" rtl="0">
              <a:lnSpc>
                <a:spcPct val="114000"/>
              </a:lnSpc>
              <a:spcBef>
                <a:spcPts val="0"/>
              </a:spcBef>
              <a:spcAft>
                <a:spcPts val="0"/>
              </a:spcAft>
              <a:buClr>
                <a:schemeClr val="dk1"/>
              </a:buClr>
              <a:buSzPts val="800"/>
              <a:buFont typeface="Noto Sans"/>
              <a:buChar char="⦿"/>
              <a:defRPr sz="1700" b="0" i="0" u="none" strike="noStrike" cap="none">
                <a:solidFill>
                  <a:schemeClr val="dk1"/>
                </a:solidFill>
                <a:latin typeface="Arial"/>
                <a:ea typeface="Arial"/>
                <a:cs typeface="Arial"/>
                <a:sym typeface="Arial"/>
              </a:defRPr>
            </a:lvl1pPr>
            <a:lvl2pPr marL="914400" marR="0" lvl="1" indent="-311150" algn="l" rtl="0">
              <a:lnSpc>
                <a:spcPct val="114000"/>
              </a:lnSpc>
              <a:spcBef>
                <a:spcPts val="0"/>
              </a:spcBef>
              <a:spcAft>
                <a:spcPts val="0"/>
              </a:spcAft>
              <a:buClr>
                <a:schemeClr val="dk1"/>
              </a:buClr>
              <a:buSzPts val="1300"/>
              <a:buFont typeface="Arial"/>
              <a:buChar char="•"/>
              <a:defRPr sz="1500" b="0" i="0" u="none" strike="noStrike" cap="none">
                <a:solidFill>
                  <a:schemeClr val="dk1"/>
                </a:solidFill>
                <a:latin typeface="Arial"/>
                <a:ea typeface="Arial"/>
                <a:cs typeface="Arial"/>
                <a:sym typeface="Arial"/>
              </a:defRPr>
            </a:lvl2pPr>
            <a:lvl3pPr marL="1371600" marR="0" lvl="2" indent="-298450" algn="l" rtl="0">
              <a:lnSpc>
                <a:spcPct val="114000"/>
              </a:lnSpc>
              <a:spcBef>
                <a:spcPts val="0"/>
              </a:spcBef>
              <a:spcAft>
                <a:spcPts val="0"/>
              </a:spcAft>
              <a:buClr>
                <a:schemeClr val="dk1"/>
              </a:buClr>
              <a:buSzPts val="1100"/>
              <a:buFont typeface="Courier New"/>
              <a:buChar char="o"/>
              <a:defRPr sz="1500" b="0" i="0" u="none" strike="noStrike" cap="none">
                <a:solidFill>
                  <a:schemeClr val="dk1"/>
                </a:solidFill>
                <a:latin typeface="Arial"/>
                <a:ea typeface="Arial"/>
                <a:cs typeface="Arial"/>
                <a:sym typeface="Arial"/>
              </a:defRPr>
            </a:lvl3pPr>
            <a:lvl4pPr marL="1828800" marR="0" lvl="3" indent="-273050" algn="l" rtl="0">
              <a:lnSpc>
                <a:spcPct val="114000"/>
              </a:lnSpc>
              <a:spcBef>
                <a:spcPts val="0"/>
              </a:spcBef>
              <a:spcAft>
                <a:spcPts val="0"/>
              </a:spcAft>
              <a:buClr>
                <a:schemeClr val="dk1"/>
              </a:buClr>
              <a:buSzPts val="700"/>
              <a:buFont typeface="Noto Sans"/>
              <a:buChar char="⦿"/>
              <a:defRPr sz="1500" b="0" i="0" u="none" strike="noStrike" cap="none">
                <a:solidFill>
                  <a:schemeClr val="dk1"/>
                </a:solidFill>
                <a:latin typeface="Arial"/>
                <a:ea typeface="Arial"/>
                <a:cs typeface="Arial"/>
                <a:sym typeface="Arial"/>
              </a:defRPr>
            </a:lvl4pPr>
            <a:lvl5pPr marL="2286000" marR="0" lvl="4" indent="-311150" algn="l" rtl="0">
              <a:lnSpc>
                <a:spcPct val="114000"/>
              </a:lnSpc>
              <a:spcBef>
                <a:spcPts val="0"/>
              </a:spcBef>
              <a:spcAft>
                <a:spcPts val="0"/>
              </a:spcAft>
              <a:buClr>
                <a:schemeClr val="dk1"/>
              </a:buClr>
              <a:buSzPts val="1300"/>
              <a:buFont typeface="Arial"/>
              <a:buChar char="•"/>
              <a:defRPr sz="1500" b="0" i="0" u="none" strike="noStrike" cap="none">
                <a:solidFill>
                  <a:schemeClr val="dk1"/>
                </a:solidFill>
                <a:latin typeface="Arial"/>
                <a:ea typeface="Arial"/>
                <a:cs typeface="Arial"/>
                <a:sym typeface="Arial"/>
              </a:defRPr>
            </a:lvl5pPr>
            <a:lvl6pPr marL="2743200" marR="0" lvl="5" indent="-279400" algn="l" rtl="0">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6pPr>
            <a:lvl7pPr marL="3200400" marR="0" lvl="6" indent="-279400" algn="l" rtl="0">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7pPr>
            <a:lvl8pPr marL="3657600" marR="0" lvl="7" indent="-279400" algn="l" rtl="0">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8pPr>
            <a:lvl9pPr marL="4114800" marR="0" lvl="8" indent="-279400" algn="l" rtl="0">
              <a:lnSpc>
                <a:spcPct val="90000"/>
              </a:lnSpc>
              <a:spcBef>
                <a:spcPts val="300"/>
              </a:spcBef>
              <a:spcAft>
                <a:spcPts val="0"/>
              </a:spcAft>
              <a:buClr>
                <a:schemeClr val="dk1"/>
              </a:buClr>
              <a:buSzPts val="8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765" name="Google Shape;765;p124"/>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4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sz="1400"/>
            </a:lvl2pPr>
            <a:lvl3pPr lvl="2" algn="l" rtl="0">
              <a:lnSpc>
                <a:spcPct val="100000"/>
              </a:lnSpc>
              <a:spcBef>
                <a:spcPts val="0"/>
              </a:spcBef>
              <a:spcAft>
                <a:spcPts val="0"/>
              </a:spcAft>
              <a:buSzPts val="800"/>
              <a:buNone/>
              <a:defRPr sz="1400"/>
            </a:lvl3pPr>
            <a:lvl4pPr lvl="3" algn="l" rtl="0">
              <a:lnSpc>
                <a:spcPct val="100000"/>
              </a:lnSpc>
              <a:spcBef>
                <a:spcPts val="0"/>
              </a:spcBef>
              <a:spcAft>
                <a:spcPts val="0"/>
              </a:spcAft>
              <a:buSzPts val="800"/>
              <a:buNone/>
              <a:defRPr sz="1400"/>
            </a:lvl4pPr>
            <a:lvl5pPr lvl="4" algn="l" rtl="0">
              <a:lnSpc>
                <a:spcPct val="100000"/>
              </a:lnSpc>
              <a:spcBef>
                <a:spcPts val="0"/>
              </a:spcBef>
              <a:spcAft>
                <a:spcPts val="0"/>
              </a:spcAft>
              <a:buSzPts val="800"/>
              <a:buNone/>
              <a:defRPr sz="1400"/>
            </a:lvl5pPr>
            <a:lvl6pPr lvl="5" algn="l" rtl="0">
              <a:lnSpc>
                <a:spcPct val="100000"/>
              </a:lnSpc>
              <a:spcBef>
                <a:spcPts val="0"/>
              </a:spcBef>
              <a:spcAft>
                <a:spcPts val="0"/>
              </a:spcAft>
              <a:buSzPts val="800"/>
              <a:buNone/>
              <a:defRPr sz="1400"/>
            </a:lvl6pPr>
            <a:lvl7pPr lvl="6" algn="l" rtl="0">
              <a:lnSpc>
                <a:spcPct val="100000"/>
              </a:lnSpc>
              <a:spcBef>
                <a:spcPts val="0"/>
              </a:spcBef>
              <a:spcAft>
                <a:spcPts val="0"/>
              </a:spcAft>
              <a:buSzPts val="800"/>
              <a:buNone/>
              <a:defRPr sz="1400"/>
            </a:lvl7pPr>
            <a:lvl8pPr lvl="7" algn="l" rtl="0">
              <a:lnSpc>
                <a:spcPct val="100000"/>
              </a:lnSpc>
              <a:spcBef>
                <a:spcPts val="0"/>
              </a:spcBef>
              <a:spcAft>
                <a:spcPts val="0"/>
              </a:spcAft>
              <a:buSzPts val="800"/>
              <a:buNone/>
              <a:defRPr sz="1400"/>
            </a:lvl8pPr>
            <a:lvl9pPr lvl="8" algn="l" rtl="0">
              <a:lnSpc>
                <a:spcPct val="100000"/>
              </a:lnSpc>
              <a:spcBef>
                <a:spcPts val="0"/>
              </a:spcBef>
              <a:spcAft>
                <a:spcPts val="0"/>
              </a:spcAft>
              <a:buSzPts val="800"/>
              <a:buNone/>
              <a:defRPr sz="1400"/>
            </a:lvl9pPr>
          </a:lstStyle>
          <a:p>
            <a:endParaRPr/>
          </a:p>
        </p:txBody>
      </p:sp>
      <p:sp>
        <p:nvSpPr>
          <p:cNvPr id="766" name="Google Shape;766;p124"/>
          <p:cNvSpPr/>
          <p:nvPr/>
        </p:nvSpPr>
        <p:spPr>
          <a:xfrm>
            <a:off x="8660527" y="4704908"/>
            <a:ext cx="491673" cy="191363"/>
          </a:xfrm>
          <a:prstGeom prst="rect">
            <a:avLst/>
          </a:prstGeom>
          <a:solidFill>
            <a:srgbClr val="FFDD7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500" b="0" i="0" u="none" strike="noStrike" cap="none">
              <a:solidFill>
                <a:schemeClr val="lt1"/>
              </a:solidFill>
              <a:latin typeface="Arial"/>
              <a:ea typeface="Arial"/>
              <a:cs typeface="Arial"/>
              <a:sym typeface="Arial"/>
            </a:endParaRPr>
          </a:p>
        </p:txBody>
      </p:sp>
      <p:sp>
        <p:nvSpPr>
          <p:cNvPr id="767" name="Google Shape;767;p124"/>
          <p:cNvSpPr txBox="1"/>
          <p:nvPr/>
        </p:nvSpPr>
        <p:spPr>
          <a:xfrm>
            <a:off x="7149789" y="4704908"/>
            <a:ext cx="1796391"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800" b="1" i="0" u="none" strike="noStrike" cap="none">
                <a:solidFill>
                  <a:srgbClr val="201F4B"/>
                </a:solidFill>
                <a:latin typeface="Arial"/>
                <a:ea typeface="Arial"/>
                <a:cs typeface="Arial"/>
                <a:sym typeface="Arial"/>
              </a:rPr>
              <a:t>‹#›</a:t>
            </a:fld>
            <a:endParaRPr sz="800" b="1" i="0" u="none" strike="noStrike" cap="none">
              <a:solidFill>
                <a:srgbClr val="201F4B"/>
              </a:solidFill>
              <a:latin typeface="Arial"/>
              <a:ea typeface="Arial"/>
              <a:cs typeface="Arial"/>
              <a:sym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68"/>
        <p:cNvGrpSpPr/>
        <p:nvPr/>
      </p:nvGrpSpPr>
      <p:grpSpPr>
        <a:xfrm>
          <a:off x="0" y="0"/>
          <a:ext cx="0" cy="0"/>
          <a:chOff x="0" y="0"/>
          <a:chExt cx="0" cy="0"/>
        </a:xfrm>
      </p:grpSpPr>
      <p:sp>
        <p:nvSpPr>
          <p:cNvPr id="769" name="Google Shape;769;p125"/>
          <p:cNvSpPr txBox="1">
            <a:spLocks noGrp="1"/>
          </p:cNvSpPr>
          <p:nvPr>
            <p:ph type="title"/>
          </p:nvPr>
        </p:nvSpPr>
        <p:spPr>
          <a:xfrm>
            <a:off x="349404" y="285655"/>
            <a:ext cx="8447088" cy="415238"/>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2700"/>
              <a:buNone/>
              <a:defRPr sz="1800" b="1" i="0">
                <a:solidFill>
                  <a:schemeClr val="lt1"/>
                </a:solidFill>
                <a:latin typeface="Open Sans"/>
                <a:ea typeface="Open Sans"/>
                <a:cs typeface="Open Sans"/>
                <a:sym typeface="Open Sans"/>
              </a:defRPr>
            </a:lvl1pPr>
            <a:lvl2pPr lvl="1" algn="l" rtl="0">
              <a:lnSpc>
                <a:spcPct val="100000"/>
              </a:lnSpc>
              <a:spcBef>
                <a:spcPts val="0"/>
              </a:spcBef>
              <a:spcAft>
                <a:spcPts val="0"/>
              </a:spcAft>
              <a:buSzPts val="2100"/>
              <a:buNone/>
              <a:defRPr/>
            </a:lvl2pPr>
            <a:lvl3pPr lvl="2" algn="l" rtl="0">
              <a:lnSpc>
                <a:spcPct val="100000"/>
              </a:lnSpc>
              <a:spcBef>
                <a:spcPts val="0"/>
              </a:spcBef>
              <a:spcAft>
                <a:spcPts val="0"/>
              </a:spcAft>
              <a:buSzPts val="2100"/>
              <a:buNone/>
              <a:defRPr/>
            </a:lvl3pPr>
            <a:lvl4pPr lvl="3" algn="l" rtl="0">
              <a:lnSpc>
                <a:spcPct val="100000"/>
              </a:lnSpc>
              <a:spcBef>
                <a:spcPts val="0"/>
              </a:spcBef>
              <a:spcAft>
                <a:spcPts val="0"/>
              </a:spcAft>
              <a:buSzPts val="2100"/>
              <a:buNone/>
              <a:defRPr/>
            </a:lvl4pPr>
            <a:lvl5pPr lvl="4" algn="l" rtl="0">
              <a:lnSpc>
                <a:spcPct val="100000"/>
              </a:lnSpc>
              <a:spcBef>
                <a:spcPts val="0"/>
              </a:spcBef>
              <a:spcAft>
                <a:spcPts val="0"/>
              </a:spcAft>
              <a:buSzPts val="2100"/>
              <a:buNone/>
              <a:defRPr/>
            </a:lvl5pPr>
            <a:lvl6pPr lvl="5" algn="l" rtl="0">
              <a:lnSpc>
                <a:spcPct val="100000"/>
              </a:lnSpc>
              <a:spcBef>
                <a:spcPts val="0"/>
              </a:spcBef>
              <a:spcAft>
                <a:spcPts val="0"/>
              </a:spcAft>
              <a:buSzPts val="2100"/>
              <a:buNone/>
              <a:defRPr/>
            </a:lvl6pPr>
            <a:lvl7pPr lvl="6" algn="l" rtl="0">
              <a:lnSpc>
                <a:spcPct val="100000"/>
              </a:lnSpc>
              <a:spcBef>
                <a:spcPts val="0"/>
              </a:spcBef>
              <a:spcAft>
                <a:spcPts val="0"/>
              </a:spcAft>
              <a:buSzPts val="2100"/>
              <a:buNone/>
              <a:defRPr/>
            </a:lvl7pPr>
            <a:lvl8pPr lvl="7" algn="l" rtl="0">
              <a:lnSpc>
                <a:spcPct val="100000"/>
              </a:lnSpc>
              <a:spcBef>
                <a:spcPts val="0"/>
              </a:spcBef>
              <a:spcAft>
                <a:spcPts val="0"/>
              </a:spcAft>
              <a:buSzPts val="2100"/>
              <a:buNone/>
              <a:defRPr/>
            </a:lvl8pPr>
            <a:lvl9pPr lvl="8" algn="l" rtl="0">
              <a:lnSpc>
                <a:spcPct val="100000"/>
              </a:lnSpc>
              <a:spcBef>
                <a:spcPts val="0"/>
              </a:spcBef>
              <a:spcAft>
                <a:spcPts val="0"/>
              </a:spcAft>
              <a:buSzPts val="2100"/>
              <a:buNone/>
              <a:defRPr/>
            </a:lvl9pPr>
          </a:lstStyle>
          <a:p>
            <a:endParaRPr/>
          </a:p>
        </p:txBody>
      </p:sp>
      <p:sp>
        <p:nvSpPr>
          <p:cNvPr id="770" name="Google Shape;770;p125"/>
          <p:cNvSpPr txBox="1">
            <a:spLocks noGrp="1"/>
          </p:cNvSpPr>
          <p:nvPr>
            <p:ph type="body" idx="1"/>
          </p:nvPr>
        </p:nvSpPr>
        <p:spPr>
          <a:xfrm>
            <a:off x="457200" y="1183005"/>
            <a:ext cx="3977707" cy="434138"/>
          </a:xfrm>
          <a:prstGeom prst="rect">
            <a:avLst/>
          </a:prstGeom>
          <a:noFill/>
          <a:ln>
            <a:noFill/>
          </a:ln>
        </p:spPr>
        <p:txBody>
          <a:bodyPr spcFirstLastPara="1" wrap="square" lIns="0" tIns="0" rIns="0" bIns="0" anchor="t" anchorCtr="0">
            <a:spAutoFit/>
          </a:bodyPr>
          <a:lstStyle>
            <a:lvl1pPr marL="457200" lvl="0" indent="-323850" algn="l" rtl="0">
              <a:lnSpc>
                <a:spcPct val="114000"/>
              </a:lnSpc>
              <a:spcBef>
                <a:spcPts val="0"/>
              </a:spcBef>
              <a:spcAft>
                <a:spcPts val="0"/>
              </a:spcAft>
              <a:buSzPts val="1500"/>
              <a:buChar char="⦿"/>
              <a:defRPr/>
            </a:lvl1pPr>
            <a:lvl2pPr marL="914400" lvl="1" indent="-393700" algn="l" rtl="0">
              <a:lnSpc>
                <a:spcPct val="114000"/>
              </a:lnSpc>
              <a:spcBef>
                <a:spcPts val="0"/>
              </a:spcBef>
              <a:spcAft>
                <a:spcPts val="0"/>
              </a:spcAft>
              <a:buSzPts val="2600"/>
              <a:buChar char="•"/>
              <a:defRPr/>
            </a:lvl2pPr>
            <a:lvl3pPr marL="1371600" lvl="2" indent="-374650" algn="l" rtl="0">
              <a:lnSpc>
                <a:spcPct val="114000"/>
              </a:lnSpc>
              <a:spcBef>
                <a:spcPts val="0"/>
              </a:spcBef>
              <a:spcAft>
                <a:spcPts val="0"/>
              </a:spcAft>
              <a:buSzPts val="2300"/>
              <a:buChar char="o"/>
              <a:defRPr/>
            </a:lvl3pPr>
            <a:lvl4pPr marL="1828800" lvl="3" indent="-317500" algn="l" rtl="0">
              <a:lnSpc>
                <a:spcPct val="114000"/>
              </a:lnSpc>
              <a:spcBef>
                <a:spcPts val="0"/>
              </a:spcBef>
              <a:spcAft>
                <a:spcPts val="0"/>
              </a:spcAft>
              <a:buSzPts val="1400"/>
              <a:buChar char="⦿"/>
              <a:defRPr/>
            </a:lvl4pPr>
            <a:lvl5pPr marL="2286000" lvl="4" indent="-393700" algn="l" rtl="0">
              <a:lnSpc>
                <a:spcPct val="114000"/>
              </a:lnSpc>
              <a:spcBef>
                <a:spcPts val="0"/>
              </a:spcBef>
              <a:spcAft>
                <a:spcPts val="0"/>
              </a:spcAft>
              <a:buSzPts val="2600"/>
              <a:buChar char="•"/>
              <a:defRPr/>
            </a:lvl5pPr>
            <a:lvl6pPr marL="2743200" lvl="5" indent="-323850" algn="l" rtl="0">
              <a:lnSpc>
                <a:spcPct val="90000"/>
              </a:lnSpc>
              <a:spcBef>
                <a:spcPts val="500"/>
              </a:spcBef>
              <a:spcAft>
                <a:spcPts val="0"/>
              </a:spcAft>
              <a:buSzPts val="1500"/>
              <a:buChar char="•"/>
              <a:defRPr/>
            </a:lvl6pPr>
            <a:lvl7pPr marL="3200400" lvl="6" indent="-323850" algn="l" rtl="0">
              <a:lnSpc>
                <a:spcPct val="90000"/>
              </a:lnSpc>
              <a:spcBef>
                <a:spcPts val="500"/>
              </a:spcBef>
              <a:spcAft>
                <a:spcPts val="0"/>
              </a:spcAft>
              <a:buSzPts val="1500"/>
              <a:buChar char="•"/>
              <a:defRPr/>
            </a:lvl7pPr>
            <a:lvl8pPr marL="3657600" lvl="7" indent="-323850" algn="l" rtl="0">
              <a:lnSpc>
                <a:spcPct val="90000"/>
              </a:lnSpc>
              <a:spcBef>
                <a:spcPts val="500"/>
              </a:spcBef>
              <a:spcAft>
                <a:spcPts val="0"/>
              </a:spcAft>
              <a:buSzPts val="1500"/>
              <a:buChar char="•"/>
              <a:defRPr/>
            </a:lvl8pPr>
            <a:lvl9pPr marL="4114800" lvl="8" indent="-323850" algn="l" rtl="0">
              <a:lnSpc>
                <a:spcPct val="90000"/>
              </a:lnSpc>
              <a:spcBef>
                <a:spcPts val="500"/>
              </a:spcBef>
              <a:spcAft>
                <a:spcPts val="0"/>
              </a:spcAft>
              <a:buSzPts val="1500"/>
              <a:buChar char="•"/>
              <a:defRPr/>
            </a:lvl9pPr>
          </a:lstStyle>
          <a:p>
            <a:endParaRPr/>
          </a:p>
        </p:txBody>
      </p:sp>
      <p:sp>
        <p:nvSpPr>
          <p:cNvPr id="771" name="Google Shape;771;p125"/>
          <p:cNvSpPr txBox="1">
            <a:spLocks noGrp="1"/>
          </p:cNvSpPr>
          <p:nvPr>
            <p:ph type="body" idx="2"/>
          </p:nvPr>
        </p:nvSpPr>
        <p:spPr>
          <a:xfrm>
            <a:off x="4709160" y="1183005"/>
            <a:ext cx="3977707" cy="434138"/>
          </a:xfrm>
          <a:prstGeom prst="rect">
            <a:avLst/>
          </a:prstGeom>
          <a:noFill/>
          <a:ln>
            <a:noFill/>
          </a:ln>
        </p:spPr>
        <p:txBody>
          <a:bodyPr spcFirstLastPara="1" wrap="square" lIns="0" tIns="0" rIns="0" bIns="0" anchor="t" anchorCtr="0">
            <a:spAutoFit/>
          </a:bodyPr>
          <a:lstStyle>
            <a:lvl1pPr marL="457200" lvl="0" indent="-323850" algn="l" rtl="0">
              <a:lnSpc>
                <a:spcPct val="114000"/>
              </a:lnSpc>
              <a:spcBef>
                <a:spcPts val="0"/>
              </a:spcBef>
              <a:spcAft>
                <a:spcPts val="0"/>
              </a:spcAft>
              <a:buSzPts val="1500"/>
              <a:buChar char="⦿"/>
              <a:defRPr/>
            </a:lvl1pPr>
            <a:lvl2pPr marL="914400" lvl="1" indent="-393700" algn="l" rtl="0">
              <a:lnSpc>
                <a:spcPct val="114000"/>
              </a:lnSpc>
              <a:spcBef>
                <a:spcPts val="0"/>
              </a:spcBef>
              <a:spcAft>
                <a:spcPts val="0"/>
              </a:spcAft>
              <a:buSzPts val="2600"/>
              <a:buChar char="•"/>
              <a:defRPr/>
            </a:lvl2pPr>
            <a:lvl3pPr marL="1371600" lvl="2" indent="-374650" algn="l" rtl="0">
              <a:lnSpc>
                <a:spcPct val="114000"/>
              </a:lnSpc>
              <a:spcBef>
                <a:spcPts val="0"/>
              </a:spcBef>
              <a:spcAft>
                <a:spcPts val="0"/>
              </a:spcAft>
              <a:buSzPts val="2300"/>
              <a:buChar char="o"/>
              <a:defRPr/>
            </a:lvl3pPr>
            <a:lvl4pPr marL="1828800" lvl="3" indent="-317500" algn="l" rtl="0">
              <a:lnSpc>
                <a:spcPct val="114000"/>
              </a:lnSpc>
              <a:spcBef>
                <a:spcPts val="0"/>
              </a:spcBef>
              <a:spcAft>
                <a:spcPts val="0"/>
              </a:spcAft>
              <a:buSzPts val="1400"/>
              <a:buChar char="⦿"/>
              <a:defRPr/>
            </a:lvl4pPr>
            <a:lvl5pPr marL="2286000" lvl="4" indent="-393700" algn="l" rtl="0">
              <a:lnSpc>
                <a:spcPct val="114000"/>
              </a:lnSpc>
              <a:spcBef>
                <a:spcPts val="0"/>
              </a:spcBef>
              <a:spcAft>
                <a:spcPts val="0"/>
              </a:spcAft>
              <a:buSzPts val="2600"/>
              <a:buChar char="•"/>
              <a:defRPr/>
            </a:lvl5pPr>
            <a:lvl6pPr marL="2743200" lvl="5" indent="-323850" algn="l" rtl="0">
              <a:lnSpc>
                <a:spcPct val="90000"/>
              </a:lnSpc>
              <a:spcBef>
                <a:spcPts val="500"/>
              </a:spcBef>
              <a:spcAft>
                <a:spcPts val="0"/>
              </a:spcAft>
              <a:buSzPts val="1500"/>
              <a:buChar char="•"/>
              <a:defRPr/>
            </a:lvl6pPr>
            <a:lvl7pPr marL="3200400" lvl="6" indent="-323850" algn="l" rtl="0">
              <a:lnSpc>
                <a:spcPct val="90000"/>
              </a:lnSpc>
              <a:spcBef>
                <a:spcPts val="500"/>
              </a:spcBef>
              <a:spcAft>
                <a:spcPts val="0"/>
              </a:spcAft>
              <a:buSzPts val="1500"/>
              <a:buChar char="•"/>
              <a:defRPr/>
            </a:lvl7pPr>
            <a:lvl8pPr marL="3657600" lvl="7" indent="-323850" algn="l" rtl="0">
              <a:lnSpc>
                <a:spcPct val="90000"/>
              </a:lnSpc>
              <a:spcBef>
                <a:spcPts val="500"/>
              </a:spcBef>
              <a:spcAft>
                <a:spcPts val="0"/>
              </a:spcAft>
              <a:buSzPts val="1500"/>
              <a:buChar char="•"/>
              <a:defRPr/>
            </a:lvl8pPr>
            <a:lvl9pPr marL="4114800" lvl="8" indent="-323850" algn="l" rtl="0">
              <a:lnSpc>
                <a:spcPct val="90000"/>
              </a:lnSpc>
              <a:spcBef>
                <a:spcPts val="500"/>
              </a:spcBef>
              <a:spcAft>
                <a:spcPts val="0"/>
              </a:spcAft>
              <a:buSzPts val="1500"/>
              <a:buChar char="•"/>
              <a:defRPr/>
            </a:lvl9pPr>
          </a:lstStyle>
          <a:p>
            <a:endParaRPr/>
          </a:p>
        </p:txBody>
      </p:sp>
      <p:sp>
        <p:nvSpPr>
          <p:cNvPr id="772" name="Google Shape;772;p125"/>
          <p:cNvSpPr txBox="1">
            <a:spLocks noGrp="1"/>
          </p:cNvSpPr>
          <p:nvPr>
            <p:ph type="ftr" idx="11"/>
          </p:nvPr>
        </p:nvSpPr>
        <p:spPr>
          <a:xfrm>
            <a:off x="0" y="0"/>
            <a:ext cx="2250045"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800"/>
              <a:buFont typeface="Arial"/>
              <a:buNone/>
              <a:defRPr sz="1400" b="0" i="0" u="none" strike="noStrike" cap="none">
                <a:solidFill>
                  <a:srgbClr val="8B8A9C"/>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9pPr>
          </a:lstStyle>
          <a:p>
            <a:endParaRPr/>
          </a:p>
        </p:txBody>
      </p:sp>
      <p:sp>
        <p:nvSpPr>
          <p:cNvPr id="773" name="Google Shape;773;p125"/>
          <p:cNvSpPr txBox="1">
            <a:spLocks noGrp="1"/>
          </p:cNvSpPr>
          <p:nvPr>
            <p:ph type="dt" idx="10"/>
          </p:nvPr>
        </p:nvSpPr>
        <p:spPr>
          <a:xfrm>
            <a:off x="0" y="0"/>
            <a:ext cx="2250045"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800"/>
              <a:buFont typeface="Arial"/>
              <a:buNone/>
              <a:defRPr sz="1400" b="0" i="0" u="none" strike="noStrike" cap="none">
                <a:solidFill>
                  <a:srgbClr val="8B8A9C"/>
                </a:solidFill>
                <a:latin typeface="Arial"/>
                <a:ea typeface="Arial"/>
                <a:cs typeface="Arial"/>
                <a:sym typeface="Arial"/>
              </a:defRPr>
            </a:lvl1pPr>
            <a:lvl2pPr marR="0" lvl="1"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800"/>
              <a:buFont typeface="Arial"/>
              <a:buNone/>
              <a:defRPr sz="1400" b="0" i="0" u="none" strike="noStrike" cap="none">
                <a:solidFill>
                  <a:schemeClr val="dk1"/>
                </a:solidFill>
                <a:latin typeface="Arial"/>
                <a:ea typeface="Arial"/>
                <a:cs typeface="Arial"/>
                <a:sym typeface="Arial"/>
              </a:defRPr>
            </a:lvl9pPr>
          </a:lstStyle>
          <a:p>
            <a:endParaRPr/>
          </a:p>
        </p:txBody>
      </p:sp>
      <p:sp>
        <p:nvSpPr>
          <p:cNvPr id="774" name="Google Shape;774;p125"/>
          <p:cNvSpPr txBox="1">
            <a:spLocks noGrp="1"/>
          </p:cNvSpPr>
          <p:nvPr>
            <p:ph type="sldNum" idx="12"/>
          </p:nvPr>
        </p:nvSpPr>
        <p:spPr>
          <a:xfrm>
            <a:off x="6738656" y="4630341"/>
            <a:ext cx="2057695" cy="273938"/>
          </a:xfrm>
          <a:prstGeom prst="rect">
            <a:avLst/>
          </a:prstGeom>
          <a:noFill/>
          <a:ln>
            <a:noFill/>
          </a:ln>
        </p:spPr>
        <p:txBody>
          <a:bodyPr spcFirstLastPara="1" wrap="square" lIns="0" tIns="0" rIns="0" bIns="0" anchor="ctr" anchorCtr="0">
            <a:noAutofit/>
          </a:bodyPr>
          <a:lstStyle>
            <a:lvl1pPr marL="25400" marR="0" lvl="0"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1pPr>
            <a:lvl2pPr marL="25400" marR="0" lvl="1"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2pPr>
            <a:lvl3pPr marL="25400" marR="0" lvl="2"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3pPr>
            <a:lvl4pPr marL="25400" marR="0" lvl="3"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4pPr>
            <a:lvl5pPr marL="25400" marR="0" lvl="4"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5pPr>
            <a:lvl6pPr marL="25400" marR="0" lvl="5"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6pPr>
            <a:lvl7pPr marL="25400" marR="0" lvl="6"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7pPr>
            <a:lvl8pPr marL="25400" marR="0" lvl="7"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8pPr>
            <a:lvl9pPr marL="25400" marR="0" lvl="8" indent="0" algn="r" rtl="0">
              <a:lnSpc>
                <a:spcPct val="100000"/>
              </a:lnSpc>
              <a:spcBef>
                <a:spcPts val="100"/>
              </a:spcBef>
              <a:spcAft>
                <a:spcPts val="0"/>
              </a:spcAft>
              <a:buClr>
                <a:srgbClr val="000000"/>
              </a:buClr>
              <a:buSzPts val="1400"/>
              <a:buFont typeface="Arial"/>
              <a:buNone/>
              <a:defRPr sz="500" b="0" i="0" u="none" strike="noStrike" cap="none">
                <a:solidFill>
                  <a:schemeClr val="dk1"/>
                </a:solidFill>
                <a:latin typeface="Verdana"/>
                <a:ea typeface="Verdana"/>
                <a:cs typeface="Verdana"/>
                <a:sym typeface="Verdana"/>
              </a:defRPr>
            </a:lvl9pPr>
          </a:lstStyle>
          <a:p>
            <a:pPr marL="25400" lvl="0" indent="0" algn="r" rtl="0">
              <a:spcBef>
                <a:spcPts val="10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75"/>
        <p:cNvGrpSpPr/>
        <p:nvPr/>
      </p:nvGrpSpPr>
      <p:grpSpPr>
        <a:xfrm>
          <a:off x="0" y="0"/>
          <a:ext cx="0" cy="0"/>
          <a:chOff x="0" y="0"/>
          <a:chExt cx="0" cy="0"/>
        </a:xfrm>
      </p:grpSpPr>
      <p:sp>
        <p:nvSpPr>
          <p:cNvPr id="776" name="Google Shape;776;p126"/>
          <p:cNvSpPr txBox="1">
            <a:spLocks noGrp="1"/>
          </p:cNvSpPr>
          <p:nvPr>
            <p:ph type="ctrTitle"/>
          </p:nvPr>
        </p:nvSpPr>
        <p:spPr>
          <a:xfrm>
            <a:off x="311708" y="744575"/>
            <a:ext cx="8520653" cy="2052563"/>
          </a:xfrm>
          <a:prstGeom prst="rect">
            <a:avLst/>
          </a:prstGeom>
          <a:noFill/>
          <a:ln>
            <a:noFill/>
          </a:ln>
        </p:spPr>
        <p:txBody>
          <a:bodyPr spcFirstLastPara="1" wrap="square" lIns="0" tIns="0" rIns="0" bIns="0" anchor="b" anchorCtr="0">
            <a:no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777" name="Google Shape;777;p126"/>
          <p:cNvSpPr txBox="1">
            <a:spLocks noGrp="1"/>
          </p:cNvSpPr>
          <p:nvPr>
            <p:ph type="subTitle" idx="1"/>
          </p:nvPr>
        </p:nvSpPr>
        <p:spPr>
          <a:xfrm>
            <a:off x="311700" y="2834125"/>
            <a:ext cx="8520653" cy="792563"/>
          </a:xfrm>
          <a:prstGeom prst="rect">
            <a:avLst/>
          </a:prstGeom>
          <a:noFill/>
          <a:ln>
            <a:noFill/>
          </a:ln>
        </p:spPr>
        <p:txBody>
          <a:bodyPr spcFirstLastPara="1" wrap="square" lIns="0" tIns="0" rIns="0" bIns="0"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400"/>
              </a:spcBef>
              <a:spcAft>
                <a:spcPts val="0"/>
              </a:spcAft>
              <a:buSzPts val="2800"/>
              <a:buNone/>
              <a:defRPr sz="2800"/>
            </a:lvl6pPr>
            <a:lvl7pPr lvl="6" algn="ctr" rtl="0">
              <a:lnSpc>
                <a:spcPct val="100000"/>
              </a:lnSpc>
              <a:spcBef>
                <a:spcPts val="400"/>
              </a:spcBef>
              <a:spcAft>
                <a:spcPts val="0"/>
              </a:spcAft>
              <a:buSzPts val="2800"/>
              <a:buNone/>
              <a:defRPr sz="2800"/>
            </a:lvl7pPr>
            <a:lvl8pPr lvl="7" algn="ctr" rtl="0">
              <a:lnSpc>
                <a:spcPct val="100000"/>
              </a:lnSpc>
              <a:spcBef>
                <a:spcPts val="400"/>
              </a:spcBef>
              <a:spcAft>
                <a:spcPts val="0"/>
              </a:spcAft>
              <a:buSzPts val="2800"/>
              <a:buNone/>
              <a:defRPr sz="2800"/>
            </a:lvl8pPr>
            <a:lvl9pPr lvl="8" algn="ctr" rtl="0">
              <a:lnSpc>
                <a:spcPct val="100000"/>
              </a:lnSpc>
              <a:spcBef>
                <a:spcPts val="400"/>
              </a:spcBef>
              <a:spcAft>
                <a:spcPts val="0"/>
              </a:spcAft>
              <a:buSzPts val="2800"/>
              <a:buNone/>
              <a:defRPr sz="2800"/>
            </a:lvl9pPr>
          </a:lstStyle>
          <a:p>
            <a:endParaRPr/>
          </a:p>
        </p:txBody>
      </p:sp>
      <p:sp>
        <p:nvSpPr>
          <p:cNvPr id="778" name="Google Shape;778;p126"/>
          <p:cNvSpPr txBox="1">
            <a:spLocks noGrp="1"/>
          </p:cNvSpPr>
          <p:nvPr>
            <p:ph type="sldNum" idx="12"/>
          </p:nvPr>
        </p:nvSpPr>
        <p:spPr>
          <a:xfrm>
            <a:off x="8472458" y="4663217"/>
            <a:ext cx="548704" cy="393638"/>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79"/>
        <p:cNvGrpSpPr/>
        <p:nvPr/>
      </p:nvGrpSpPr>
      <p:grpSpPr>
        <a:xfrm>
          <a:off x="0" y="0"/>
          <a:ext cx="0" cy="0"/>
          <a:chOff x="0" y="0"/>
          <a:chExt cx="0" cy="0"/>
        </a:xfrm>
      </p:grpSpPr>
      <p:sp>
        <p:nvSpPr>
          <p:cNvPr id="780" name="Google Shape;780;p127"/>
          <p:cNvSpPr txBox="1">
            <a:spLocks noGrp="1"/>
          </p:cNvSpPr>
          <p:nvPr>
            <p:ph type="title"/>
          </p:nvPr>
        </p:nvSpPr>
        <p:spPr>
          <a:xfrm>
            <a:off x="311700" y="445025"/>
            <a:ext cx="8520653" cy="572738"/>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2700"/>
              <a:buNone/>
              <a:defRPr/>
            </a:lvl1pPr>
            <a:lvl2pPr lvl="1" algn="l" rtl="0">
              <a:lnSpc>
                <a:spcPct val="100000"/>
              </a:lnSpc>
              <a:spcBef>
                <a:spcPts val="0"/>
              </a:spcBef>
              <a:spcAft>
                <a:spcPts val="0"/>
              </a:spcAft>
              <a:buSzPts val="2100"/>
              <a:buNone/>
              <a:defRPr/>
            </a:lvl2pPr>
            <a:lvl3pPr lvl="2" algn="l" rtl="0">
              <a:lnSpc>
                <a:spcPct val="100000"/>
              </a:lnSpc>
              <a:spcBef>
                <a:spcPts val="0"/>
              </a:spcBef>
              <a:spcAft>
                <a:spcPts val="0"/>
              </a:spcAft>
              <a:buSzPts val="2100"/>
              <a:buNone/>
              <a:defRPr/>
            </a:lvl3pPr>
            <a:lvl4pPr lvl="3" algn="l" rtl="0">
              <a:lnSpc>
                <a:spcPct val="100000"/>
              </a:lnSpc>
              <a:spcBef>
                <a:spcPts val="0"/>
              </a:spcBef>
              <a:spcAft>
                <a:spcPts val="0"/>
              </a:spcAft>
              <a:buSzPts val="2100"/>
              <a:buNone/>
              <a:defRPr/>
            </a:lvl4pPr>
            <a:lvl5pPr lvl="4" algn="l" rtl="0">
              <a:lnSpc>
                <a:spcPct val="100000"/>
              </a:lnSpc>
              <a:spcBef>
                <a:spcPts val="0"/>
              </a:spcBef>
              <a:spcAft>
                <a:spcPts val="0"/>
              </a:spcAft>
              <a:buSzPts val="2100"/>
              <a:buNone/>
              <a:defRPr/>
            </a:lvl5pPr>
            <a:lvl6pPr lvl="5" algn="l" rtl="0">
              <a:lnSpc>
                <a:spcPct val="100000"/>
              </a:lnSpc>
              <a:spcBef>
                <a:spcPts val="0"/>
              </a:spcBef>
              <a:spcAft>
                <a:spcPts val="0"/>
              </a:spcAft>
              <a:buSzPts val="2100"/>
              <a:buNone/>
              <a:defRPr/>
            </a:lvl6pPr>
            <a:lvl7pPr lvl="6" algn="l" rtl="0">
              <a:lnSpc>
                <a:spcPct val="100000"/>
              </a:lnSpc>
              <a:spcBef>
                <a:spcPts val="0"/>
              </a:spcBef>
              <a:spcAft>
                <a:spcPts val="0"/>
              </a:spcAft>
              <a:buSzPts val="2100"/>
              <a:buNone/>
              <a:defRPr/>
            </a:lvl7pPr>
            <a:lvl8pPr lvl="7" algn="l" rtl="0">
              <a:lnSpc>
                <a:spcPct val="100000"/>
              </a:lnSpc>
              <a:spcBef>
                <a:spcPts val="0"/>
              </a:spcBef>
              <a:spcAft>
                <a:spcPts val="0"/>
              </a:spcAft>
              <a:buSzPts val="2100"/>
              <a:buNone/>
              <a:defRPr/>
            </a:lvl8pPr>
            <a:lvl9pPr lvl="8" algn="l" rtl="0">
              <a:lnSpc>
                <a:spcPct val="100000"/>
              </a:lnSpc>
              <a:spcBef>
                <a:spcPts val="0"/>
              </a:spcBef>
              <a:spcAft>
                <a:spcPts val="0"/>
              </a:spcAft>
              <a:buSzPts val="2100"/>
              <a:buNone/>
              <a:defRPr/>
            </a:lvl9pPr>
          </a:lstStyle>
          <a:p>
            <a:endParaRPr/>
          </a:p>
        </p:txBody>
      </p:sp>
      <p:sp>
        <p:nvSpPr>
          <p:cNvPr id="781" name="Google Shape;781;p127"/>
          <p:cNvSpPr txBox="1">
            <a:spLocks noGrp="1"/>
          </p:cNvSpPr>
          <p:nvPr>
            <p:ph type="body" idx="1"/>
          </p:nvPr>
        </p:nvSpPr>
        <p:spPr>
          <a:xfrm>
            <a:off x="311700" y="1152475"/>
            <a:ext cx="8520653" cy="3416400"/>
          </a:xfrm>
          <a:prstGeom prst="rect">
            <a:avLst/>
          </a:prstGeom>
          <a:noFill/>
          <a:ln>
            <a:noFill/>
          </a:ln>
        </p:spPr>
        <p:txBody>
          <a:bodyPr spcFirstLastPara="1" wrap="square" lIns="0" tIns="0" rIns="0" bIns="0" anchor="t" anchorCtr="0">
            <a:noAutofit/>
          </a:bodyPr>
          <a:lstStyle>
            <a:lvl1pPr marL="457200" lvl="0" indent="-323850" algn="l" rtl="0">
              <a:lnSpc>
                <a:spcPct val="114000"/>
              </a:lnSpc>
              <a:spcBef>
                <a:spcPts val="0"/>
              </a:spcBef>
              <a:spcAft>
                <a:spcPts val="0"/>
              </a:spcAft>
              <a:buSzPts val="1500"/>
              <a:buChar char="⦿"/>
              <a:defRPr/>
            </a:lvl1pPr>
            <a:lvl2pPr marL="914400" lvl="1" indent="-393700" algn="l" rtl="0">
              <a:lnSpc>
                <a:spcPct val="114000"/>
              </a:lnSpc>
              <a:spcBef>
                <a:spcPts val="0"/>
              </a:spcBef>
              <a:spcAft>
                <a:spcPts val="0"/>
              </a:spcAft>
              <a:buSzPts val="2600"/>
              <a:buChar char="•"/>
              <a:defRPr/>
            </a:lvl2pPr>
            <a:lvl3pPr marL="1371600" lvl="2" indent="-374650" algn="l" rtl="0">
              <a:lnSpc>
                <a:spcPct val="114000"/>
              </a:lnSpc>
              <a:spcBef>
                <a:spcPts val="0"/>
              </a:spcBef>
              <a:spcAft>
                <a:spcPts val="0"/>
              </a:spcAft>
              <a:buSzPts val="2300"/>
              <a:buChar char="o"/>
              <a:defRPr/>
            </a:lvl3pPr>
            <a:lvl4pPr marL="1828800" lvl="3" indent="-317500" algn="l" rtl="0">
              <a:lnSpc>
                <a:spcPct val="114000"/>
              </a:lnSpc>
              <a:spcBef>
                <a:spcPts val="0"/>
              </a:spcBef>
              <a:spcAft>
                <a:spcPts val="0"/>
              </a:spcAft>
              <a:buSzPts val="1400"/>
              <a:buChar char="⦿"/>
              <a:defRPr/>
            </a:lvl4pPr>
            <a:lvl5pPr marL="2286000" lvl="4" indent="-393700" algn="l" rtl="0">
              <a:lnSpc>
                <a:spcPct val="114000"/>
              </a:lnSpc>
              <a:spcBef>
                <a:spcPts val="0"/>
              </a:spcBef>
              <a:spcAft>
                <a:spcPts val="0"/>
              </a:spcAft>
              <a:buSzPts val="2600"/>
              <a:buChar char="•"/>
              <a:defRPr/>
            </a:lvl5pPr>
            <a:lvl6pPr marL="2743200" lvl="5" indent="-323850" algn="l" rtl="0">
              <a:lnSpc>
                <a:spcPct val="90000"/>
              </a:lnSpc>
              <a:spcBef>
                <a:spcPts val="400"/>
              </a:spcBef>
              <a:spcAft>
                <a:spcPts val="0"/>
              </a:spcAft>
              <a:buSzPts val="1500"/>
              <a:buChar char="•"/>
              <a:defRPr/>
            </a:lvl6pPr>
            <a:lvl7pPr marL="3200400" lvl="6" indent="-323850" algn="l" rtl="0">
              <a:lnSpc>
                <a:spcPct val="90000"/>
              </a:lnSpc>
              <a:spcBef>
                <a:spcPts val="400"/>
              </a:spcBef>
              <a:spcAft>
                <a:spcPts val="0"/>
              </a:spcAft>
              <a:buSzPts val="1500"/>
              <a:buChar char="•"/>
              <a:defRPr/>
            </a:lvl7pPr>
            <a:lvl8pPr marL="3657600" lvl="7" indent="-323850" algn="l" rtl="0">
              <a:lnSpc>
                <a:spcPct val="90000"/>
              </a:lnSpc>
              <a:spcBef>
                <a:spcPts val="400"/>
              </a:spcBef>
              <a:spcAft>
                <a:spcPts val="0"/>
              </a:spcAft>
              <a:buSzPts val="1500"/>
              <a:buChar char="•"/>
              <a:defRPr/>
            </a:lvl8pPr>
            <a:lvl9pPr marL="4114800" lvl="8" indent="-323850" algn="l" rtl="0">
              <a:lnSpc>
                <a:spcPct val="90000"/>
              </a:lnSpc>
              <a:spcBef>
                <a:spcPts val="400"/>
              </a:spcBef>
              <a:spcAft>
                <a:spcPts val="0"/>
              </a:spcAft>
              <a:buSzPts val="1500"/>
              <a:buChar char="•"/>
              <a:defRPr/>
            </a:lvl9pPr>
          </a:lstStyle>
          <a:p>
            <a:endParaRPr/>
          </a:p>
        </p:txBody>
      </p:sp>
      <p:sp>
        <p:nvSpPr>
          <p:cNvPr id="782" name="Google Shape;782;p127"/>
          <p:cNvSpPr txBox="1">
            <a:spLocks noGrp="1"/>
          </p:cNvSpPr>
          <p:nvPr>
            <p:ph type="sldNum" idx="12"/>
          </p:nvPr>
        </p:nvSpPr>
        <p:spPr>
          <a:xfrm>
            <a:off x="8472458" y="4663217"/>
            <a:ext cx="548704" cy="393638"/>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6_Section 05 (ice blue)_layout 02">
  <p:cSld name="6_Section 05 (ice blue)_layout 02">
    <p:bg>
      <p:bgPr>
        <a:solidFill>
          <a:srgbClr val="5EAEE0"/>
        </a:solidFill>
        <a:effectLst/>
      </p:bgPr>
    </p:bg>
    <p:spTree>
      <p:nvGrpSpPr>
        <p:cNvPr id="1" name="Shape 783"/>
        <p:cNvGrpSpPr/>
        <p:nvPr/>
      </p:nvGrpSpPr>
      <p:grpSpPr>
        <a:xfrm>
          <a:off x="0" y="0"/>
          <a:ext cx="0" cy="0"/>
          <a:chOff x="0" y="0"/>
          <a:chExt cx="0" cy="0"/>
        </a:xfrm>
      </p:grpSpPr>
      <p:sp>
        <p:nvSpPr>
          <p:cNvPr id="784" name="Google Shape;784;p128"/>
          <p:cNvSpPr/>
          <p:nvPr/>
        </p:nvSpPr>
        <p:spPr>
          <a:xfrm>
            <a:off x="0" y="326173"/>
            <a:ext cx="9152371" cy="4817363"/>
          </a:xfrm>
          <a:prstGeom prst="rect">
            <a:avLst/>
          </a:prstGeom>
          <a:solidFill>
            <a:srgbClr val="FAFAFA"/>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85" name="Google Shape;785;p128"/>
          <p:cNvSpPr/>
          <p:nvPr/>
        </p:nvSpPr>
        <p:spPr>
          <a:xfrm>
            <a:off x="0" y="-335"/>
            <a:ext cx="9144047" cy="869963"/>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cxnSp>
        <p:nvCxnSpPr>
          <p:cNvPr id="786" name="Google Shape;786;p128"/>
          <p:cNvCxnSpPr/>
          <p:nvPr/>
        </p:nvCxnSpPr>
        <p:spPr>
          <a:xfrm>
            <a:off x="339879" y="571500"/>
            <a:ext cx="8457886" cy="0"/>
          </a:xfrm>
          <a:prstGeom prst="straightConnector1">
            <a:avLst/>
          </a:prstGeom>
          <a:noFill/>
          <a:ln w="9525" cap="flat" cmpd="sng">
            <a:solidFill>
              <a:schemeClr val="accent1"/>
            </a:solidFill>
            <a:prstDash val="solid"/>
            <a:miter lim="800000"/>
            <a:headEnd type="none" w="sm" len="sm"/>
            <a:tailEnd type="none" w="sm" len="sm"/>
          </a:ln>
        </p:spPr>
      </p:cxnSp>
      <p:sp>
        <p:nvSpPr>
          <p:cNvPr id="787" name="Google Shape;787;p128"/>
          <p:cNvSpPr txBox="1">
            <a:spLocks noGrp="1"/>
          </p:cNvSpPr>
          <p:nvPr>
            <p:ph type="title"/>
          </p:nvPr>
        </p:nvSpPr>
        <p:spPr>
          <a:xfrm>
            <a:off x="349404" y="151515"/>
            <a:ext cx="8447088" cy="5511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900"/>
              <a:buFont typeface="Arial"/>
              <a:buNone/>
              <a:defRPr sz="1800" b="1" i="0" u="none" strike="noStrike" cap="none">
                <a:solidFill>
                  <a:schemeClr val="lt1"/>
                </a:solidFill>
                <a:latin typeface="Arial"/>
                <a:ea typeface="Arial"/>
                <a:cs typeface="Arial"/>
                <a:sym typeface="Arial"/>
              </a:defRPr>
            </a:lvl1pPr>
            <a:lvl2pPr lvl="1" algn="l" rtl="0">
              <a:lnSpc>
                <a:spcPct val="100000"/>
              </a:lnSpc>
              <a:spcBef>
                <a:spcPts val="0"/>
              </a:spcBef>
              <a:spcAft>
                <a:spcPts val="0"/>
              </a:spcAft>
              <a:buSzPts val="500"/>
              <a:buNone/>
              <a:defRPr sz="1300"/>
            </a:lvl2pPr>
            <a:lvl3pPr lvl="2" algn="l" rtl="0">
              <a:lnSpc>
                <a:spcPct val="100000"/>
              </a:lnSpc>
              <a:spcBef>
                <a:spcPts val="0"/>
              </a:spcBef>
              <a:spcAft>
                <a:spcPts val="0"/>
              </a:spcAft>
              <a:buSzPts val="500"/>
              <a:buNone/>
              <a:defRPr sz="1300"/>
            </a:lvl3pPr>
            <a:lvl4pPr lvl="3" algn="l" rtl="0">
              <a:lnSpc>
                <a:spcPct val="100000"/>
              </a:lnSpc>
              <a:spcBef>
                <a:spcPts val="0"/>
              </a:spcBef>
              <a:spcAft>
                <a:spcPts val="0"/>
              </a:spcAft>
              <a:buSzPts val="500"/>
              <a:buNone/>
              <a:defRPr sz="1300"/>
            </a:lvl4pPr>
            <a:lvl5pPr lvl="4" algn="l" rtl="0">
              <a:lnSpc>
                <a:spcPct val="100000"/>
              </a:lnSpc>
              <a:spcBef>
                <a:spcPts val="0"/>
              </a:spcBef>
              <a:spcAft>
                <a:spcPts val="0"/>
              </a:spcAft>
              <a:buSzPts val="500"/>
              <a:buNone/>
              <a:defRPr sz="1300"/>
            </a:lvl5pPr>
            <a:lvl6pPr lvl="5" algn="l" rtl="0">
              <a:lnSpc>
                <a:spcPct val="100000"/>
              </a:lnSpc>
              <a:spcBef>
                <a:spcPts val="0"/>
              </a:spcBef>
              <a:spcAft>
                <a:spcPts val="0"/>
              </a:spcAft>
              <a:buSzPts val="500"/>
              <a:buNone/>
              <a:defRPr sz="1300"/>
            </a:lvl6pPr>
            <a:lvl7pPr lvl="6" algn="l" rtl="0">
              <a:lnSpc>
                <a:spcPct val="100000"/>
              </a:lnSpc>
              <a:spcBef>
                <a:spcPts val="0"/>
              </a:spcBef>
              <a:spcAft>
                <a:spcPts val="0"/>
              </a:spcAft>
              <a:buSzPts val="500"/>
              <a:buNone/>
              <a:defRPr sz="1300"/>
            </a:lvl7pPr>
            <a:lvl8pPr lvl="7" algn="l" rtl="0">
              <a:lnSpc>
                <a:spcPct val="100000"/>
              </a:lnSpc>
              <a:spcBef>
                <a:spcPts val="0"/>
              </a:spcBef>
              <a:spcAft>
                <a:spcPts val="0"/>
              </a:spcAft>
              <a:buSzPts val="500"/>
              <a:buNone/>
              <a:defRPr sz="1300"/>
            </a:lvl8pPr>
            <a:lvl9pPr lvl="8" algn="l" rtl="0">
              <a:lnSpc>
                <a:spcPct val="100000"/>
              </a:lnSpc>
              <a:spcBef>
                <a:spcPts val="0"/>
              </a:spcBef>
              <a:spcAft>
                <a:spcPts val="0"/>
              </a:spcAft>
              <a:buSzPts val="500"/>
              <a:buNone/>
              <a:defRPr sz="1300"/>
            </a:lvl9pPr>
          </a:lstStyle>
          <a:p>
            <a:endParaRPr/>
          </a:p>
        </p:txBody>
      </p:sp>
      <p:sp>
        <p:nvSpPr>
          <p:cNvPr id="788" name="Google Shape;788;p128"/>
          <p:cNvSpPr/>
          <p:nvPr/>
        </p:nvSpPr>
        <p:spPr>
          <a:xfrm>
            <a:off x="8660526" y="4704907"/>
            <a:ext cx="491673" cy="191363"/>
          </a:xfrm>
          <a:prstGeom prst="rect">
            <a:avLst/>
          </a:prstGeom>
          <a:solidFill>
            <a:srgbClr val="ECF7FF"/>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89" name="Google Shape;789;p128"/>
          <p:cNvSpPr txBox="1"/>
          <p:nvPr/>
        </p:nvSpPr>
        <p:spPr>
          <a:xfrm>
            <a:off x="8729097" y="4704907"/>
            <a:ext cx="216872" cy="191363"/>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400"/>
              <a:buFont typeface="Arial"/>
              <a:buNone/>
            </a:pPr>
            <a:fld id="{00000000-1234-1234-1234-123412341234}" type="slidenum">
              <a:rPr lang="en" sz="700" b="1" i="0" u="none" strike="noStrike" cap="none">
                <a:solidFill>
                  <a:srgbClr val="201F4B"/>
                </a:solidFill>
                <a:latin typeface="Arial"/>
                <a:ea typeface="Arial"/>
                <a:cs typeface="Arial"/>
                <a:sym typeface="Arial"/>
              </a:rPr>
              <a:t>‹#›</a:t>
            </a:fld>
            <a:endParaRPr sz="700" b="1" i="0" u="none" strike="noStrike" cap="none">
              <a:solidFill>
                <a:srgbClr val="201F4B"/>
              </a:solidFill>
              <a:latin typeface="Arial"/>
              <a:ea typeface="Arial"/>
              <a:cs typeface="Arial"/>
              <a:sym typeface="Arial"/>
            </a:endParaRPr>
          </a:p>
        </p:txBody>
      </p:sp>
      <p:sp>
        <p:nvSpPr>
          <p:cNvPr id="790" name="Google Shape;790;p128"/>
          <p:cNvSpPr txBox="1">
            <a:spLocks noGrp="1"/>
          </p:cNvSpPr>
          <p:nvPr>
            <p:ph type="body" idx="1"/>
          </p:nvPr>
        </p:nvSpPr>
        <p:spPr>
          <a:xfrm>
            <a:off x="353196" y="1194157"/>
            <a:ext cx="8406930" cy="3377700"/>
          </a:xfrm>
          <a:prstGeom prst="rect">
            <a:avLst/>
          </a:prstGeom>
          <a:noFill/>
          <a:ln>
            <a:noFill/>
          </a:ln>
        </p:spPr>
        <p:txBody>
          <a:bodyPr spcFirstLastPara="1" wrap="square" lIns="34275" tIns="17125" rIns="34275" bIns="17125" anchor="t" anchorCtr="0">
            <a:normAutofit/>
          </a:bodyPr>
          <a:lstStyle>
            <a:lvl1pPr marL="457200" lvl="0" indent="-228600" algn="l" rtl="0">
              <a:lnSpc>
                <a:spcPct val="90000"/>
              </a:lnSpc>
              <a:spcBef>
                <a:spcPts val="400"/>
              </a:spcBef>
              <a:spcAft>
                <a:spcPts val="0"/>
              </a:spcAft>
              <a:buClr>
                <a:srgbClr val="262261"/>
              </a:buClr>
              <a:buSzPts val="1200"/>
              <a:buFont typeface="Arial"/>
              <a:buNone/>
              <a:defRPr sz="1200"/>
            </a:lvl1pPr>
            <a:lvl2pPr marL="914400" lvl="1" indent="-304800" algn="l" rtl="0">
              <a:lnSpc>
                <a:spcPct val="90000"/>
              </a:lnSpc>
              <a:spcBef>
                <a:spcPts val="200"/>
              </a:spcBef>
              <a:spcAft>
                <a:spcPts val="0"/>
              </a:spcAft>
              <a:buClr>
                <a:srgbClr val="262261"/>
              </a:buClr>
              <a:buSzPts val="1200"/>
              <a:buChar char="•"/>
              <a:defRPr sz="1200"/>
            </a:lvl2pPr>
            <a:lvl3pPr marL="1371600" lvl="2" indent="-304800" algn="l" rtl="0">
              <a:lnSpc>
                <a:spcPct val="90000"/>
              </a:lnSpc>
              <a:spcBef>
                <a:spcPts val="200"/>
              </a:spcBef>
              <a:spcAft>
                <a:spcPts val="0"/>
              </a:spcAft>
              <a:buClr>
                <a:srgbClr val="262261"/>
              </a:buClr>
              <a:buSzPts val="1200"/>
              <a:buChar char="•"/>
              <a:defRPr sz="1200"/>
            </a:lvl3pPr>
            <a:lvl4pPr marL="1828800" lvl="3" indent="-304800" algn="l" rtl="0">
              <a:lnSpc>
                <a:spcPct val="90000"/>
              </a:lnSpc>
              <a:spcBef>
                <a:spcPts val="200"/>
              </a:spcBef>
              <a:spcAft>
                <a:spcPts val="0"/>
              </a:spcAft>
              <a:buClr>
                <a:srgbClr val="262261"/>
              </a:buClr>
              <a:buSzPts val="1200"/>
              <a:buChar char="•"/>
              <a:defRPr sz="1200"/>
            </a:lvl4pPr>
            <a:lvl5pPr marL="2286000" lvl="4" indent="-304800" algn="l" rtl="0">
              <a:lnSpc>
                <a:spcPct val="90000"/>
              </a:lnSpc>
              <a:spcBef>
                <a:spcPts val="200"/>
              </a:spcBef>
              <a:spcAft>
                <a:spcPts val="0"/>
              </a:spcAft>
              <a:buClr>
                <a:srgbClr val="262261"/>
              </a:buClr>
              <a:buSzPts val="1200"/>
              <a:buChar char="•"/>
              <a:defRPr sz="1200"/>
            </a:lvl5pPr>
            <a:lvl6pPr marL="2743200" lvl="5" indent="-228600" algn="l" rtl="0">
              <a:lnSpc>
                <a:spcPct val="100000"/>
              </a:lnSpc>
              <a:spcBef>
                <a:spcPts val="0"/>
              </a:spcBef>
              <a:spcAft>
                <a:spcPts val="0"/>
              </a:spcAft>
              <a:buSzPts val="500"/>
              <a:buNone/>
              <a:defRPr/>
            </a:lvl6pPr>
            <a:lvl7pPr marL="3200400" lvl="6" indent="-228600" algn="l" rtl="0">
              <a:lnSpc>
                <a:spcPct val="100000"/>
              </a:lnSpc>
              <a:spcBef>
                <a:spcPts val="0"/>
              </a:spcBef>
              <a:spcAft>
                <a:spcPts val="0"/>
              </a:spcAft>
              <a:buSzPts val="500"/>
              <a:buNone/>
              <a:defRPr/>
            </a:lvl7pPr>
            <a:lvl8pPr marL="3657600" lvl="7" indent="-228600" algn="l" rtl="0">
              <a:lnSpc>
                <a:spcPct val="100000"/>
              </a:lnSpc>
              <a:spcBef>
                <a:spcPts val="0"/>
              </a:spcBef>
              <a:spcAft>
                <a:spcPts val="0"/>
              </a:spcAft>
              <a:buSzPts val="500"/>
              <a:buNone/>
              <a:defRPr/>
            </a:lvl8pPr>
            <a:lvl9pPr marL="4114800" lvl="8" indent="-228600" algn="l" rtl="0">
              <a:lnSpc>
                <a:spcPct val="100000"/>
              </a:lnSpc>
              <a:spcBef>
                <a:spcPts val="0"/>
              </a:spcBef>
              <a:spcAft>
                <a:spcPts val="0"/>
              </a:spcAft>
              <a:buSzPts val="500"/>
              <a:buNone/>
              <a:defRPr/>
            </a:lvl9pPr>
          </a:lstStyle>
          <a:p>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791"/>
        <p:cNvGrpSpPr/>
        <p:nvPr/>
      </p:nvGrpSpPr>
      <p:grpSpPr>
        <a:xfrm>
          <a:off x="0" y="0"/>
          <a:ext cx="0" cy="0"/>
          <a:chOff x="0" y="0"/>
          <a:chExt cx="0" cy="0"/>
        </a:xfrm>
      </p:grpSpPr>
      <p:sp>
        <p:nvSpPr>
          <p:cNvPr id="792" name="Google Shape;792;p129"/>
          <p:cNvSpPr txBox="1">
            <a:spLocks noGrp="1"/>
          </p:cNvSpPr>
          <p:nvPr>
            <p:ph type="subTitle" idx="1"/>
          </p:nvPr>
        </p:nvSpPr>
        <p:spPr>
          <a:xfrm>
            <a:off x="820163" y="820215"/>
            <a:ext cx="7361379" cy="693563"/>
          </a:xfrm>
          <a:prstGeom prst="rect">
            <a:avLst/>
          </a:prstGeom>
          <a:noFill/>
          <a:ln>
            <a:noFill/>
          </a:ln>
        </p:spPr>
        <p:txBody>
          <a:bodyPr spcFirstLastPara="1" wrap="square" lIns="0" tIns="0" rIns="0" bIns="0" anchor="b" anchorCtr="0">
            <a:noAutofit/>
          </a:bodyPr>
          <a:lstStyle>
            <a:lvl1pPr lvl="0" algn="l" rtl="0">
              <a:lnSpc>
                <a:spcPct val="114000"/>
              </a:lnSpc>
              <a:spcBef>
                <a:spcPts val="0"/>
              </a:spcBef>
              <a:spcAft>
                <a:spcPts val="0"/>
              </a:spcAft>
              <a:buClr>
                <a:schemeClr val="lt1"/>
              </a:buClr>
              <a:buSzPts val="1700"/>
              <a:buFont typeface="Arial"/>
              <a:buNone/>
              <a:defRPr sz="2700">
                <a:solidFill>
                  <a:srgbClr val="262261"/>
                </a:solidFill>
              </a:defRPr>
            </a:lvl1pPr>
            <a:lvl2pPr lvl="1" algn="ctr" rtl="0">
              <a:lnSpc>
                <a:spcPct val="114000"/>
              </a:lnSpc>
              <a:spcBef>
                <a:spcPts val="0"/>
              </a:spcBef>
              <a:spcAft>
                <a:spcPts val="0"/>
              </a:spcAft>
              <a:buClr>
                <a:schemeClr val="lt1"/>
              </a:buClr>
              <a:buSzPts val="1300"/>
              <a:buNone/>
              <a:defRPr sz="1100"/>
            </a:lvl2pPr>
            <a:lvl3pPr lvl="2" algn="ctr" rtl="0">
              <a:lnSpc>
                <a:spcPct val="114000"/>
              </a:lnSpc>
              <a:spcBef>
                <a:spcPts val="0"/>
              </a:spcBef>
              <a:spcAft>
                <a:spcPts val="0"/>
              </a:spcAft>
              <a:buClr>
                <a:schemeClr val="lt1"/>
              </a:buClr>
              <a:buSzPts val="1000"/>
              <a:buNone/>
              <a:defRPr sz="1000"/>
            </a:lvl3pPr>
            <a:lvl4pPr lvl="3" algn="ctr" rtl="0">
              <a:lnSpc>
                <a:spcPct val="114000"/>
              </a:lnSpc>
              <a:spcBef>
                <a:spcPts val="0"/>
              </a:spcBef>
              <a:spcAft>
                <a:spcPts val="0"/>
              </a:spcAft>
              <a:buClr>
                <a:schemeClr val="lt1"/>
              </a:buClr>
              <a:buSzPts val="500"/>
              <a:buNone/>
              <a:defRPr sz="900"/>
            </a:lvl4pPr>
            <a:lvl5pPr lvl="4" algn="ctr" rtl="0">
              <a:lnSpc>
                <a:spcPct val="114000"/>
              </a:lnSpc>
              <a:spcBef>
                <a:spcPts val="0"/>
              </a:spcBef>
              <a:spcAft>
                <a:spcPts val="0"/>
              </a:spcAft>
              <a:buClr>
                <a:schemeClr val="lt1"/>
              </a:buClr>
              <a:buSzPts val="1100"/>
              <a:buNone/>
              <a:defRPr sz="900"/>
            </a:lvl5pPr>
            <a:lvl6pPr lvl="5" algn="ctr" rtl="0">
              <a:lnSpc>
                <a:spcPct val="90000"/>
              </a:lnSpc>
              <a:spcBef>
                <a:spcPts val="300"/>
              </a:spcBef>
              <a:spcAft>
                <a:spcPts val="0"/>
              </a:spcAft>
              <a:buClr>
                <a:schemeClr val="lt1"/>
              </a:buClr>
              <a:buSzPts val="900"/>
              <a:buNone/>
              <a:defRPr sz="900"/>
            </a:lvl6pPr>
            <a:lvl7pPr lvl="6" algn="ctr" rtl="0">
              <a:lnSpc>
                <a:spcPct val="90000"/>
              </a:lnSpc>
              <a:spcBef>
                <a:spcPts val="300"/>
              </a:spcBef>
              <a:spcAft>
                <a:spcPts val="0"/>
              </a:spcAft>
              <a:buClr>
                <a:schemeClr val="lt1"/>
              </a:buClr>
              <a:buSzPts val="900"/>
              <a:buNone/>
              <a:defRPr sz="900"/>
            </a:lvl7pPr>
            <a:lvl8pPr lvl="7" algn="ctr" rtl="0">
              <a:lnSpc>
                <a:spcPct val="90000"/>
              </a:lnSpc>
              <a:spcBef>
                <a:spcPts val="300"/>
              </a:spcBef>
              <a:spcAft>
                <a:spcPts val="0"/>
              </a:spcAft>
              <a:buClr>
                <a:schemeClr val="lt1"/>
              </a:buClr>
              <a:buSzPts val="900"/>
              <a:buNone/>
              <a:defRPr sz="900"/>
            </a:lvl8pPr>
            <a:lvl9pPr lvl="8" algn="ctr" rtl="0">
              <a:lnSpc>
                <a:spcPct val="90000"/>
              </a:lnSpc>
              <a:spcBef>
                <a:spcPts val="300"/>
              </a:spcBef>
              <a:spcAft>
                <a:spcPts val="0"/>
              </a:spcAft>
              <a:buClr>
                <a:schemeClr val="lt1"/>
              </a:buClr>
              <a:buSzPts val="900"/>
              <a:buNone/>
              <a:defRPr sz="9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63"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18" Type="http://schemas.openxmlformats.org/officeDocument/2006/relationships/slideLayout" Target="../slideLayouts/slideLayout91.xml"/><Relationship Id="rId3" Type="http://schemas.openxmlformats.org/officeDocument/2006/relationships/slideLayout" Target="../slideLayouts/slideLayout76.xml"/><Relationship Id="rId21" Type="http://schemas.openxmlformats.org/officeDocument/2006/relationships/slideLayout" Target="../slideLayouts/slideLayout94.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17" Type="http://schemas.openxmlformats.org/officeDocument/2006/relationships/slideLayout" Target="../slideLayouts/slideLayout90.xml"/><Relationship Id="rId25" Type="http://schemas.openxmlformats.org/officeDocument/2006/relationships/theme" Target="../theme/theme3.xml"/><Relationship Id="rId2" Type="http://schemas.openxmlformats.org/officeDocument/2006/relationships/slideLayout" Target="../slideLayouts/slideLayout75.xml"/><Relationship Id="rId16" Type="http://schemas.openxmlformats.org/officeDocument/2006/relationships/slideLayout" Target="../slideLayouts/slideLayout89.xml"/><Relationship Id="rId20" Type="http://schemas.openxmlformats.org/officeDocument/2006/relationships/slideLayout" Target="../slideLayouts/slideLayout93.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24" Type="http://schemas.openxmlformats.org/officeDocument/2006/relationships/slideLayout" Target="../slideLayouts/slideLayout97.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23" Type="http://schemas.openxmlformats.org/officeDocument/2006/relationships/slideLayout" Target="../slideLayouts/slideLayout96.xml"/><Relationship Id="rId10" Type="http://schemas.openxmlformats.org/officeDocument/2006/relationships/slideLayout" Target="../slideLayouts/slideLayout83.xml"/><Relationship Id="rId19" Type="http://schemas.openxmlformats.org/officeDocument/2006/relationships/slideLayout" Target="../slideLayouts/slideLayout92.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 Id="rId22" Type="http://schemas.openxmlformats.org/officeDocument/2006/relationships/slideLayout" Target="../slideLayouts/slideLayout9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theme" Target="../theme/theme4.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slideLayout" Target="../slideLayouts/slideLayout124.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49404" y="285655"/>
            <a:ext cx="8447100" cy="169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48671" y="944303"/>
            <a:ext cx="8447700" cy="3133200"/>
          </a:xfrm>
          <a:prstGeom prst="rect">
            <a:avLst/>
          </a:prstGeom>
          <a:noFill/>
          <a:ln>
            <a:noFill/>
          </a:ln>
        </p:spPr>
        <p:txBody>
          <a:bodyPr spcFirstLastPara="1" wrap="square" lIns="0" tIns="0" rIns="0" bIns="0" anchor="t" anchorCtr="0">
            <a:noAutofit/>
          </a:bodyPr>
          <a:lstStyle>
            <a:lvl1pPr marL="457200" marR="0" lvl="0" indent="-330200" algn="l" rtl="0">
              <a:lnSpc>
                <a:spcPct val="122727"/>
              </a:lnSpc>
              <a:spcBef>
                <a:spcPts val="900"/>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1pPr>
            <a:lvl2pPr marL="914400" marR="0" lvl="1" indent="-336550" algn="l" rtl="0">
              <a:lnSpc>
                <a:spcPct val="135000"/>
              </a:lnSpc>
              <a:spcBef>
                <a:spcPts val="900"/>
              </a:spcBef>
              <a:spcAft>
                <a:spcPts val="0"/>
              </a:spcAft>
              <a:buClr>
                <a:schemeClr val="dk1"/>
              </a:buClr>
              <a:buSzPts val="1700"/>
              <a:buFont typeface="Arial"/>
              <a:buChar char="•"/>
              <a:defRPr sz="1500" b="0" i="0" u="none" strike="noStrike" cap="none">
                <a:solidFill>
                  <a:schemeClr val="dk1"/>
                </a:solidFill>
                <a:latin typeface="Arial"/>
                <a:ea typeface="Arial"/>
                <a:cs typeface="Arial"/>
                <a:sym typeface="Arial"/>
              </a:defRPr>
            </a:lvl2pPr>
            <a:lvl3pPr marL="1371600" marR="0" lvl="2" indent="-323850" algn="l" rtl="0">
              <a:lnSpc>
                <a:spcPct val="135000"/>
              </a:lnSpc>
              <a:spcBef>
                <a:spcPts val="900"/>
              </a:spcBef>
              <a:spcAft>
                <a:spcPts val="0"/>
              </a:spcAft>
              <a:buClr>
                <a:schemeClr val="dk1"/>
              </a:buClr>
              <a:buSzPts val="1500"/>
              <a:buFont typeface="Courier New"/>
              <a:buChar char="o"/>
              <a:defRPr sz="1500" b="0" i="0" u="none" strike="noStrike" cap="none">
                <a:solidFill>
                  <a:schemeClr val="dk1"/>
                </a:solidFill>
                <a:latin typeface="Arial"/>
                <a:ea typeface="Arial"/>
                <a:cs typeface="Arial"/>
                <a:sym typeface="Arial"/>
              </a:defRPr>
            </a:lvl3pPr>
            <a:lvl4pPr marL="1828800" marR="0" lvl="3" indent="-323850" algn="l" rtl="0">
              <a:lnSpc>
                <a:spcPct val="135000"/>
              </a:lnSpc>
              <a:spcBef>
                <a:spcPts val="900"/>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336550" algn="l" rtl="0">
              <a:lnSpc>
                <a:spcPct val="135000"/>
              </a:lnSpc>
              <a:spcBef>
                <a:spcPts val="900"/>
              </a:spcBef>
              <a:spcAft>
                <a:spcPts val="0"/>
              </a:spcAft>
              <a:buClr>
                <a:schemeClr val="dk1"/>
              </a:buClr>
              <a:buSzPts val="1700"/>
              <a:buFont typeface="Arial"/>
              <a:buChar char="•"/>
              <a:defRPr sz="1500" b="0" i="0" u="none" strike="noStrike" cap="none">
                <a:solidFill>
                  <a:schemeClr val="dk1"/>
                </a:solidFill>
                <a:latin typeface="Arial"/>
                <a:ea typeface="Arial"/>
                <a:cs typeface="Arial"/>
                <a:sym typeface="Arial"/>
              </a:defRPr>
            </a:lvl5pPr>
            <a:lvl6pPr marL="2743200" marR="0" lvl="5" indent="-292100"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6pPr>
            <a:lvl7pPr marL="3200400" marR="0" lvl="6" indent="-292100"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7pPr>
            <a:lvl8pPr marL="3657600" marR="0" lvl="7" indent="-292100"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8pPr>
            <a:lvl9pPr marL="4114800" marR="0" lvl="8" indent="-292100" algn="l" rtl="0">
              <a:lnSpc>
                <a:spcPct val="90000"/>
              </a:lnSpc>
              <a:spcBef>
                <a:spcPts val="3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6738655"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33333"/>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
          <p15:clr>
            <a:srgbClr val="F26B43"/>
          </p15:clr>
        </p15:guide>
        <p15:guide id="2" pos="216">
          <p15:clr>
            <a:srgbClr val="F26B43"/>
          </p15:clr>
        </p15:guide>
        <p15:guide id="3" pos="526">
          <p15:clr>
            <a:srgbClr val="F26B43"/>
          </p15:clr>
        </p15:guide>
        <p15:guide id="4" pos="669">
          <p15:clr>
            <a:srgbClr val="F26B43"/>
          </p15:clr>
        </p15:guide>
        <p15:guide id="5" pos="984">
          <p15:clr>
            <a:srgbClr val="F26B43"/>
          </p15:clr>
        </p15:guide>
        <p15:guide id="6" pos="1126">
          <p15:clr>
            <a:srgbClr val="F26B43"/>
          </p15:clr>
        </p15:guide>
        <p15:guide id="7" pos="1438">
          <p15:clr>
            <a:srgbClr val="F26B43"/>
          </p15:clr>
        </p15:guide>
        <p15:guide id="8" pos="1583">
          <p15:clr>
            <a:srgbClr val="F26B43"/>
          </p15:clr>
        </p15:guide>
        <p15:guide id="9" pos="1894">
          <p15:clr>
            <a:srgbClr val="F26B43"/>
          </p15:clr>
        </p15:guide>
        <p15:guide id="10" pos="2039">
          <p15:clr>
            <a:srgbClr val="F26B43"/>
          </p15:clr>
        </p15:guide>
        <p15:guide id="11" pos="2351">
          <p15:clr>
            <a:srgbClr val="F26B43"/>
          </p15:clr>
        </p15:guide>
        <p15:guide id="12" pos="2496">
          <p15:clr>
            <a:srgbClr val="F26B43"/>
          </p15:clr>
        </p15:guide>
        <p15:guide id="13" pos="2804">
          <p15:clr>
            <a:srgbClr val="F26B43"/>
          </p15:clr>
        </p15:guide>
        <p15:guide id="14" pos="2949">
          <p15:clr>
            <a:srgbClr val="F26B43"/>
          </p15:clr>
        </p15:guide>
        <p15:guide id="15" pos="3406">
          <p15:clr>
            <a:srgbClr val="F26B43"/>
          </p15:clr>
        </p15:guide>
        <p15:guide id="16" pos="3718">
          <p15:clr>
            <a:srgbClr val="F26B43"/>
          </p15:clr>
        </p15:guide>
        <p15:guide id="17" pos="4174">
          <p15:clr>
            <a:srgbClr val="F26B43"/>
          </p15:clr>
        </p15:guide>
        <p15:guide id="18" pos="4319">
          <p15:clr>
            <a:srgbClr val="F26B43"/>
          </p15:clr>
        </p15:guide>
        <p15:guide id="19" pos="4772">
          <p15:clr>
            <a:srgbClr val="F26B43"/>
          </p15:clr>
        </p15:guide>
        <p15:guide id="20" pos="5086">
          <p15:clr>
            <a:srgbClr val="F26B43"/>
          </p15:clr>
        </p15:guide>
        <p15:guide id="21" pos="5229">
          <p15:clr>
            <a:srgbClr val="F26B43"/>
          </p15:clr>
        </p15:guide>
        <p15:guide id="22" pos="5541">
          <p15:clr>
            <a:srgbClr val="F26B43"/>
          </p15:clr>
        </p15:guide>
        <p15:guide id="23" pos="3863">
          <p15:clr>
            <a:srgbClr val="F26B43"/>
          </p15:clr>
        </p15:guide>
        <p15:guide id="24" pos="3261">
          <p15:clr>
            <a:srgbClr val="F26B43"/>
          </p15:clr>
        </p15:guide>
        <p15:guide id="25" pos="4631">
          <p15:clr>
            <a:srgbClr val="F26B43"/>
          </p15:clr>
        </p15:guide>
        <p15:guide id="26" orient="horz" pos="287">
          <p15:clr>
            <a:srgbClr val="F26B43"/>
          </p15:clr>
        </p15:guide>
        <p15:guide id="27" orient="horz" pos="360">
          <p15:clr>
            <a:srgbClr val="F26B43"/>
          </p15:clr>
        </p15:guide>
        <p15:guide id="28" orient="horz" pos="609">
          <p15:clr>
            <a:srgbClr val="F26B43"/>
          </p15:clr>
        </p15:guide>
        <p15:guide id="29" orient="horz" pos="720">
          <p15:clr>
            <a:srgbClr val="F26B43"/>
          </p15:clr>
        </p15:guide>
        <p15:guide id="30" orient="horz" pos="789">
          <p15:clr>
            <a:srgbClr val="F26B43"/>
          </p15:clr>
        </p15:guide>
        <p15:guide id="31" orient="horz" pos="865">
          <p15:clr>
            <a:srgbClr val="F26B43"/>
          </p15:clr>
        </p15:guide>
        <p15:guide id="32" orient="horz" pos="1041">
          <p15:clr>
            <a:srgbClr val="F26B43"/>
          </p15:clr>
        </p15:guide>
        <p15:guide id="33" orient="horz" pos="1222">
          <p15:clr>
            <a:srgbClr val="F26B43"/>
          </p15:clr>
        </p15:guide>
        <p15:guide id="34" orient="horz" pos="1293">
          <p15:clr>
            <a:srgbClr val="F26B43"/>
          </p15:clr>
        </p15:guide>
        <p15:guide id="35" orient="horz" pos="1367">
          <p15:clr>
            <a:srgbClr val="F26B43"/>
          </p15:clr>
        </p15:guide>
        <p15:guide id="36" orient="horz" pos="1724">
          <p15:clr>
            <a:srgbClr val="F26B43"/>
          </p15:clr>
        </p15:guide>
        <p15:guide id="37" orient="horz" pos="1799">
          <p15:clr>
            <a:srgbClr val="F26B43"/>
          </p15:clr>
        </p15:guide>
        <p15:guide id="38" orient="horz" pos="1869">
          <p15:clr>
            <a:srgbClr val="F26B43"/>
          </p15:clr>
        </p15:guide>
        <p15:guide id="39" orient="horz" pos="2231">
          <p15:clr>
            <a:srgbClr val="F26B43"/>
          </p15:clr>
        </p15:guide>
        <p15:guide id="40" orient="horz" pos="2302">
          <p15:clr>
            <a:srgbClr val="F26B43"/>
          </p15:clr>
        </p15:guide>
        <p15:guide id="41" orient="horz" pos="2373">
          <p15:clr>
            <a:srgbClr val="F26B43"/>
          </p15:clr>
        </p15:guide>
        <p15:guide id="42" orient="horz" pos="2769">
          <p15:clr>
            <a:srgbClr val="F26B43"/>
          </p15:clr>
        </p15:guide>
        <p15:guide id="43" orient="horz" pos="2843">
          <p15:clr>
            <a:srgbClr val="F26B43"/>
          </p15:clr>
        </p15:guide>
        <p15:guide id="44" orient="horz" pos="2949">
          <p15:clr>
            <a:srgbClr val="F26B43"/>
          </p15:clr>
        </p15:guide>
        <p15:guide id="45" orient="horz" pos="2698">
          <p15:clr>
            <a:srgbClr val="F26B43"/>
          </p15:clr>
        </p15:guide>
        <p15:guide id="46" orient="horz" pos="3021">
          <p15:clr>
            <a:srgbClr val="F26B43"/>
          </p15:clr>
        </p15:guide>
        <p15:guide id="47" orient="horz" pos="312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p:cNvGrpSpPr/>
        <p:nvPr/>
      </p:nvGrpSpPr>
      <p:grpSpPr>
        <a:xfrm>
          <a:off x="0" y="0"/>
          <a:ext cx="0" cy="0"/>
          <a:chOff x="0" y="0"/>
          <a:chExt cx="0" cy="0"/>
        </a:xfrm>
      </p:grpSpPr>
      <p:sp>
        <p:nvSpPr>
          <p:cNvPr id="441" name="Google Shape;441;p76"/>
          <p:cNvSpPr txBox="1">
            <a:spLocks noGrp="1"/>
          </p:cNvSpPr>
          <p:nvPr>
            <p:ph type="title"/>
          </p:nvPr>
        </p:nvSpPr>
        <p:spPr>
          <a:xfrm>
            <a:off x="349404" y="285655"/>
            <a:ext cx="8447100" cy="4149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42" name="Google Shape;442;p76"/>
          <p:cNvSpPr txBox="1">
            <a:spLocks noGrp="1"/>
          </p:cNvSpPr>
          <p:nvPr>
            <p:ph type="body" idx="1"/>
          </p:nvPr>
        </p:nvSpPr>
        <p:spPr>
          <a:xfrm>
            <a:off x="349712" y="912114"/>
            <a:ext cx="8448000" cy="3134100"/>
          </a:xfrm>
          <a:prstGeom prst="rect">
            <a:avLst/>
          </a:prstGeom>
          <a:noFill/>
          <a:ln>
            <a:noFill/>
          </a:ln>
        </p:spPr>
        <p:txBody>
          <a:bodyPr spcFirstLastPara="1" wrap="square" lIns="0" tIns="0" rIns="0" bIns="0" anchor="t" anchorCtr="0">
            <a:noAutofit/>
          </a:bodyPr>
          <a:lstStyle>
            <a:lvl1pPr marL="457200" marR="0" lvl="0" indent="-304800" algn="l" rtl="0">
              <a:lnSpc>
                <a:spcPct val="114000"/>
              </a:lnSpc>
              <a:spcBef>
                <a:spcPts val="0"/>
              </a:spcBef>
              <a:spcAft>
                <a:spcPts val="0"/>
              </a:spcAft>
              <a:buClr>
                <a:schemeClr val="dk1"/>
              </a:buClr>
              <a:buSzPts val="1200"/>
              <a:buFont typeface="Arial"/>
              <a:buChar char="•"/>
              <a:defRPr sz="1200" b="0" i="0" u="none" strike="noStrike" cap="none">
                <a:solidFill>
                  <a:srgbClr val="262261"/>
                </a:solidFill>
                <a:latin typeface="Arial"/>
                <a:ea typeface="Arial"/>
                <a:cs typeface="Arial"/>
                <a:sym typeface="Arial"/>
              </a:defRPr>
            </a:lvl1pPr>
            <a:lvl2pPr marL="914400" marR="0" lvl="1" indent="-292100" algn="l" rtl="0">
              <a:lnSpc>
                <a:spcPct val="114000"/>
              </a:lnSpc>
              <a:spcBef>
                <a:spcPts val="0"/>
              </a:spcBef>
              <a:spcAft>
                <a:spcPts val="0"/>
              </a:spcAft>
              <a:buClr>
                <a:srgbClr val="262260"/>
              </a:buClr>
              <a:buSzPts val="1000"/>
              <a:buFont typeface="Arial"/>
              <a:buChar char="•"/>
              <a:defRPr sz="1000" b="0" i="0" u="none" strike="noStrike" cap="none">
                <a:solidFill>
                  <a:srgbClr val="262261"/>
                </a:solidFill>
                <a:latin typeface="Arial"/>
                <a:ea typeface="Arial"/>
                <a:cs typeface="Arial"/>
                <a:sym typeface="Arial"/>
              </a:defRPr>
            </a:lvl2pPr>
            <a:lvl3pPr marL="1371600" marR="0" lvl="2" indent="-285750" algn="l" rtl="0">
              <a:lnSpc>
                <a:spcPct val="114000"/>
              </a:lnSpc>
              <a:spcBef>
                <a:spcPts val="0"/>
              </a:spcBef>
              <a:spcAft>
                <a:spcPts val="0"/>
              </a:spcAft>
              <a:buClr>
                <a:srgbClr val="262260"/>
              </a:buClr>
              <a:buSzPts val="900"/>
              <a:buFont typeface="Arial"/>
              <a:buChar char="•"/>
              <a:defRPr sz="900" b="0" i="0" u="none" strike="noStrike" cap="none">
                <a:solidFill>
                  <a:srgbClr val="262261"/>
                </a:solidFill>
                <a:latin typeface="Arial"/>
                <a:ea typeface="Arial"/>
                <a:cs typeface="Arial"/>
                <a:sym typeface="Arial"/>
              </a:defRPr>
            </a:lvl3pPr>
            <a:lvl4pPr marL="1828800" marR="0" lvl="3" indent="-273050" algn="l" rtl="0">
              <a:lnSpc>
                <a:spcPct val="114000"/>
              </a:lnSpc>
              <a:spcBef>
                <a:spcPts val="0"/>
              </a:spcBef>
              <a:spcAft>
                <a:spcPts val="0"/>
              </a:spcAft>
              <a:buClr>
                <a:srgbClr val="262260"/>
              </a:buClr>
              <a:buSzPts val="700"/>
              <a:buFont typeface="Arial"/>
              <a:buChar char="•"/>
              <a:defRPr sz="700" b="0" i="0" u="none" strike="noStrike" cap="none">
                <a:solidFill>
                  <a:srgbClr val="262261"/>
                </a:solidFill>
                <a:latin typeface="Arial"/>
                <a:ea typeface="Arial"/>
                <a:cs typeface="Arial"/>
                <a:sym typeface="Arial"/>
              </a:defRPr>
            </a:lvl4pPr>
            <a:lvl5pPr marL="2286000" marR="0" lvl="4" indent="-273050" algn="l" rtl="0">
              <a:lnSpc>
                <a:spcPct val="114000"/>
              </a:lnSpc>
              <a:spcBef>
                <a:spcPts val="0"/>
              </a:spcBef>
              <a:spcAft>
                <a:spcPts val="0"/>
              </a:spcAft>
              <a:buClr>
                <a:srgbClr val="262260"/>
              </a:buClr>
              <a:buSzPts val="700"/>
              <a:buFont typeface="Arial"/>
              <a:buChar char="•"/>
              <a:defRPr sz="700" b="0" i="0" u="none" strike="noStrike" cap="none">
                <a:solidFill>
                  <a:srgbClr val="26226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500"/>
              <a:buFont typeface="Arial"/>
              <a:buNone/>
              <a:defRPr sz="5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72">
          <p15:clr>
            <a:srgbClr val="F26B43"/>
          </p15:clr>
        </p15:guide>
        <p15:guide id="2" pos="576">
          <p15:clr>
            <a:srgbClr val="F26B43"/>
          </p15:clr>
        </p15:guide>
        <p15:guide id="3" pos="1403">
          <p15:clr>
            <a:srgbClr val="F26B43"/>
          </p15:clr>
        </p15:guide>
        <p15:guide id="4" pos="1785">
          <p15:clr>
            <a:srgbClr val="F26B43"/>
          </p15:clr>
        </p15:guide>
        <p15:guide id="5" pos="2625">
          <p15:clr>
            <a:srgbClr val="F26B43"/>
          </p15:clr>
        </p15:guide>
        <p15:guide id="6" pos="3003">
          <p15:clr>
            <a:srgbClr val="F26B43"/>
          </p15:clr>
        </p15:guide>
        <p15:guide id="7" pos="3834">
          <p15:clr>
            <a:srgbClr val="F26B43"/>
          </p15:clr>
        </p15:guide>
        <p15:guide id="8" pos="4221">
          <p15:clr>
            <a:srgbClr val="F26B43"/>
          </p15:clr>
        </p15:guide>
        <p15:guide id="9" pos="5052">
          <p15:clr>
            <a:srgbClr val="F26B43"/>
          </p15:clr>
        </p15:guide>
        <p15:guide id="10" pos="5439">
          <p15:clr>
            <a:srgbClr val="F26B43"/>
          </p15:clr>
        </p15:guide>
        <p15:guide id="11" pos="6270">
          <p15:clr>
            <a:srgbClr val="F26B43"/>
          </p15:clr>
        </p15:guide>
        <p15:guide id="12" pos="6657">
          <p15:clr>
            <a:srgbClr val="F26B43"/>
          </p15:clr>
        </p15:guide>
        <p15:guide id="13" pos="7479">
          <p15:clr>
            <a:srgbClr val="F26B43"/>
          </p15:clr>
        </p15:guide>
        <p15:guide id="14" pos="7866">
          <p15:clr>
            <a:srgbClr val="F26B43"/>
          </p15:clr>
        </p15:guide>
        <p15:guide id="15" pos="9084">
          <p15:clr>
            <a:srgbClr val="F26B43"/>
          </p15:clr>
        </p15:guide>
        <p15:guide id="16" pos="9915">
          <p15:clr>
            <a:srgbClr val="F26B43"/>
          </p15:clr>
        </p15:guide>
        <p15:guide id="17" pos="11133">
          <p15:clr>
            <a:srgbClr val="F26B43"/>
          </p15:clr>
        </p15:guide>
        <p15:guide id="18" pos="11520">
          <p15:clr>
            <a:srgbClr val="F26B43"/>
          </p15:clr>
        </p15:guide>
        <p15:guide id="19" pos="12728">
          <p15:clr>
            <a:srgbClr val="F26B43"/>
          </p15:clr>
        </p15:guide>
        <p15:guide id="20" pos="13565">
          <p15:clr>
            <a:srgbClr val="F26B43"/>
          </p15:clr>
        </p15:guide>
        <p15:guide id="21" pos="13947">
          <p15:clr>
            <a:srgbClr val="F26B43"/>
          </p15:clr>
        </p15:guide>
        <p15:guide id="22" pos="14778">
          <p15:clr>
            <a:srgbClr val="F26B43"/>
          </p15:clr>
        </p15:guide>
        <p15:guide id="23" pos="10302">
          <p15:clr>
            <a:srgbClr val="F26B43"/>
          </p15:clr>
        </p15:guide>
        <p15:guide id="24" pos="8697">
          <p15:clr>
            <a:srgbClr val="F26B43"/>
          </p15:clr>
        </p15:guide>
        <p15:guide id="25" pos="12351">
          <p15:clr>
            <a:srgbClr val="F26B43"/>
          </p15:clr>
        </p15:guide>
        <p15:guide id="26" orient="horz" pos="765">
          <p15:clr>
            <a:srgbClr val="F26B43"/>
          </p15:clr>
        </p15:guide>
        <p15:guide id="27" orient="horz" pos="960">
          <p15:clr>
            <a:srgbClr val="F26B43"/>
          </p15:clr>
        </p15:guide>
        <p15:guide id="28" orient="horz" pos="1625">
          <p15:clr>
            <a:srgbClr val="F26B43"/>
          </p15:clr>
        </p15:guide>
        <p15:guide id="29" orient="horz" pos="1920">
          <p15:clr>
            <a:srgbClr val="F26B43"/>
          </p15:clr>
        </p15:guide>
        <p15:guide id="30" orient="horz" pos="2105">
          <p15:clr>
            <a:srgbClr val="F26B43"/>
          </p15:clr>
        </p15:guide>
        <p15:guide id="31" orient="horz" pos="2308">
          <p15:clr>
            <a:srgbClr val="F26B43"/>
          </p15:clr>
        </p15:guide>
        <p15:guide id="32" orient="horz" pos="2776">
          <p15:clr>
            <a:srgbClr val="F26B43"/>
          </p15:clr>
        </p15:guide>
        <p15:guide id="33" orient="horz" pos="3258">
          <p15:clr>
            <a:srgbClr val="F26B43"/>
          </p15:clr>
        </p15:guide>
        <p15:guide id="34" orient="horz" pos="3447">
          <p15:clr>
            <a:srgbClr val="F26B43"/>
          </p15:clr>
        </p15:guide>
        <p15:guide id="35" orient="horz" pos="3645">
          <p15:clr>
            <a:srgbClr val="F26B43"/>
          </p15:clr>
        </p15:guide>
        <p15:guide id="36" orient="horz" pos="4597">
          <p15:clr>
            <a:srgbClr val="F26B43"/>
          </p15:clr>
        </p15:guide>
        <p15:guide id="37" orient="horz" pos="4797">
          <p15:clr>
            <a:srgbClr val="F26B43"/>
          </p15:clr>
        </p15:guide>
        <p15:guide id="38" orient="horz" pos="4985">
          <p15:clr>
            <a:srgbClr val="F26B43"/>
          </p15:clr>
        </p15:guide>
        <p15:guide id="39" orient="horz" pos="5949">
          <p15:clr>
            <a:srgbClr val="F26B43"/>
          </p15:clr>
        </p15:guide>
        <p15:guide id="40" orient="horz" pos="6138">
          <p15:clr>
            <a:srgbClr val="F26B43"/>
          </p15:clr>
        </p15:guide>
        <p15:guide id="41" orient="horz" pos="6327">
          <p15:clr>
            <a:srgbClr val="F26B43"/>
          </p15:clr>
        </p15:guide>
        <p15:guide id="42" orient="horz" pos="7385">
          <p15:clr>
            <a:srgbClr val="F26B43"/>
          </p15:clr>
        </p15:guide>
        <p15:guide id="43" orient="horz" pos="7582">
          <p15:clr>
            <a:srgbClr val="F26B43"/>
          </p15:clr>
        </p15:guide>
        <p15:guide id="44" orient="horz" pos="7865">
          <p15:clr>
            <a:srgbClr val="F26B43"/>
          </p15:clr>
        </p15:guide>
        <p15:guide id="45" orient="horz" pos="7195">
          <p15:clr>
            <a:srgbClr val="F26B43"/>
          </p15:clr>
        </p15:guide>
        <p15:guide id="46" orient="horz" pos="8055">
          <p15:clr>
            <a:srgbClr val="F26B43"/>
          </p15:clr>
        </p15:guide>
        <p15:guide id="47" orient="horz" pos="834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8"/>
        <p:cNvGrpSpPr/>
        <p:nvPr/>
      </p:nvGrpSpPr>
      <p:grpSpPr>
        <a:xfrm>
          <a:off x="0" y="0"/>
          <a:ext cx="0" cy="0"/>
          <a:chOff x="0" y="0"/>
          <a:chExt cx="0" cy="0"/>
        </a:xfrm>
      </p:grpSpPr>
      <p:sp>
        <p:nvSpPr>
          <p:cNvPr id="589" name="Google Shape;589;p101"/>
          <p:cNvSpPr txBox="1">
            <a:spLocks noGrp="1"/>
          </p:cNvSpPr>
          <p:nvPr>
            <p:ph type="title"/>
          </p:nvPr>
        </p:nvSpPr>
        <p:spPr>
          <a:xfrm>
            <a:off x="349404" y="285655"/>
            <a:ext cx="8447100" cy="4152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2700"/>
              <a:buFont typeface="Arial"/>
              <a:buNone/>
              <a:defRPr sz="27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9pPr>
          </a:lstStyle>
          <a:p>
            <a:endParaRPr/>
          </a:p>
        </p:txBody>
      </p:sp>
      <p:sp>
        <p:nvSpPr>
          <p:cNvPr id="590" name="Google Shape;590;p101"/>
          <p:cNvSpPr txBox="1">
            <a:spLocks noGrp="1"/>
          </p:cNvSpPr>
          <p:nvPr>
            <p:ph type="body" idx="1"/>
          </p:nvPr>
        </p:nvSpPr>
        <p:spPr>
          <a:xfrm>
            <a:off x="348671" y="912156"/>
            <a:ext cx="8447700" cy="3133200"/>
          </a:xfrm>
          <a:prstGeom prst="rect">
            <a:avLst/>
          </a:prstGeom>
          <a:noFill/>
          <a:ln>
            <a:noFill/>
          </a:ln>
        </p:spPr>
        <p:txBody>
          <a:bodyPr spcFirstLastPara="1" wrap="square" lIns="0" tIns="0" rIns="0" bIns="0" anchor="t" anchorCtr="0">
            <a:noAutofit/>
          </a:bodyPr>
          <a:lstStyle>
            <a:lvl1pPr marL="457200" marR="0" lvl="0" indent="-323850" algn="l" rtl="0">
              <a:lnSpc>
                <a:spcPct val="114000"/>
              </a:lnSpc>
              <a:spcBef>
                <a:spcPts val="0"/>
              </a:spcBef>
              <a:spcAft>
                <a:spcPts val="0"/>
              </a:spcAft>
              <a:buClr>
                <a:schemeClr val="dk1"/>
              </a:buClr>
              <a:buSzPts val="1500"/>
              <a:buFont typeface="Noto Sans"/>
              <a:buChar char="⦿"/>
              <a:defRPr sz="2500" b="0" i="0" u="none" strike="noStrike" cap="none">
                <a:solidFill>
                  <a:schemeClr val="dk1"/>
                </a:solidFill>
                <a:latin typeface="Arial"/>
                <a:ea typeface="Arial"/>
                <a:cs typeface="Arial"/>
                <a:sym typeface="Arial"/>
              </a:defRPr>
            </a:lvl1pPr>
            <a:lvl2pPr marL="914400" marR="0" lvl="1" indent="-393700" algn="l" rtl="0">
              <a:lnSpc>
                <a:spcPct val="114000"/>
              </a:lnSpc>
              <a:spcBef>
                <a:spcPts val="0"/>
              </a:spcBef>
              <a:spcAft>
                <a:spcPts val="0"/>
              </a:spcAft>
              <a:buClr>
                <a:schemeClr val="dk1"/>
              </a:buClr>
              <a:buSzPts val="2600"/>
              <a:buFont typeface="Arial"/>
              <a:buChar char="•"/>
              <a:defRPr sz="2300" b="0" i="0" u="none" strike="noStrike" cap="none">
                <a:solidFill>
                  <a:schemeClr val="dk1"/>
                </a:solidFill>
                <a:latin typeface="Arial"/>
                <a:ea typeface="Arial"/>
                <a:cs typeface="Arial"/>
                <a:sym typeface="Arial"/>
              </a:defRPr>
            </a:lvl2pPr>
            <a:lvl3pPr marL="1371600" marR="0" lvl="2" indent="-374650" algn="l" rtl="0">
              <a:lnSpc>
                <a:spcPct val="114000"/>
              </a:lnSpc>
              <a:spcBef>
                <a:spcPts val="0"/>
              </a:spcBef>
              <a:spcAft>
                <a:spcPts val="0"/>
              </a:spcAft>
              <a:buClr>
                <a:schemeClr val="dk1"/>
              </a:buClr>
              <a:buSzPts val="2300"/>
              <a:buFont typeface="Courier New"/>
              <a:buChar char="o"/>
              <a:defRPr sz="2300" b="0" i="0" u="none" strike="noStrike" cap="none">
                <a:solidFill>
                  <a:schemeClr val="dk1"/>
                </a:solidFill>
                <a:latin typeface="Arial"/>
                <a:ea typeface="Arial"/>
                <a:cs typeface="Arial"/>
                <a:sym typeface="Arial"/>
              </a:defRPr>
            </a:lvl3pPr>
            <a:lvl4pPr marL="1828800" marR="0" lvl="3" indent="-317500" algn="l" rtl="0">
              <a:lnSpc>
                <a:spcPct val="114000"/>
              </a:lnSpc>
              <a:spcBef>
                <a:spcPts val="0"/>
              </a:spcBef>
              <a:spcAft>
                <a:spcPts val="0"/>
              </a:spcAft>
              <a:buClr>
                <a:schemeClr val="dk1"/>
              </a:buClr>
              <a:buSzPts val="1400"/>
              <a:buFont typeface="Noto Sans"/>
              <a:buChar char="⦿"/>
              <a:defRPr sz="2300" b="0" i="0" u="none" strike="noStrike" cap="none">
                <a:solidFill>
                  <a:schemeClr val="dk1"/>
                </a:solidFill>
                <a:latin typeface="Arial"/>
                <a:ea typeface="Arial"/>
                <a:cs typeface="Arial"/>
                <a:sym typeface="Arial"/>
              </a:defRPr>
            </a:lvl4pPr>
            <a:lvl5pPr marL="2286000" marR="0" lvl="4" indent="-393700" algn="l" rtl="0">
              <a:lnSpc>
                <a:spcPct val="114000"/>
              </a:lnSpc>
              <a:spcBef>
                <a:spcPts val="0"/>
              </a:spcBef>
              <a:spcAft>
                <a:spcPts val="0"/>
              </a:spcAft>
              <a:buClr>
                <a:schemeClr val="dk1"/>
              </a:buClr>
              <a:buSzPts val="2600"/>
              <a:buFont typeface="Arial"/>
              <a:buChar char="•"/>
              <a:defRPr sz="2300" b="0" i="0" u="none" strike="noStrike" cap="none">
                <a:solidFill>
                  <a:schemeClr val="dk1"/>
                </a:solidFill>
                <a:latin typeface="Arial"/>
                <a:ea typeface="Arial"/>
                <a:cs typeface="Arial"/>
                <a:sym typeface="Arial"/>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591" name="Google Shape;591;p101"/>
          <p:cNvSpPr txBox="1">
            <a:spLocks noGrp="1"/>
          </p:cNvSpPr>
          <p:nvPr>
            <p:ph type="sldNum" idx="12"/>
          </p:nvPr>
        </p:nvSpPr>
        <p:spPr>
          <a:xfrm>
            <a:off x="6738656" y="4630341"/>
            <a:ext cx="2057700" cy="2739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58">
          <p15:clr>
            <a:srgbClr val="F26B43"/>
          </p15:clr>
        </p15:guide>
        <p15:guide id="2" pos="864">
          <p15:clr>
            <a:srgbClr val="F26B43"/>
          </p15:clr>
        </p15:guide>
        <p15:guide id="3" pos="2105">
          <p15:clr>
            <a:srgbClr val="F26B43"/>
          </p15:clr>
        </p15:guide>
        <p15:guide id="4" pos="2678">
          <p15:clr>
            <a:srgbClr val="F26B43"/>
          </p15:clr>
        </p15:guide>
        <p15:guide id="5" pos="3938">
          <p15:clr>
            <a:srgbClr val="F26B43"/>
          </p15:clr>
        </p15:guide>
        <p15:guide id="6" pos="4505">
          <p15:clr>
            <a:srgbClr val="F26B43"/>
          </p15:clr>
        </p15:guide>
        <p15:guide id="7" pos="5752">
          <p15:clr>
            <a:srgbClr val="F26B43"/>
          </p15:clr>
        </p15:guide>
        <p15:guide id="8" pos="6332">
          <p15:clr>
            <a:srgbClr val="F26B43"/>
          </p15:clr>
        </p15:guide>
        <p15:guide id="9" pos="7579">
          <p15:clr>
            <a:srgbClr val="F26B43"/>
          </p15:clr>
        </p15:guide>
        <p15:guide id="10" pos="8159">
          <p15:clr>
            <a:srgbClr val="F26B43"/>
          </p15:clr>
        </p15:guide>
        <p15:guide id="11" pos="9406">
          <p15:clr>
            <a:srgbClr val="F26B43"/>
          </p15:clr>
        </p15:guide>
        <p15:guide id="12" pos="9986">
          <p15:clr>
            <a:srgbClr val="F26B43"/>
          </p15:clr>
        </p15:guide>
        <p15:guide id="13" pos="11220">
          <p15:clr>
            <a:srgbClr val="F26B43"/>
          </p15:clr>
        </p15:guide>
        <p15:guide id="14" pos="11801">
          <p15:clr>
            <a:srgbClr val="F26B43"/>
          </p15:clr>
        </p15:guide>
        <p15:guide id="15" pos="13627">
          <p15:clr>
            <a:srgbClr val="F26B43"/>
          </p15:clr>
        </p15:guide>
        <p15:guide id="16" pos="14874">
          <p15:clr>
            <a:srgbClr val="F26B43"/>
          </p15:clr>
        </p15:guide>
        <p15:guide id="17" pos="16702">
          <p15:clr>
            <a:srgbClr val="F26B43"/>
          </p15:clr>
        </p15:guide>
        <p15:guide id="18" pos="17282">
          <p15:clr>
            <a:srgbClr val="F26B43"/>
          </p15:clr>
        </p15:guide>
        <p15:guide id="19" pos="19094">
          <p15:clr>
            <a:srgbClr val="F26B43"/>
          </p15:clr>
        </p15:guide>
        <p15:guide id="20" pos="20350">
          <p15:clr>
            <a:srgbClr val="F26B43"/>
          </p15:clr>
        </p15:guide>
        <p15:guide id="21" pos="20923">
          <p15:clr>
            <a:srgbClr val="F26B43"/>
          </p15:clr>
        </p15:guide>
        <p15:guide id="22" pos="22170">
          <p15:clr>
            <a:srgbClr val="F26B43"/>
          </p15:clr>
        </p15:guide>
        <p15:guide id="23" pos="15455">
          <p15:clr>
            <a:srgbClr val="F26B43"/>
          </p15:clr>
        </p15:guide>
        <p15:guide id="24" pos="13047">
          <p15:clr>
            <a:srgbClr val="F26B43"/>
          </p15:clr>
        </p15:guide>
        <p15:guide id="25" pos="18529">
          <p15:clr>
            <a:srgbClr val="F26B43"/>
          </p15:clr>
        </p15:guide>
        <p15:guide id="26" orient="horz" pos="1147">
          <p15:clr>
            <a:srgbClr val="F26B43"/>
          </p15:clr>
        </p15:guide>
        <p15:guide id="27" orient="horz" pos="1440">
          <p15:clr>
            <a:srgbClr val="F26B43"/>
          </p15:clr>
        </p15:guide>
        <p15:guide id="28" orient="horz" pos="2437">
          <p15:clr>
            <a:srgbClr val="F26B43"/>
          </p15:clr>
        </p15:guide>
        <p15:guide id="29" orient="horz" pos="2880">
          <p15:clr>
            <a:srgbClr val="F26B43"/>
          </p15:clr>
        </p15:guide>
        <p15:guide id="30" orient="horz" pos="3157">
          <p15:clr>
            <a:srgbClr val="F26B43"/>
          </p15:clr>
        </p15:guide>
        <p15:guide id="31" orient="horz" pos="3462">
          <p15:clr>
            <a:srgbClr val="F26B43"/>
          </p15:clr>
        </p15:guide>
        <p15:guide id="32" orient="horz" pos="4164">
          <p15:clr>
            <a:srgbClr val="F26B43"/>
          </p15:clr>
        </p15:guide>
        <p15:guide id="33" orient="horz" pos="4887">
          <p15:clr>
            <a:srgbClr val="F26B43"/>
          </p15:clr>
        </p15:guide>
        <p15:guide id="34" orient="horz" pos="5171">
          <p15:clr>
            <a:srgbClr val="F26B43"/>
          </p15:clr>
        </p15:guide>
        <p15:guide id="35" orient="horz" pos="5467">
          <p15:clr>
            <a:srgbClr val="F26B43"/>
          </p15:clr>
        </p15:guide>
        <p15:guide id="36" orient="horz" pos="6895">
          <p15:clr>
            <a:srgbClr val="F26B43"/>
          </p15:clr>
        </p15:guide>
        <p15:guide id="37" orient="horz" pos="7195">
          <p15:clr>
            <a:srgbClr val="F26B43"/>
          </p15:clr>
        </p15:guide>
        <p15:guide id="38" orient="horz" pos="7477">
          <p15:clr>
            <a:srgbClr val="F26B43"/>
          </p15:clr>
        </p15:guide>
        <p15:guide id="39" orient="horz" pos="8923">
          <p15:clr>
            <a:srgbClr val="F26B43"/>
          </p15:clr>
        </p15:guide>
        <p15:guide id="40" orient="horz" pos="9207">
          <p15:clr>
            <a:srgbClr val="F26B43"/>
          </p15:clr>
        </p15:guide>
        <p15:guide id="41" orient="horz" pos="9491">
          <p15:clr>
            <a:srgbClr val="F26B43"/>
          </p15:clr>
        </p15:guide>
        <p15:guide id="42" orient="horz" pos="11077">
          <p15:clr>
            <a:srgbClr val="F26B43"/>
          </p15:clr>
        </p15:guide>
        <p15:guide id="43" orient="horz" pos="11373">
          <p15:clr>
            <a:srgbClr val="F26B43"/>
          </p15:clr>
        </p15:guide>
        <p15:guide id="44" orient="horz" pos="11797">
          <p15:clr>
            <a:srgbClr val="F26B43"/>
          </p15:clr>
        </p15:guide>
        <p15:guide id="45" orient="horz" pos="10793">
          <p15:clr>
            <a:srgbClr val="F26B43"/>
          </p15:clr>
        </p15:guide>
        <p15:guide id="46" orient="horz" pos="12083">
          <p15:clr>
            <a:srgbClr val="F26B43"/>
          </p15:clr>
        </p15:guide>
        <p15:guide id="47" orient="horz" pos="12517">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4"/>
        <p:cNvGrpSpPr/>
        <p:nvPr/>
      </p:nvGrpSpPr>
      <p:grpSpPr>
        <a:xfrm>
          <a:off x="0" y="0"/>
          <a:ext cx="0" cy="0"/>
          <a:chOff x="0" y="0"/>
          <a:chExt cx="0" cy="0"/>
        </a:xfrm>
      </p:grpSpPr>
      <p:sp>
        <p:nvSpPr>
          <p:cNvPr id="695" name="Google Shape;695;p116"/>
          <p:cNvSpPr txBox="1">
            <a:spLocks noGrp="1"/>
          </p:cNvSpPr>
          <p:nvPr>
            <p:ph type="title"/>
          </p:nvPr>
        </p:nvSpPr>
        <p:spPr>
          <a:xfrm>
            <a:off x="349404" y="285655"/>
            <a:ext cx="8447088" cy="415238"/>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2700"/>
              <a:buFont typeface="Arial"/>
              <a:buNone/>
              <a:defRPr sz="27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9pPr>
          </a:lstStyle>
          <a:p>
            <a:endParaRPr/>
          </a:p>
        </p:txBody>
      </p:sp>
      <p:sp>
        <p:nvSpPr>
          <p:cNvPr id="696" name="Google Shape;696;p116"/>
          <p:cNvSpPr txBox="1">
            <a:spLocks noGrp="1"/>
          </p:cNvSpPr>
          <p:nvPr>
            <p:ph type="body" idx="1"/>
          </p:nvPr>
        </p:nvSpPr>
        <p:spPr>
          <a:xfrm>
            <a:off x="348671" y="912156"/>
            <a:ext cx="8447650" cy="3133238"/>
          </a:xfrm>
          <a:prstGeom prst="rect">
            <a:avLst/>
          </a:prstGeom>
          <a:noFill/>
          <a:ln>
            <a:noFill/>
          </a:ln>
        </p:spPr>
        <p:txBody>
          <a:bodyPr spcFirstLastPara="1" wrap="square" lIns="0" tIns="0" rIns="0" bIns="0" anchor="t" anchorCtr="0">
            <a:noAutofit/>
          </a:bodyPr>
          <a:lstStyle>
            <a:lvl1pPr marL="457200" marR="0" lvl="0" indent="-323850" algn="l" rtl="0">
              <a:lnSpc>
                <a:spcPct val="114000"/>
              </a:lnSpc>
              <a:spcBef>
                <a:spcPts val="0"/>
              </a:spcBef>
              <a:spcAft>
                <a:spcPts val="0"/>
              </a:spcAft>
              <a:buClr>
                <a:schemeClr val="dk1"/>
              </a:buClr>
              <a:buSzPts val="1500"/>
              <a:buFont typeface="Noto Sans"/>
              <a:buChar char="⦿"/>
              <a:defRPr sz="2500" b="0" i="0" u="none" strike="noStrike" cap="none">
                <a:solidFill>
                  <a:schemeClr val="dk1"/>
                </a:solidFill>
                <a:latin typeface="Arial"/>
                <a:ea typeface="Arial"/>
                <a:cs typeface="Arial"/>
                <a:sym typeface="Arial"/>
              </a:defRPr>
            </a:lvl1pPr>
            <a:lvl2pPr marL="914400" marR="0" lvl="1" indent="-393700" algn="l" rtl="0">
              <a:lnSpc>
                <a:spcPct val="114000"/>
              </a:lnSpc>
              <a:spcBef>
                <a:spcPts val="0"/>
              </a:spcBef>
              <a:spcAft>
                <a:spcPts val="0"/>
              </a:spcAft>
              <a:buClr>
                <a:schemeClr val="dk1"/>
              </a:buClr>
              <a:buSzPts val="2600"/>
              <a:buFont typeface="Arial"/>
              <a:buChar char="•"/>
              <a:defRPr sz="2300" b="0" i="0" u="none" strike="noStrike" cap="none">
                <a:solidFill>
                  <a:schemeClr val="dk1"/>
                </a:solidFill>
                <a:latin typeface="Arial"/>
                <a:ea typeface="Arial"/>
                <a:cs typeface="Arial"/>
                <a:sym typeface="Arial"/>
              </a:defRPr>
            </a:lvl2pPr>
            <a:lvl3pPr marL="1371600" marR="0" lvl="2" indent="-374650" algn="l" rtl="0">
              <a:lnSpc>
                <a:spcPct val="114000"/>
              </a:lnSpc>
              <a:spcBef>
                <a:spcPts val="0"/>
              </a:spcBef>
              <a:spcAft>
                <a:spcPts val="0"/>
              </a:spcAft>
              <a:buClr>
                <a:schemeClr val="dk1"/>
              </a:buClr>
              <a:buSzPts val="2300"/>
              <a:buFont typeface="Courier New"/>
              <a:buChar char="o"/>
              <a:defRPr sz="2300" b="0" i="0" u="none" strike="noStrike" cap="none">
                <a:solidFill>
                  <a:schemeClr val="dk1"/>
                </a:solidFill>
                <a:latin typeface="Arial"/>
                <a:ea typeface="Arial"/>
                <a:cs typeface="Arial"/>
                <a:sym typeface="Arial"/>
              </a:defRPr>
            </a:lvl3pPr>
            <a:lvl4pPr marL="1828800" marR="0" lvl="3" indent="-317500" algn="l" rtl="0">
              <a:lnSpc>
                <a:spcPct val="114000"/>
              </a:lnSpc>
              <a:spcBef>
                <a:spcPts val="0"/>
              </a:spcBef>
              <a:spcAft>
                <a:spcPts val="0"/>
              </a:spcAft>
              <a:buClr>
                <a:schemeClr val="dk1"/>
              </a:buClr>
              <a:buSzPts val="1400"/>
              <a:buFont typeface="Noto Sans"/>
              <a:buChar char="⦿"/>
              <a:defRPr sz="2300" b="0" i="0" u="none" strike="noStrike" cap="none">
                <a:solidFill>
                  <a:schemeClr val="dk1"/>
                </a:solidFill>
                <a:latin typeface="Arial"/>
                <a:ea typeface="Arial"/>
                <a:cs typeface="Arial"/>
                <a:sym typeface="Arial"/>
              </a:defRPr>
            </a:lvl4pPr>
            <a:lvl5pPr marL="2286000" marR="0" lvl="4" indent="-393700" algn="l" rtl="0">
              <a:lnSpc>
                <a:spcPct val="114000"/>
              </a:lnSpc>
              <a:spcBef>
                <a:spcPts val="0"/>
              </a:spcBef>
              <a:spcAft>
                <a:spcPts val="0"/>
              </a:spcAft>
              <a:buClr>
                <a:schemeClr val="dk1"/>
              </a:buClr>
              <a:buSzPts val="2600"/>
              <a:buFont typeface="Arial"/>
              <a:buChar char="•"/>
              <a:defRPr sz="2300" b="0" i="0" u="none" strike="noStrike" cap="none">
                <a:solidFill>
                  <a:schemeClr val="dk1"/>
                </a:solidFill>
                <a:latin typeface="Arial"/>
                <a:ea typeface="Arial"/>
                <a:cs typeface="Arial"/>
                <a:sym typeface="Arial"/>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sp>
        <p:nvSpPr>
          <p:cNvPr id="697" name="Google Shape;697;p116"/>
          <p:cNvSpPr txBox="1">
            <a:spLocks noGrp="1"/>
          </p:cNvSpPr>
          <p:nvPr>
            <p:ph type="sldNum" idx="12"/>
          </p:nvPr>
        </p:nvSpPr>
        <p:spPr>
          <a:xfrm>
            <a:off x="6738656" y="4630341"/>
            <a:ext cx="2057695" cy="273938"/>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58">
          <p15:clr>
            <a:srgbClr val="F26B43"/>
          </p15:clr>
        </p15:guide>
        <p15:guide id="2" pos="864">
          <p15:clr>
            <a:srgbClr val="F26B43"/>
          </p15:clr>
        </p15:guide>
        <p15:guide id="3" pos="2105">
          <p15:clr>
            <a:srgbClr val="F26B43"/>
          </p15:clr>
        </p15:guide>
        <p15:guide id="4" pos="2678">
          <p15:clr>
            <a:srgbClr val="F26B43"/>
          </p15:clr>
        </p15:guide>
        <p15:guide id="5" pos="3938">
          <p15:clr>
            <a:srgbClr val="F26B43"/>
          </p15:clr>
        </p15:guide>
        <p15:guide id="6" pos="4505">
          <p15:clr>
            <a:srgbClr val="F26B43"/>
          </p15:clr>
        </p15:guide>
        <p15:guide id="7" pos="5752">
          <p15:clr>
            <a:srgbClr val="F26B43"/>
          </p15:clr>
        </p15:guide>
        <p15:guide id="8" pos="6332">
          <p15:clr>
            <a:srgbClr val="F26B43"/>
          </p15:clr>
        </p15:guide>
        <p15:guide id="9" pos="7579">
          <p15:clr>
            <a:srgbClr val="F26B43"/>
          </p15:clr>
        </p15:guide>
        <p15:guide id="10" pos="8159">
          <p15:clr>
            <a:srgbClr val="F26B43"/>
          </p15:clr>
        </p15:guide>
        <p15:guide id="11" pos="9406">
          <p15:clr>
            <a:srgbClr val="F26B43"/>
          </p15:clr>
        </p15:guide>
        <p15:guide id="12" pos="9986">
          <p15:clr>
            <a:srgbClr val="F26B43"/>
          </p15:clr>
        </p15:guide>
        <p15:guide id="13" pos="11220">
          <p15:clr>
            <a:srgbClr val="F26B43"/>
          </p15:clr>
        </p15:guide>
        <p15:guide id="14" pos="11801">
          <p15:clr>
            <a:srgbClr val="F26B43"/>
          </p15:clr>
        </p15:guide>
        <p15:guide id="15" pos="13627">
          <p15:clr>
            <a:srgbClr val="F26B43"/>
          </p15:clr>
        </p15:guide>
        <p15:guide id="16" pos="14874">
          <p15:clr>
            <a:srgbClr val="F26B43"/>
          </p15:clr>
        </p15:guide>
        <p15:guide id="17" pos="16702">
          <p15:clr>
            <a:srgbClr val="F26B43"/>
          </p15:clr>
        </p15:guide>
        <p15:guide id="18" pos="17282">
          <p15:clr>
            <a:srgbClr val="F26B43"/>
          </p15:clr>
        </p15:guide>
        <p15:guide id="19" pos="19094">
          <p15:clr>
            <a:srgbClr val="F26B43"/>
          </p15:clr>
        </p15:guide>
        <p15:guide id="20" pos="20350">
          <p15:clr>
            <a:srgbClr val="F26B43"/>
          </p15:clr>
        </p15:guide>
        <p15:guide id="21" pos="20923">
          <p15:clr>
            <a:srgbClr val="F26B43"/>
          </p15:clr>
        </p15:guide>
        <p15:guide id="22" pos="22170">
          <p15:clr>
            <a:srgbClr val="F26B43"/>
          </p15:clr>
        </p15:guide>
        <p15:guide id="23" pos="15455">
          <p15:clr>
            <a:srgbClr val="F26B43"/>
          </p15:clr>
        </p15:guide>
        <p15:guide id="24" pos="13047">
          <p15:clr>
            <a:srgbClr val="F26B43"/>
          </p15:clr>
        </p15:guide>
        <p15:guide id="25" pos="18529">
          <p15:clr>
            <a:srgbClr val="F26B43"/>
          </p15:clr>
        </p15:guide>
        <p15:guide id="26" orient="horz" pos="1147">
          <p15:clr>
            <a:srgbClr val="F26B43"/>
          </p15:clr>
        </p15:guide>
        <p15:guide id="27" orient="horz" pos="1440">
          <p15:clr>
            <a:srgbClr val="F26B43"/>
          </p15:clr>
        </p15:guide>
        <p15:guide id="28" orient="horz" pos="2437">
          <p15:clr>
            <a:srgbClr val="F26B43"/>
          </p15:clr>
        </p15:guide>
        <p15:guide id="29" orient="horz" pos="2880">
          <p15:clr>
            <a:srgbClr val="F26B43"/>
          </p15:clr>
        </p15:guide>
        <p15:guide id="30" orient="horz" pos="3157">
          <p15:clr>
            <a:srgbClr val="F26B43"/>
          </p15:clr>
        </p15:guide>
        <p15:guide id="31" orient="horz" pos="3462">
          <p15:clr>
            <a:srgbClr val="F26B43"/>
          </p15:clr>
        </p15:guide>
        <p15:guide id="32" orient="horz" pos="4164">
          <p15:clr>
            <a:srgbClr val="F26B43"/>
          </p15:clr>
        </p15:guide>
        <p15:guide id="33" orient="horz" pos="4887">
          <p15:clr>
            <a:srgbClr val="F26B43"/>
          </p15:clr>
        </p15:guide>
        <p15:guide id="34" orient="horz" pos="5171">
          <p15:clr>
            <a:srgbClr val="F26B43"/>
          </p15:clr>
        </p15:guide>
        <p15:guide id="35" orient="horz" pos="5467">
          <p15:clr>
            <a:srgbClr val="F26B43"/>
          </p15:clr>
        </p15:guide>
        <p15:guide id="36" orient="horz" pos="6895">
          <p15:clr>
            <a:srgbClr val="F26B43"/>
          </p15:clr>
        </p15:guide>
        <p15:guide id="37" orient="horz" pos="7195">
          <p15:clr>
            <a:srgbClr val="F26B43"/>
          </p15:clr>
        </p15:guide>
        <p15:guide id="38" orient="horz" pos="7477">
          <p15:clr>
            <a:srgbClr val="F26B43"/>
          </p15:clr>
        </p15:guide>
        <p15:guide id="39" orient="horz" pos="8923">
          <p15:clr>
            <a:srgbClr val="F26B43"/>
          </p15:clr>
        </p15:guide>
        <p15:guide id="40" orient="horz" pos="9207">
          <p15:clr>
            <a:srgbClr val="F26B43"/>
          </p15:clr>
        </p15:guide>
        <p15:guide id="41" orient="horz" pos="9491">
          <p15:clr>
            <a:srgbClr val="F26B43"/>
          </p15:clr>
        </p15:guide>
        <p15:guide id="42" orient="horz" pos="11077">
          <p15:clr>
            <a:srgbClr val="F26B43"/>
          </p15:clr>
        </p15:guide>
        <p15:guide id="43" orient="horz" pos="11373">
          <p15:clr>
            <a:srgbClr val="F26B43"/>
          </p15:clr>
        </p15:guide>
        <p15:guide id="44" orient="horz" pos="11797">
          <p15:clr>
            <a:srgbClr val="F26B43"/>
          </p15:clr>
        </p15:guide>
        <p15:guide id="45" orient="horz" pos="10793">
          <p15:clr>
            <a:srgbClr val="F26B43"/>
          </p15:clr>
        </p15:guide>
        <p15:guide id="46" orient="horz" pos="12083">
          <p15:clr>
            <a:srgbClr val="F26B43"/>
          </p15:clr>
        </p15:guide>
        <p15:guide id="47" orient="horz" pos="1251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spreadsheets/d/196gdvWMZpm3_yx2YtcTU7yxtctK4p8QBcx-E2c47tuE/edit?gid=0#gid=0" TargetMode="External"/><Relationship Id="rId2" Type="http://schemas.openxmlformats.org/officeDocument/2006/relationships/notesSlide" Target="../notesSlides/notesSlide10.xml"/><Relationship Id="rId1" Type="http://schemas.openxmlformats.org/officeDocument/2006/relationships/slideLayout" Target="../slideLayouts/slideLayout1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2.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document/d/10mVAyU1_tCk2vTwgpzR5DJhmg3G1s-Bg47WdGOD-U7s/edit?usp=drive_link" TargetMode="External"/><Relationship Id="rId2" Type="http://schemas.openxmlformats.org/officeDocument/2006/relationships/notesSlide" Target="../notesSlides/notesSlide14.xml"/><Relationship Id="rId1" Type="http://schemas.openxmlformats.org/officeDocument/2006/relationships/slideLayout" Target="../slideLayouts/slideLayout112.xml"/><Relationship Id="rId6" Type="http://schemas.openxmlformats.org/officeDocument/2006/relationships/hyperlink" Target="https://docs.google.com/spreadsheets/d/196gdvWMZpm3_yx2YtcTU7yxtctK4p8QBcx-E2c47tuE/edit?gid=0#gid=0" TargetMode="External"/><Relationship Id="rId5" Type="http://schemas.openxmlformats.org/officeDocument/2006/relationships/hyperlink" Target="https://docs.google.com/document/d/1s536AhVDUv_GmygR8dLIRltWeiRbO-k5JS3nzQJMngI/edit?usp=drive_link" TargetMode="External"/><Relationship Id="rId4" Type="http://schemas.openxmlformats.org/officeDocument/2006/relationships/hyperlink" Target="https://drive.google.com/drive/folders/1ZlRdotfozbEWqsE4fy8HZWowWYBhLIc0?usp=drive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pic>
        <p:nvPicPr>
          <p:cNvPr id="800" name="Google Shape;800;p130"/>
          <p:cNvPicPr preferRelativeResize="0"/>
          <p:nvPr/>
        </p:nvPicPr>
        <p:blipFill rotWithShape="1">
          <a:blip r:embed="rId3">
            <a:alphaModFix/>
          </a:blip>
          <a:srcRect/>
          <a:stretch/>
        </p:blipFill>
        <p:spPr>
          <a:xfrm>
            <a:off x="7254947" y="0"/>
            <a:ext cx="1290295" cy="1259077"/>
          </a:xfrm>
          <a:prstGeom prst="rect">
            <a:avLst/>
          </a:prstGeom>
          <a:noFill/>
          <a:ln>
            <a:noFill/>
          </a:ln>
        </p:spPr>
      </p:pic>
      <p:sp>
        <p:nvSpPr>
          <p:cNvPr id="801" name="Google Shape;801;p130"/>
          <p:cNvSpPr txBox="1">
            <a:spLocks noGrp="1"/>
          </p:cNvSpPr>
          <p:nvPr>
            <p:ph type="subTitle" idx="1"/>
          </p:nvPr>
        </p:nvSpPr>
        <p:spPr>
          <a:xfrm>
            <a:off x="820163" y="2810559"/>
            <a:ext cx="7361400" cy="1141200"/>
          </a:xfrm>
          <a:prstGeom prst="rect">
            <a:avLst/>
          </a:prstGeom>
          <a:noFill/>
          <a:ln>
            <a:noFill/>
          </a:ln>
        </p:spPr>
        <p:txBody>
          <a:bodyPr spcFirstLastPara="1" wrap="square" lIns="0" tIns="0" rIns="0" bIns="0" anchor="b" anchorCtr="0">
            <a:noAutofit/>
          </a:bodyPr>
          <a:lstStyle/>
          <a:p>
            <a:pPr marL="0" lvl="0" indent="0" algn="l" rtl="0">
              <a:lnSpc>
                <a:spcPct val="106944"/>
              </a:lnSpc>
              <a:spcBef>
                <a:spcPts val="0"/>
              </a:spcBef>
              <a:spcAft>
                <a:spcPts val="0"/>
              </a:spcAft>
              <a:buSzPts val="1600"/>
              <a:buNone/>
            </a:pPr>
            <a:r>
              <a:rPr lang="en"/>
              <a:t>Science Committee’s </a:t>
            </a:r>
            <a:endParaRPr/>
          </a:p>
          <a:p>
            <a:pPr marL="0" lvl="0" indent="0" algn="l" rtl="0">
              <a:lnSpc>
                <a:spcPct val="106944"/>
              </a:lnSpc>
              <a:spcBef>
                <a:spcPts val="0"/>
              </a:spcBef>
              <a:spcAft>
                <a:spcPts val="0"/>
              </a:spcAft>
              <a:buSzPts val="1600"/>
              <a:buNone/>
            </a:pPr>
            <a:r>
              <a:rPr lang="en"/>
              <a:t>Pre-Processed Data Subgroup Recommendations</a:t>
            </a:r>
            <a:endParaRPr sz="1900"/>
          </a:p>
          <a:p>
            <a:pPr marL="0" lvl="0" indent="0" algn="l" rtl="0">
              <a:lnSpc>
                <a:spcPct val="106944"/>
              </a:lnSpc>
              <a:spcBef>
                <a:spcPts val="0"/>
              </a:spcBef>
              <a:spcAft>
                <a:spcPts val="0"/>
              </a:spcAft>
              <a:buSzPts val="1600"/>
              <a:buNone/>
            </a:pPr>
            <a:endParaRPr sz="1900"/>
          </a:p>
          <a:p>
            <a:pPr marL="0" lvl="0" indent="0" algn="l" rtl="0">
              <a:lnSpc>
                <a:spcPct val="106944"/>
              </a:lnSpc>
              <a:spcBef>
                <a:spcPts val="0"/>
              </a:spcBef>
              <a:spcAft>
                <a:spcPts val="0"/>
              </a:spcAft>
              <a:buSzPts val="1600"/>
              <a:buNone/>
            </a:pPr>
            <a:r>
              <a:rPr lang="en" sz="1500"/>
              <a:t>Jordan Smoller</a:t>
            </a:r>
            <a:endParaRPr sz="1900"/>
          </a:p>
          <a:p>
            <a:pPr marL="0" lvl="0" indent="0" algn="l" rtl="0">
              <a:lnSpc>
                <a:spcPct val="106944"/>
              </a:lnSpc>
              <a:spcBef>
                <a:spcPts val="0"/>
              </a:spcBef>
              <a:spcAft>
                <a:spcPts val="0"/>
              </a:spcAft>
              <a:buSzPts val="1600"/>
              <a:buNone/>
            </a:pPr>
            <a:r>
              <a:rPr lang="en" sz="1500"/>
              <a:t>November 5, 2024</a:t>
            </a:r>
            <a:endParaRPr sz="1500"/>
          </a:p>
          <a:p>
            <a:pPr marL="0" lvl="0" indent="0" algn="l" rtl="0">
              <a:lnSpc>
                <a:spcPct val="106944"/>
              </a:lnSpc>
              <a:spcBef>
                <a:spcPts val="0"/>
              </a:spcBef>
              <a:spcAft>
                <a:spcPts val="0"/>
              </a:spcAft>
              <a:buSzPts val="1600"/>
              <a:buNone/>
            </a:pP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805"/>
        <p:cNvGrpSpPr/>
        <p:nvPr/>
      </p:nvGrpSpPr>
      <p:grpSpPr>
        <a:xfrm>
          <a:off x="0" y="0"/>
          <a:ext cx="0" cy="0"/>
          <a:chOff x="0" y="0"/>
          <a:chExt cx="0" cy="0"/>
        </a:xfrm>
      </p:grpSpPr>
      <p:sp>
        <p:nvSpPr>
          <p:cNvPr id="806" name="Google Shape;806;p131"/>
          <p:cNvSpPr txBox="1">
            <a:spLocks noGrp="1"/>
          </p:cNvSpPr>
          <p:nvPr>
            <p:ph type="ctrTitle"/>
          </p:nvPr>
        </p:nvSpPr>
        <p:spPr>
          <a:xfrm>
            <a:off x="758772" y="1878300"/>
            <a:ext cx="7339500" cy="1386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300"/>
              <a:t>Subgroup Charge</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132"/>
          <p:cNvSpPr txBox="1">
            <a:spLocks noGrp="1"/>
          </p:cNvSpPr>
          <p:nvPr>
            <p:ph type="title"/>
          </p:nvPr>
        </p:nvSpPr>
        <p:spPr>
          <a:xfrm>
            <a:off x="349404" y="151515"/>
            <a:ext cx="8447088" cy="551138"/>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2024 Topics for Science Committee Evaluation </a:t>
            </a:r>
            <a:endParaRPr/>
          </a:p>
        </p:txBody>
      </p:sp>
      <p:graphicFrame>
        <p:nvGraphicFramePr>
          <p:cNvPr id="812" name="Google Shape;812;p132"/>
          <p:cNvGraphicFramePr/>
          <p:nvPr/>
        </p:nvGraphicFramePr>
        <p:xfrm>
          <a:off x="116650" y="929875"/>
          <a:ext cx="8964000" cy="4173750"/>
        </p:xfrm>
        <a:graphic>
          <a:graphicData uri="http://schemas.openxmlformats.org/drawingml/2006/table">
            <a:tbl>
              <a:tblPr>
                <a:noFill/>
                <a:tableStyleId>{2768FA73-9C86-471B-9175-A2C1F541FD73}</a:tableStyleId>
              </a:tblPr>
              <a:tblGrid>
                <a:gridCol w="1987600">
                  <a:extLst>
                    <a:ext uri="{9D8B030D-6E8A-4147-A177-3AD203B41FA5}">
                      <a16:colId xmlns:a16="http://schemas.microsoft.com/office/drawing/2014/main" val="20000"/>
                    </a:ext>
                  </a:extLst>
                </a:gridCol>
                <a:gridCol w="4073750">
                  <a:extLst>
                    <a:ext uri="{9D8B030D-6E8A-4147-A177-3AD203B41FA5}">
                      <a16:colId xmlns:a16="http://schemas.microsoft.com/office/drawing/2014/main" val="20001"/>
                    </a:ext>
                  </a:extLst>
                </a:gridCol>
                <a:gridCol w="2177100">
                  <a:extLst>
                    <a:ext uri="{9D8B030D-6E8A-4147-A177-3AD203B41FA5}">
                      <a16:colId xmlns:a16="http://schemas.microsoft.com/office/drawing/2014/main" val="20002"/>
                    </a:ext>
                  </a:extLst>
                </a:gridCol>
                <a:gridCol w="725550">
                  <a:extLst>
                    <a:ext uri="{9D8B030D-6E8A-4147-A177-3AD203B41FA5}">
                      <a16:colId xmlns:a16="http://schemas.microsoft.com/office/drawing/2014/main" val="20003"/>
                    </a:ext>
                  </a:extLst>
                </a:gridCol>
              </a:tblGrid>
              <a:tr h="471300">
                <a:tc>
                  <a:txBody>
                    <a:bodyPr/>
                    <a:lstStyle/>
                    <a:p>
                      <a:pPr marL="0" lvl="0" indent="0" algn="l" rtl="0">
                        <a:spcBef>
                          <a:spcPts val="0"/>
                        </a:spcBef>
                        <a:spcAft>
                          <a:spcPts val="0"/>
                        </a:spcAft>
                        <a:buNone/>
                      </a:pPr>
                      <a:r>
                        <a:rPr lang="en" sz="900" b="1"/>
                        <a:t>Topic</a:t>
                      </a:r>
                      <a:endParaRPr sz="900" b="1"/>
                    </a:p>
                  </a:txBody>
                  <a:tcPr marL="91425" marR="91425" marT="91425" marB="91425">
                    <a:solidFill>
                      <a:schemeClr val="lt2"/>
                    </a:solidFill>
                  </a:tcPr>
                </a:tc>
                <a:tc>
                  <a:txBody>
                    <a:bodyPr/>
                    <a:lstStyle/>
                    <a:p>
                      <a:pPr marL="0" lvl="0" indent="0" algn="l" rtl="0">
                        <a:spcBef>
                          <a:spcPts val="0"/>
                        </a:spcBef>
                        <a:spcAft>
                          <a:spcPts val="0"/>
                        </a:spcAft>
                        <a:buNone/>
                      </a:pPr>
                      <a:r>
                        <a:rPr lang="en" sz="900" b="1"/>
                        <a:t>Rationale</a:t>
                      </a:r>
                      <a:endParaRPr sz="900" b="1"/>
                    </a:p>
                  </a:txBody>
                  <a:tcPr marL="91425" marR="91425" marT="91425" marB="91425">
                    <a:lnB w="9525" cap="flat" cmpd="sng">
                      <a:solidFill>
                        <a:srgbClr val="BDBDBD"/>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 sz="900" b="1"/>
                        <a:t>Deliverable</a:t>
                      </a:r>
                      <a:endParaRPr sz="900" b="1"/>
                    </a:p>
                  </a:txBody>
                  <a:tcPr marL="91425" marR="91425" marT="91425" marB="91425">
                    <a:solidFill>
                      <a:schemeClr val="lt2"/>
                    </a:solidFill>
                  </a:tcPr>
                </a:tc>
                <a:tc>
                  <a:txBody>
                    <a:bodyPr/>
                    <a:lstStyle/>
                    <a:p>
                      <a:pPr marL="0" lvl="0" indent="0" algn="l" rtl="0">
                        <a:spcBef>
                          <a:spcPts val="0"/>
                        </a:spcBef>
                        <a:spcAft>
                          <a:spcPts val="0"/>
                        </a:spcAft>
                        <a:buNone/>
                      </a:pPr>
                      <a:r>
                        <a:rPr lang="en" sz="900" b="1"/>
                        <a:t>Suggested Lead(s)</a:t>
                      </a:r>
                      <a:endParaRPr sz="900" b="1"/>
                    </a:p>
                  </a:txBody>
                  <a:tcPr marL="91425" marR="91425" marT="91425" marB="91425">
                    <a:solidFill>
                      <a:schemeClr val="lt2"/>
                    </a:solidFill>
                  </a:tcPr>
                </a:tc>
                <a:extLst>
                  <a:ext uri="{0D108BD9-81ED-4DB2-BD59-A6C34878D82A}">
                    <a16:rowId xmlns:a16="http://schemas.microsoft.com/office/drawing/2014/main" val="10000"/>
                  </a:ext>
                </a:extLst>
              </a:tr>
              <a:tr h="1064850">
                <a:tc>
                  <a:txBody>
                    <a:bodyPr/>
                    <a:lstStyle/>
                    <a:p>
                      <a:pPr marL="0" lvl="0" indent="0" algn="l" rtl="0">
                        <a:lnSpc>
                          <a:spcPct val="114000"/>
                        </a:lnSpc>
                        <a:spcBef>
                          <a:spcPts val="0"/>
                        </a:spcBef>
                        <a:spcAft>
                          <a:spcPts val="0"/>
                        </a:spcAft>
                        <a:buNone/>
                      </a:pPr>
                      <a:r>
                        <a:rPr lang="en" sz="800">
                          <a:solidFill>
                            <a:schemeClr val="dk1"/>
                          </a:solidFill>
                        </a:rPr>
                        <a:t>Biospecimen assay priorities - which ones and why? </a:t>
                      </a:r>
                      <a:endParaRPr sz="800">
                        <a:solidFill>
                          <a:schemeClr val="dk1"/>
                        </a:solidFill>
                      </a:endParaRPr>
                    </a:p>
                  </a:txBody>
                  <a:tcPr marL="91425" marR="91425" marT="91425" marB="91425">
                    <a:lnR w="9525" cap="flat" cmpd="sng">
                      <a:solidFill>
                        <a:srgbClr val="BDBDBD"/>
                      </a:solidFill>
                      <a:prstDash val="solid"/>
                      <a:round/>
                      <a:headEnd type="none" w="sm" len="sm"/>
                      <a:tailEnd type="none" w="sm" len="sm"/>
                    </a:lnR>
                  </a:tcPr>
                </a:tc>
                <a:tc>
                  <a:txBody>
                    <a:bodyPr/>
                    <a:lstStyle/>
                    <a:p>
                      <a:pPr marL="0" lvl="0" indent="0" algn="l" rtl="0">
                        <a:spcBef>
                          <a:spcPts val="0"/>
                        </a:spcBef>
                        <a:spcAft>
                          <a:spcPts val="0"/>
                        </a:spcAft>
                        <a:buNone/>
                      </a:pPr>
                      <a:r>
                        <a:rPr lang="en" sz="800">
                          <a:solidFill>
                            <a:schemeClr val="dk1"/>
                          </a:solidFill>
                        </a:rPr>
                        <a:t>As the amount of biospecimens accumulated by the program reaches a critical mass, it is important to develop a strategy to utilize them to provide maximum scientific value for disease biology, variant calling, biomarkers, translatable diagnostics</a:t>
                      </a:r>
                      <a:endParaRPr sz="800">
                        <a:solidFill>
                          <a:schemeClr val="dk1"/>
                        </a:solidFill>
                      </a:endParaRPr>
                    </a:p>
                    <a:p>
                      <a:pPr marL="0" lvl="0" indent="0" algn="l" rtl="0">
                        <a:spcBef>
                          <a:spcPts val="0"/>
                        </a:spcBef>
                        <a:spcAft>
                          <a:spcPts val="0"/>
                        </a:spcAft>
                        <a:buNone/>
                      </a:pPr>
                      <a:endParaRPr sz="800">
                        <a:solidFill>
                          <a:schemeClr val="dk1"/>
                        </a:solidFill>
                      </a:endParaRPr>
                    </a:p>
                    <a:p>
                      <a:pPr marL="0" lvl="0" indent="0" algn="l" rtl="0">
                        <a:spcBef>
                          <a:spcPts val="0"/>
                        </a:spcBef>
                        <a:spcAft>
                          <a:spcPts val="0"/>
                        </a:spcAft>
                        <a:buNone/>
                      </a:pPr>
                      <a:r>
                        <a:rPr lang="en" sz="800">
                          <a:solidFill>
                            <a:schemeClr val="dk1"/>
                          </a:solidFill>
                        </a:rPr>
                        <a:t>Goals Supported: 2 and 3</a:t>
                      </a:r>
                      <a:endParaRPr sz="800">
                        <a:solidFill>
                          <a:schemeClr val="dk1"/>
                        </a:solidFill>
                      </a:endParaRPr>
                    </a:p>
                  </a:txBody>
                  <a:tcPr marL="91425" marR="91425" marT="91425" marB="91425">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tcPr>
                </a:tc>
                <a:tc>
                  <a:txBody>
                    <a:bodyPr/>
                    <a:lstStyle/>
                    <a:p>
                      <a:pPr marL="0" lvl="0" indent="0" algn="l" rtl="0">
                        <a:lnSpc>
                          <a:spcPct val="114000"/>
                        </a:lnSpc>
                        <a:spcBef>
                          <a:spcPts val="0"/>
                        </a:spcBef>
                        <a:spcAft>
                          <a:spcPts val="0"/>
                        </a:spcAft>
                        <a:buNone/>
                      </a:pPr>
                      <a:r>
                        <a:rPr lang="en" sz="800">
                          <a:solidFill>
                            <a:schemeClr val="dk1"/>
                          </a:solidFill>
                        </a:rPr>
                        <a:t>Priority list of assays (top 3) for biospecimens with </a:t>
                      </a:r>
                      <a:r>
                        <a:rPr lang="en" sz="800" b="1" i="1">
                          <a:solidFill>
                            <a:schemeClr val="dk1"/>
                          </a:solidFill>
                        </a:rPr>
                        <a:t>scientific justification</a:t>
                      </a:r>
                      <a:r>
                        <a:rPr lang="en" sz="800">
                          <a:solidFill>
                            <a:schemeClr val="dk1"/>
                          </a:solidFill>
                        </a:rPr>
                        <a:t>, full or subset of the cohort, mapping to the science roadmap, with suggested industry partners.</a:t>
                      </a:r>
                      <a:endParaRPr sz="800">
                        <a:solidFill>
                          <a:schemeClr val="dk1"/>
                        </a:solidFill>
                      </a:endParaRPr>
                    </a:p>
                  </a:txBody>
                  <a:tcPr marL="91425" marR="91425" marT="91425" marB="91425">
                    <a:lnL w="9525" cap="flat" cmpd="sng">
                      <a:solidFill>
                        <a:srgbClr val="BDBDBD"/>
                      </a:solidFill>
                      <a:prstDash val="solid"/>
                      <a:round/>
                      <a:headEnd type="none" w="sm" len="sm"/>
                      <a:tailEnd type="none" w="sm" len="sm"/>
                    </a:lnL>
                  </a:tcPr>
                </a:tc>
                <a:tc>
                  <a:txBody>
                    <a:bodyPr/>
                    <a:lstStyle/>
                    <a:p>
                      <a:pPr marL="0" lvl="0" indent="0" algn="l" rtl="0">
                        <a:spcBef>
                          <a:spcPts val="0"/>
                        </a:spcBef>
                        <a:spcAft>
                          <a:spcPts val="0"/>
                        </a:spcAft>
                        <a:buNone/>
                      </a:pPr>
                      <a:r>
                        <a:rPr lang="en" sz="800">
                          <a:solidFill>
                            <a:schemeClr val="dk1"/>
                          </a:solidFill>
                        </a:rPr>
                        <a:t>Boerwinkle, Karlson</a:t>
                      </a:r>
                      <a:endParaRPr sz="800">
                        <a:solidFill>
                          <a:schemeClr val="dk1"/>
                        </a:solidFill>
                      </a:endParaRPr>
                    </a:p>
                  </a:txBody>
                  <a:tcPr marL="91425" marR="91425" marT="91425" marB="91425"/>
                </a:tc>
                <a:extLst>
                  <a:ext uri="{0D108BD9-81ED-4DB2-BD59-A6C34878D82A}">
                    <a16:rowId xmlns:a16="http://schemas.microsoft.com/office/drawing/2014/main" val="10001"/>
                  </a:ext>
                </a:extLst>
              </a:tr>
              <a:tr h="762600">
                <a:tc>
                  <a:txBody>
                    <a:bodyPr/>
                    <a:lstStyle/>
                    <a:p>
                      <a:pPr marL="0" lvl="0" indent="0" algn="l" rtl="0">
                        <a:lnSpc>
                          <a:spcPct val="114000"/>
                        </a:lnSpc>
                        <a:spcBef>
                          <a:spcPts val="0"/>
                        </a:spcBef>
                        <a:spcAft>
                          <a:spcPts val="0"/>
                        </a:spcAft>
                        <a:buNone/>
                      </a:pPr>
                      <a:r>
                        <a:rPr lang="en" sz="800">
                          <a:solidFill>
                            <a:schemeClr val="dk1"/>
                          </a:solidFill>
                        </a:rPr>
                        <a:t>Pre-processed data - cohorts, PheWas/GWAS, imaging derived features; for example - what should the toolbox contain?</a:t>
                      </a:r>
                      <a:endParaRPr sz="800">
                        <a:solidFill>
                          <a:schemeClr val="dk1"/>
                        </a:solidFill>
                      </a:endParaRPr>
                    </a:p>
                  </a:txBody>
                  <a:tcPr marL="91425" marR="91425" marT="91425" marB="91425">
                    <a:solidFill>
                      <a:srgbClr val="FFF2CC"/>
                    </a:solidFill>
                  </a:tcPr>
                </a:tc>
                <a:tc>
                  <a:txBody>
                    <a:bodyPr/>
                    <a:lstStyle/>
                    <a:p>
                      <a:pPr marL="0" lvl="0" indent="0" algn="l" rtl="0">
                        <a:spcBef>
                          <a:spcPts val="0"/>
                        </a:spcBef>
                        <a:spcAft>
                          <a:spcPts val="0"/>
                        </a:spcAft>
                        <a:buNone/>
                      </a:pPr>
                      <a:r>
                        <a:rPr lang="en" sz="800">
                          <a:solidFill>
                            <a:schemeClr val="dk1"/>
                          </a:solidFill>
                        </a:rPr>
                        <a:t>To improve the utility of </a:t>
                      </a:r>
                      <a:r>
                        <a:rPr lang="en" sz="800" i="1">
                          <a:solidFill>
                            <a:schemeClr val="dk1"/>
                          </a:solidFill>
                        </a:rPr>
                        <a:t>All of Us</a:t>
                      </a:r>
                      <a:r>
                        <a:rPr lang="en" sz="800">
                          <a:solidFill>
                            <a:schemeClr val="dk1"/>
                          </a:solidFill>
                        </a:rPr>
                        <a:t> data, standardized phenotypes and other tools should be available to researchers </a:t>
                      </a:r>
                      <a:endParaRPr sz="800">
                        <a:solidFill>
                          <a:schemeClr val="dk1"/>
                        </a:solidFill>
                      </a:endParaRPr>
                    </a:p>
                    <a:p>
                      <a:pPr marL="0" lvl="0" indent="0" algn="l" rtl="0">
                        <a:spcBef>
                          <a:spcPts val="0"/>
                        </a:spcBef>
                        <a:spcAft>
                          <a:spcPts val="0"/>
                        </a:spcAft>
                        <a:buNone/>
                      </a:pPr>
                      <a:endParaRPr sz="800">
                        <a:solidFill>
                          <a:schemeClr val="dk1"/>
                        </a:solidFill>
                      </a:endParaRPr>
                    </a:p>
                    <a:p>
                      <a:pPr marL="0" lvl="0" indent="0" algn="l" rtl="0">
                        <a:spcBef>
                          <a:spcPts val="0"/>
                        </a:spcBef>
                        <a:spcAft>
                          <a:spcPts val="0"/>
                        </a:spcAft>
                        <a:buNone/>
                      </a:pPr>
                      <a:r>
                        <a:rPr lang="en" sz="800">
                          <a:solidFill>
                            <a:schemeClr val="dk1"/>
                          </a:solidFill>
                        </a:rPr>
                        <a:t>Goals Supported: 2 and 4 </a:t>
                      </a:r>
                      <a:endParaRPr sz="800">
                        <a:solidFill>
                          <a:schemeClr val="dk1"/>
                        </a:solidFill>
                      </a:endParaRPr>
                    </a:p>
                  </a:txBody>
                  <a:tcPr marL="91425" marR="91425" marT="91425" marB="91425">
                    <a:lnT w="9525" cap="flat" cmpd="sng">
                      <a:solidFill>
                        <a:srgbClr val="BDBDBD"/>
                      </a:solidFill>
                      <a:prstDash val="solid"/>
                      <a:round/>
                      <a:headEnd type="none" w="sm" len="sm"/>
                      <a:tailEnd type="none" w="sm" len="sm"/>
                    </a:lnT>
                    <a:solidFill>
                      <a:srgbClr val="FFF2CC"/>
                    </a:solidFill>
                  </a:tcPr>
                </a:tc>
                <a:tc>
                  <a:txBody>
                    <a:bodyPr/>
                    <a:lstStyle/>
                    <a:p>
                      <a:pPr marL="0" lvl="0" indent="0" algn="l" rtl="0">
                        <a:spcBef>
                          <a:spcPts val="0"/>
                        </a:spcBef>
                        <a:spcAft>
                          <a:spcPts val="0"/>
                        </a:spcAft>
                        <a:buNone/>
                      </a:pPr>
                      <a:r>
                        <a:rPr lang="en" sz="800">
                          <a:solidFill>
                            <a:schemeClr val="dk1"/>
                          </a:solidFill>
                        </a:rPr>
                        <a:t>Prioritized list of tools (top 3) the program should develop that will inform standard subsets of data to improve efficiency of analysis </a:t>
                      </a:r>
                      <a:endParaRPr sz="800">
                        <a:solidFill>
                          <a:schemeClr val="dk1"/>
                        </a:solidFill>
                      </a:endParaRPr>
                    </a:p>
                  </a:txBody>
                  <a:tcPr marL="91425" marR="91425" marT="91425" marB="91425">
                    <a:solidFill>
                      <a:srgbClr val="FFF2CC"/>
                    </a:solidFill>
                  </a:tcPr>
                </a:tc>
                <a:tc>
                  <a:txBody>
                    <a:bodyPr/>
                    <a:lstStyle/>
                    <a:p>
                      <a:pPr marL="0" lvl="0" indent="0" algn="l" rtl="0">
                        <a:spcBef>
                          <a:spcPts val="0"/>
                        </a:spcBef>
                        <a:spcAft>
                          <a:spcPts val="0"/>
                        </a:spcAft>
                        <a:buNone/>
                      </a:pPr>
                      <a:r>
                        <a:rPr lang="en" sz="800">
                          <a:solidFill>
                            <a:schemeClr val="dk1"/>
                          </a:solidFill>
                        </a:rPr>
                        <a:t>Smoller</a:t>
                      </a:r>
                      <a:endParaRPr sz="800">
                        <a:solidFill>
                          <a:schemeClr val="dk1"/>
                        </a:solidFill>
                      </a:endParaRPr>
                    </a:p>
                  </a:txBody>
                  <a:tcPr marL="91425" marR="91425" marT="91425" marB="91425">
                    <a:solidFill>
                      <a:srgbClr val="FFF2CC"/>
                    </a:solidFill>
                  </a:tcPr>
                </a:tc>
                <a:extLst>
                  <a:ext uri="{0D108BD9-81ED-4DB2-BD59-A6C34878D82A}">
                    <a16:rowId xmlns:a16="http://schemas.microsoft.com/office/drawing/2014/main" val="10002"/>
                  </a:ext>
                </a:extLst>
              </a:tr>
              <a:tr h="441825">
                <a:tc>
                  <a:txBody>
                    <a:bodyPr/>
                    <a:lstStyle/>
                    <a:p>
                      <a:pPr marL="0" lvl="0" indent="0" algn="l" rtl="0">
                        <a:spcBef>
                          <a:spcPts val="0"/>
                        </a:spcBef>
                        <a:spcAft>
                          <a:spcPts val="0"/>
                        </a:spcAft>
                        <a:buNone/>
                      </a:pPr>
                      <a:r>
                        <a:rPr lang="en" sz="800">
                          <a:solidFill>
                            <a:schemeClr val="dk1"/>
                          </a:solidFill>
                        </a:rPr>
                        <a:t>Inference for a representative cohort</a:t>
                      </a:r>
                      <a:endParaRPr sz="800">
                        <a:solidFill>
                          <a:schemeClr val="dk1"/>
                        </a:solidFill>
                      </a:endParaRPr>
                    </a:p>
                  </a:txBody>
                  <a:tcPr marL="91425" marR="91425" marT="91425" marB="91425"/>
                </a:tc>
                <a:tc gridSpan="3">
                  <a:txBody>
                    <a:bodyPr/>
                    <a:lstStyle/>
                    <a:p>
                      <a:pPr marL="0" lvl="0" indent="0" algn="ctr" rtl="0">
                        <a:spcBef>
                          <a:spcPts val="0"/>
                        </a:spcBef>
                        <a:spcAft>
                          <a:spcPts val="0"/>
                        </a:spcAft>
                        <a:buNone/>
                      </a:pPr>
                      <a:r>
                        <a:rPr lang="en" sz="800" i="1"/>
                        <a:t>In process by Data Inference Working Group</a:t>
                      </a:r>
                      <a:endParaRPr sz="800" i="1"/>
                    </a:p>
                    <a:p>
                      <a:pPr marL="0" lvl="0" indent="0" algn="ctr" rtl="0">
                        <a:spcBef>
                          <a:spcPts val="0"/>
                        </a:spcBef>
                        <a:spcAft>
                          <a:spcPts val="0"/>
                        </a:spcAft>
                        <a:buNone/>
                      </a:pPr>
                      <a:r>
                        <a:rPr lang="en" sz="800"/>
                        <a:t>(presented to Sci Com Aug 2023 by Greenland and Khoury)</a:t>
                      </a:r>
                      <a:r>
                        <a:rPr lang="en" sz="800" i="1"/>
                        <a:t> </a:t>
                      </a:r>
                      <a:endParaRPr sz="800" i="1"/>
                    </a:p>
                  </a:txBody>
                  <a:tcPr marL="91425" marR="91425" marT="91425" marB="914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970100">
                <a:tc>
                  <a:txBody>
                    <a:bodyPr/>
                    <a:lstStyle/>
                    <a:p>
                      <a:pPr marL="0" lvl="0" indent="0" algn="l" rtl="0">
                        <a:lnSpc>
                          <a:spcPct val="114000"/>
                        </a:lnSpc>
                        <a:spcBef>
                          <a:spcPts val="0"/>
                        </a:spcBef>
                        <a:spcAft>
                          <a:spcPts val="0"/>
                        </a:spcAft>
                        <a:buNone/>
                      </a:pPr>
                      <a:r>
                        <a:rPr lang="en" sz="800">
                          <a:solidFill>
                            <a:schemeClr val="dk1"/>
                          </a:solidFill>
                        </a:rPr>
                        <a:t>Digital health technologies (DHTs) - evaluation and analytic tools for these data types</a:t>
                      </a:r>
                      <a:r>
                        <a:rPr lang="en" sz="900">
                          <a:solidFill>
                            <a:schemeClr val="dk1"/>
                          </a:solidFill>
                        </a:rPr>
                        <a:t> </a:t>
                      </a:r>
                      <a:endParaRPr sz="1100"/>
                    </a:p>
                  </a:txBody>
                  <a:tcPr marL="91425" marR="91425" marT="91425" marB="91425"/>
                </a:tc>
                <a:tc>
                  <a:txBody>
                    <a:bodyPr/>
                    <a:lstStyle/>
                    <a:p>
                      <a:pPr marL="0" lvl="0" indent="0" algn="l" rtl="0">
                        <a:spcBef>
                          <a:spcPts val="0"/>
                        </a:spcBef>
                        <a:spcAft>
                          <a:spcPts val="0"/>
                        </a:spcAft>
                        <a:buNone/>
                      </a:pPr>
                      <a:r>
                        <a:rPr lang="en" sz="800">
                          <a:solidFill>
                            <a:schemeClr val="dk1"/>
                          </a:solidFill>
                        </a:rPr>
                        <a:t>Leverage program infrastructure already established for DHTs to build upon technologies to deploy to participants, and assess how we will analyze these data; define key phenotypes to measure using DHTs and why</a:t>
                      </a:r>
                      <a:endParaRPr sz="800">
                        <a:solidFill>
                          <a:schemeClr val="dk1"/>
                        </a:solidFill>
                      </a:endParaRPr>
                    </a:p>
                    <a:p>
                      <a:pPr marL="0" lvl="0" indent="0" algn="l" rtl="0">
                        <a:spcBef>
                          <a:spcPts val="0"/>
                        </a:spcBef>
                        <a:spcAft>
                          <a:spcPts val="0"/>
                        </a:spcAft>
                        <a:buNone/>
                      </a:pPr>
                      <a:endParaRPr sz="800">
                        <a:solidFill>
                          <a:schemeClr val="dk1"/>
                        </a:solidFill>
                      </a:endParaRPr>
                    </a:p>
                    <a:p>
                      <a:pPr marL="0" lvl="0" indent="0" algn="l" rtl="0">
                        <a:spcBef>
                          <a:spcPts val="0"/>
                        </a:spcBef>
                        <a:spcAft>
                          <a:spcPts val="0"/>
                        </a:spcAft>
                        <a:buNone/>
                      </a:pPr>
                      <a:r>
                        <a:rPr lang="en" sz="800">
                          <a:solidFill>
                            <a:schemeClr val="dk1"/>
                          </a:solidFill>
                        </a:rPr>
                        <a:t>Goals Supported: 2 and 3</a:t>
                      </a:r>
                      <a:endParaRPr sz="800">
                        <a:solidFill>
                          <a:schemeClr val="dk1"/>
                        </a:solidFill>
                      </a:endParaRPr>
                    </a:p>
                  </a:txBody>
                  <a:tcPr marL="91425" marR="91425" marT="91425" marB="91425"/>
                </a:tc>
                <a:tc>
                  <a:txBody>
                    <a:bodyPr/>
                    <a:lstStyle/>
                    <a:p>
                      <a:pPr marL="0" lvl="0" indent="0" algn="l" rtl="0">
                        <a:spcBef>
                          <a:spcPts val="0"/>
                        </a:spcBef>
                        <a:spcAft>
                          <a:spcPts val="0"/>
                        </a:spcAft>
                        <a:buNone/>
                      </a:pPr>
                      <a:r>
                        <a:rPr lang="en" sz="800">
                          <a:solidFill>
                            <a:schemeClr val="dk1"/>
                          </a:solidFill>
                        </a:rPr>
                        <a:t>Prioritized list of (top 3) of validated DHTs with </a:t>
                      </a:r>
                      <a:r>
                        <a:rPr lang="en" sz="800" b="1" i="1">
                          <a:solidFill>
                            <a:schemeClr val="dk1"/>
                          </a:solidFill>
                        </a:rPr>
                        <a:t>scientific justification </a:t>
                      </a:r>
                      <a:r>
                        <a:rPr lang="en" sz="800">
                          <a:solidFill>
                            <a:schemeClr val="dk1"/>
                          </a:solidFill>
                        </a:rPr>
                        <a:t>that can be reasonably deployed to the full or subset of the cohort </a:t>
                      </a:r>
                      <a:endParaRPr sz="800">
                        <a:solidFill>
                          <a:schemeClr val="dk1"/>
                        </a:solidFill>
                      </a:endParaRPr>
                    </a:p>
                  </a:txBody>
                  <a:tcPr marL="91425" marR="91425" marT="91425" marB="91425"/>
                </a:tc>
                <a:tc>
                  <a:txBody>
                    <a:bodyPr/>
                    <a:lstStyle/>
                    <a:p>
                      <a:pPr marL="0" lvl="0" indent="0" algn="l" rtl="0">
                        <a:lnSpc>
                          <a:spcPct val="115000"/>
                        </a:lnSpc>
                        <a:spcBef>
                          <a:spcPts val="0"/>
                        </a:spcBef>
                        <a:spcAft>
                          <a:spcPts val="0"/>
                        </a:spcAft>
                        <a:buNone/>
                      </a:pPr>
                      <a:r>
                        <a:rPr lang="en" sz="800">
                          <a:solidFill>
                            <a:schemeClr val="dk1"/>
                          </a:solidFill>
                        </a:rPr>
                        <a:t>Kheterpal</a:t>
                      </a:r>
                      <a:endParaRPr sz="800">
                        <a:solidFill>
                          <a:schemeClr val="dk1"/>
                        </a:solidFill>
                      </a:endParaRPr>
                    </a:p>
                    <a:p>
                      <a:pPr marL="0" lvl="0" indent="0" algn="l" rtl="0">
                        <a:spcBef>
                          <a:spcPts val="0"/>
                        </a:spcBef>
                        <a:spcAft>
                          <a:spcPts val="0"/>
                        </a:spcAft>
                        <a:buNone/>
                      </a:pPr>
                      <a:endParaRPr sz="800">
                        <a:solidFill>
                          <a:schemeClr val="dk1"/>
                        </a:solidFill>
                      </a:endParaRPr>
                    </a:p>
                  </a:txBody>
                  <a:tcPr marL="91425" marR="91425" marT="91425" marB="91425"/>
                </a:tc>
                <a:extLst>
                  <a:ext uri="{0D108BD9-81ED-4DB2-BD59-A6C34878D82A}">
                    <a16:rowId xmlns:a16="http://schemas.microsoft.com/office/drawing/2014/main" val="10004"/>
                  </a:ext>
                </a:extLst>
              </a:tr>
              <a:tr h="463075">
                <a:tc>
                  <a:txBody>
                    <a:bodyPr/>
                    <a:lstStyle/>
                    <a:p>
                      <a:pPr marL="0" lvl="0" indent="0" algn="l" rtl="0">
                        <a:spcBef>
                          <a:spcPts val="0"/>
                        </a:spcBef>
                        <a:spcAft>
                          <a:spcPts val="0"/>
                        </a:spcAft>
                        <a:buNone/>
                      </a:pPr>
                      <a:r>
                        <a:rPr lang="en" sz="800">
                          <a:solidFill>
                            <a:schemeClr val="dk1"/>
                          </a:solidFill>
                        </a:rPr>
                        <a:t>Use of AI methods for program</a:t>
                      </a:r>
                      <a:endParaRPr sz="1100"/>
                    </a:p>
                  </a:txBody>
                  <a:tcPr marL="91425" marR="91425" marT="91425" marB="91425"/>
                </a:tc>
                <a:tc gridSpan="3">
                  <a:txBody>
                    <a:bodyPr/>
                    <a:lstStyle/>
                    <a:p>
                      <a:pPr marL="0" lvl="0" indent="0" algn="ctr" rtl="0">
                        <a:spcBef>
                          <a:spcPts val="0"/>
                        </a:spcBef>
                        <a:spcAft>
                          <a:spcPts val="0"/>
                        </a:spcAft>
                        <a:buNone/>
                      </a:pPr>
                      <a:r>
                        <a:rPr lang="en" sz="800" i="1"/>
                        <a:t>RFI in development by Lunt, Ginsburg, and Kozlowski  </a:t>
                      </a:r>
                      <a:r>
                        <a:rPr lang="en" sz="800"/>
                        <a:t>(To be reviewed by Sci Com)</a:t>
                      </a:r>
                      <a:endParaRPr sz="800"/>
                    </a:p>
                  </a:txBody>
                  <a:tcPr marL="91425" marR="91425" marT="91425" marB="914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813" name="Google Shape;813;p132"/>
          <p:cNvSpPr/>
          <p:nvPr/>
        </p:nvSpPr>
        <p:spPr>
          <a:xfrm>
            <a:off x="124475" y="2456125"/>
            <a:ext cx="8964000" cy="777000"/>
          </a:xfrm>
          <a:prstGeom prst="rect">
            <a:avLst/>
          </a:prstGeom>
          <a:noFill/>
          <a:ln w="28575"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33"/>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Overview</a:t>
            </a:r>
            <a:endParaRPr/>
          </a:p>
        </p:txBody>
      </p:sp>
      <p:grpSp>
        <p:nvGrpSpPr>
          <p:cNvPr id="820" name="Google Shape;820;p133"/>
          <p:cNvGrpSpPr/>
          <p:nvPr/>
        </p:nvGrpSpPr>
        <p:grpSpPr>
          <a:xfrm>
            <a:off x="320600" y="2461603"/>
            <a:ext cx="8504700" cy="2460942"/>
            <a:chOff x="320600" y="860298"/>
            <a:chExt cx="8504700" cy="4062302"/>
          </a:xfrm>
        </p:grpSpPr>
        <p:sp>
          <p:nvSpPr>
            <p:cNvPr id="821" name="Google Shape;821;p133"/>
            <p:cNvSpPr txBox="1"/>
            <p:nvPr/>
          </p:nvSpPr>
          <p:spPr>
            <a:xfrm>
              <a:off x="360725" y="884646"/>
              <a:ext cx="4101900" cy="44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Goals of Deliverables</a:t>
              </a:r>
              <a:endParaRPr sz="1600" b="1">
                <a:solidFill>
                  <a:schemeClr val="dk1"/>
                </a:solidFill>
              </a:endParaRPr>
            </a:p>
            <a:p>
              <a:pPr marL="0" lvl="0" indent="0" algn="l" rtl="0">
                <a:lnSpc>
                  <a:spcPct val="115000"/>
                </a:lnSpc>
                <a:spcBef>
                  <a:spcPts val="1000"/>
                </a:spcBef>
                <a:spcAft>
                  <a:spcPts val="0"/>
                </a:spcAft>
                <a:buNone/>
              </a:pPr>
              <a:endParaRPr sz="1300">
                <a:solidFill>
                  <a:schemeClr val="dk1"/>
                </a:solidFill>
              </a:endParaRPr>
            </a:p>
          </p:txBody>
        </p:sp>
        <p:sp>
          <p:nvSpPr>
            <p:cNvPr id="822" name="Google Shape;822;p133"/>
            <p:cNvSpPr txBox="1"/>
            <p:nvPr/>
          </p:nvSpPr>
          <p:spPr>
            <a:xfrm>
              <a:off x="4701650" y="860298"/>
              <a:ext cx="4101900" cy="44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000"/>
                </a:spcAft>
                <a:buNone/>
              </a:pPr>
              <a:r>
                <a:rPr lang="en" sz="1600" b="1">
                  <a:solidFill>
                    <a:schemeClr val="dk1"/>
                  </a:solidFill>
                </a:rPr>
                <a:t>Out of Scope</a:t>
              </a:r>
              <a:endParaRPr sz="1300">
                <a:solidFill>
                  <a:schemeClr val="dk1"/>
                </a:solidFill>
              </a:endParaRPr>
            </a:p>
          </p:txBody>
        </p:sp>
        <p:cxnSp>
          <p:nvCxnSpPr>
            <p:cNvPr id="823" name="Google Shape;823;p133"/>
            <p:cNvCxnSpPr/>
            <p:nvPr/>
          </p:nvCxnSpPr>
          <p:spPr>
            <a:xfrm>
              <a:off x="4445800" y="1500200"/>
              <a:ext cx="11100" cy="3422400"/>
            </a:xfrm>
            <a:prstGeom prst="straightConnector1">
              <a:avLst/>
            </a:prstGeom>
            <a:noFill/>
            <a:ln w="28575" cap="flat" cmpd="sng">
              <a:solidFill>
                <a:schemeClr val="dk1"/>
              </a:solidFill>
              <a:prstDash val="solid"/>
              <a:round/>
              <a:headEnd type="none" w="med" len="med"/>
              <a:tailEnd type="none" w="med" len="med"/>
            </a:ln>
          </p:spPr>
        </p:cxnSp>
        <p:cxnSp>
          <p:nvCxnSpPr>
            <p:cNvPr id="824" name="Google Shape;824;p133"/>
            <p:cNvCxnSpPr/>
            <p:nvPr/>
          </p:nvCxnSpPr>
          <p:spPr>
            <a:xfrm>
              <a:off x="320600" y="1483250"/>
              <a:ext cx="8504700" cy="33900"/>
            </a:xfrm>
            <a:prstGeom prst="straightConnector1">
              <a:avLst/>
            </a:prstGeom>
            <a:noFill/>
            <a:ln w="28575" cap="flat" cmpd="sng">
              <a:solidFill>
                <a:schemeClr val="dk1"/>
              </a:solidFill>
              <a:prstDash val="solid"/>
              <a:round/>
              <a:headEnd type="none" w="med" len="med"/>
              <a:tailEnd type="none" w="med" len="med"/>
            </a:ln>
          </p:spPr>
        </p:cxnSp>
        <p:sp>
          <p:nvSpPr>
            <p:cNvPr id="825" name="Google Shape;825;p133"/>
            <p:cNvSpPr txBox="1"/>
            <p:nvPr/>
          </p:nvSpPr>
          <p:spPr>
            <a:xfrm>
              <a:off x="4701650" y="1618725"/>
              <a:ext cx="4101900" cy="17748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1000"/>
                </a:spcBef>
                <a:spcAft>
                  <a:spcPts val="0"/>
                </a:spcAft>
                <a:buClr>
                  <a:schemeClr val="dk1"/>
                </a:buClr>
                <a:buSzPts val="1300"/>
                <a:buAutoNum type="arabicPeriod"/>
              </a:pPr>
              <a:r>
                <a:rPr lang="en" sz="1300">
                  <a:solidFill>
                    <a:schemeClr val="dk1"/>
                  </a:solidFill>
                </a:rPr>
                <a:t>Developing a roadmap for each recommendation</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Assessing program resources and budget requirements for implementation</a:t>
              </a:r>
              <a:endParaRPr sz="1100"/>
            </a:p>
          </p:txBody>
        </p:sp>
        <p:sp>
          <p:nvSpPr>
            <p:cNvPr id="826" name="Google Shape;826;p133"/>
            <p:cNvSpPr txBox="1"/>
            <p:nvPr/>
          </p:nvSpPr>
          <p:spPr>
            <a:xfrm>
              <a:off x="454925" y="1618725"/>
              <a:ext cx="3913500" cy="32940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1000"/>
                </a:spcBef>
                <a:spcAft>
                  <a:spcPts val="0"/>
                </a:spcAft>
                <a:buClr>
                  <a:schemeClr val="dk1"/>
                </a:buClr>
                <a:buSzPts val="1300"/>
                <a:buAutoNum type="arabicPeriod"/>
              </a:pPr>
              <a:r>
                <a:rPr lang="en" sz="1300">
                  <a:solidFill>
                    <a:schemeClr val="dk1"/>
                  </a:solidFill>
                </a:rPr>
                <a:t>Develop a set of criteria to evaluate tools and integrated data type priorities</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Develop a set of criteria and priorities for research use cases</a:t>
              </a:r>
              <a:endParaRPr sz="1300">
                <a:solidFill>
                  <a:schemeClr val="dk1"/>
                </a:solidFill>
              </a:endParaRPr>
            </a:p>
            <a:p>
              <a:pPr marL="457200" lvl="0" indent="-311150" algn="l" rtl="0">
                <a:lnSpc>
                  <a:spcPct val="115000"/>
                </a:lnSpc>
                <a:spcBef>
                  <a:spcPts val="0"/>
                </a:spcBef>
                <a:spcAft>
                  <a:spcPts val="0"/>
                </a:spcAft>
                <a:buClr>
                  <a:schemeClr val="dk1"/>
                </a:buClr>
                <a:buSzPts val="1300"/>
                <a:buAutoNum type="arabicPeriod"/>
              </a:pPr>
              <a:r>
                <a:rPr lang="en" sz="1300">
                  <a:solidFill>
                    <a:schemeClr val="dk1"/>
                  </a:solidFill>
                </a:rPr>
                <a:t>Make a recommendation on priorities for:</a:t>
              </a:r>
              <a:endParaRPr sz="1300">
                <a:solidFill>
                  <a:schemeClr val="dk1"/>
                </a:solidFill>
              </a:endParaRPr>
            </a:p>
            <a:p>
              <a:pPr marL="914400" lvl="1" indent="-311150" algn="l" rtl="0">
                <a:lnSpc>
                  <a:spcPct val="115000"/>
                </a:lnSpc>
                <a:spcBef>
                  <a:spcPts val="0"/>
                </a:spcBef>
                <a:spcAft>
                  <a:spcPts val="0"/>
                </a:spcAft>
                <a:buClr>
                  <a:schemeClr val="dk1"/>
                </a:buClr>
                <a:buSzPts val="1300"/>
                <a:buAutoNum type="alphaLcPeriod"/>
              </a:pPr>
              <a:r>
                <a:rPr lang="en" sz="1300">
                  <a:solidFill>
                    <a:schemeClr val="dk1"/>
                  </a:solidFill>
                </a:rPr>
                <a:t>Workbench tools development</a:t>
              </a:r>
              <a:endParaRPr sz="1300">
                <a:solidFill>
                  <a:schemeClr val="dk1"/>
                </a:solidFill>
              </a:endParaRPr>
            </a:p>
            <a:p>
              <a:pPr marL="914400" lvl="1" indent="-311150" algn="l" rtl="0">
                <a:lnSpc>
                  <a:spcPct val="115000"/>
                </a:lnSpc>
                <a:spcBef>
                  <a:spcPts val="0"/>
                </a:spcBef>
                <a:spcAft>
                  <a:spcPts val="0"/>
                </a:spcAft>
                <a:buClr>
                  <a:schemeClr val="dk1"/>
                </a:buClr>
                <a:buSzPts val="1300"/>
                <a:buAutoNum type="alphaLcPeriod"/>
              </a:pPr>
              <a:r>
                <a:rPr lang="en" sz="1300">
                  <a:solidFill>
                    <a:schemeClr val="dk1"/>
                  </a:solidFill>
                </a:rPr>
                <a:t>Derived/annotated datasets (which could be submitted for integration) </a:t>
              </a:r>
              <a:endParaRPr sz="1300">
                <a:solidFill>
                  <a:schemeClr val="dk1"/>
                </a:solidFill>
              </a:endParaRPr>
            </a:p>
          </p:txBody>
        </p:sp>
      </p:grpSp>
      <p:sp>
        <p:nvSpPr>
          <p:cNvPr id="827" name="Google Shape;827;p133"/>
          <p:cNvSpPr/>
          <p:nvPr/>
        </p:nvSpPr>
        <p:spPr>
          <a:xfrm>
            <a:off x="379125" y="966800"/>
            <a:ext cx="8504700" cy="1387200"/>
          </a:xfrm>
          <a:prstGeom prst="roundRect">
            <a:avLst>
              <a:gd name="adj" fmla="val 16667"/>
            </a:avLst>
          </a:prstGeom>
          <a:solidFill>
            <a:srgbClr val="FFDD7F"/>
          </a:solidFill>
          <a:ln w="9525" cap="flat" cmpd="sng">
            <a:solidFill>
              <a:srgbClr val="FFDD7F"/>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rPr>
              <a:t>Purpose: </a:t>
            </a:r>
            <a:r>
              <a:rPr lang="en">
                <a:solidFill>
                  <a:schemeClr val="dk1"/>
                </a:solidFill>
              </a:rPr>
              <a:t>The aim of this group is to improve the utility of</a:t>
            </a:r>
            <a:r>
              <a:rPr lang="en" i="1">
                <a:solidFill>
                  <a:schemeClr val="dk1"/>
                </a:solidFill>
              </a:rPr>
              <a:t> All of Us</a:t>
            </a:r>
            <a:r>
              <a:rPr lang="en">
                <a:solidFill>
                  <a:schemeClr val="dk1"/>
                </a:solidFill>
              </a:rPr>
              <a:t> data, standardized phenotypes and other tools should be available to researchers</a:t>
            </a:r>
            <a:endParaRPr>
              <a:solidFill>
                <a:schemeClr val="dk1"/>
              </a:solidFill>
            </a:endParaRPr>
          </a:p>
          <a:p>
            <a:pPr marL="0" lvl="0" indent="0" algn="l" rtl="0">
              <a:lnSpc>
                <a:spcPct val="115000"/>
              </a:lnSpc>
              <a:spcBef>
                <a:spcPts val="1200"/>
              </a:spcBef>
              <a:spcAft>
                <a:spcPts val="1200"/>
              </a:spcAft>
              <a:buNone/>
            </a:pPr>
            <a:r>
              <a:rPr lang="en" b="1">
                <a:solidFill>
                  <a:schemeClr val="dk1"/>
                </a:solidFill>
              </a:rPr>
              <a:t>Outcome: </a:t>
            </a:r>
            <a:r>
              <a:rPr lang="en">
                <a:solidFill>
                  <a:schemeClr val="dk1"/>
                </a:solidFill>
              </a:rPr>
              <a:t>The output will be to recommend a prioritized list of tools (top 3) that the program should develop that will inform standard subsets of data to improve efficiency of analysis</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831"/>
        <p:cNvGrpSpPr/>
        <p:nvPr/>
      </p:nvGrpSpPr>
      <p:grpSpPr>
        <a:xfrm>
          <a:off x="0" y="0"/>
          <a:ext cx="0" cy="0"/>
          <a:chOff x="0" y="0"/>
          <a:chExt cx="0" cy="0"/>
        </a:xfrm>
      </p:grpSpPr>
      <p:sp>
        <p:nvSpPr>
          <p:cNvPr id="832" name="Google Shape;832;p134"/>
          <p:cNvSpPr txBox="1">
            <a:spLocks noGrp="1"/>
          </p:cNvSpPr>
          <p:nvPr>
            <p:ph type="ctrTitle"/>
          </p:nvPr>
        </p:nvSpPr>
        <p:spPr>
          <a:xfrm>
            <a:off x="758772" y="1878300"/>
            <a:ext cx="7339500" cy="1386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300"/>
              <a:t>Process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35"/>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Process</a:t>
            </a:r>
            <a:endParaRPr/>
          </a:p>
        </p:txBody>
      </p:sp>
      <p:sp>
        <p:nvSpPr>
          <p:cNvPr id="838" name="Google Shape;838;p135"/>
          <p:cNvSpPr txBox="1">
            <a:spLocks noGrp="1"/>
          </p:cNvSpPr>
          <p:nvPr>
            <p:ph type="body" idx="1"/>
          </p:nvPr>
        </p:nvSpPr>
        <p:spPr>
          <a:xfrm>
            <a:off x="353200" y="1041750"/>
            <a:ext cx="6080400" cy="3689100"/>
          </a:xfrm>
          <a:prstGeom prst="rect">
            <a:avLst/>
          </a:prstGeom>
        </p:spPr>
        <p:txBody>
          <a:bodyPr spcFirstLastPara="1" wrap="square" lIns="34275" tIns="17125" rIns="34275" bIns="17125" anchor="t" anchorCtr="0">
            <a:noAutofit/>
          </a:bodyPr>
          <a:lstStyle/>
          <a:p>
            <a:pPr marL="457200" lvl="0" indent="-317500" algn="l" rtl="0">
              <a:lnSpc>
                <a:spcPct val="150000"/>
              </a:lnSpc>
              <a:spcBef>
                <a:spcPts val="0"/>
              </a:spcBef>
              <a:spcAft>
                <a:spcPts val="0"/>
              </a:spcAft>
              <a:buSzPts val="1400"/>
              <a:buAutoNum type="arabicPeriod"/>
            </a:pPr>
            <a:r>
              <a:rPr lang="en" sz="1400"/>
              <a:t>Identified potential tools and data types for program implementation </a:t>
            </a:r>
            <a:endParaRPr sz="1400"/>
          </a:p>
          <a:p>
            <a:pPr marL="457200" lvl="0" indent="-317500" algn="l" rtl="0">
              <a:lnSpc>
                <a:spcPct val="150000"/>
              </a:lnSpc>
              <a:spcBef>
                <a:spcPts val="0"/>
              </a:spcBef>
              <a:spcAft>
                <a:spcPts val="0"/>
              </a:spcAft>
              <a:buSzPts val="1400"/>
              <a:buAutoNum type="arabicPeriod"/>
            </a:pPr>
            <a:r>
              <a:rPr lang="en" sz="1400"/>
              <a:t>Established criteria to evaluate tools and prioritized integrated data types</a:t>
            </a:r>
            <a:endParaRPr sz="1400"/>
          </a:p>
          <a:p>
            <a:pPr marL="457200" lvl="0" indent="-317500" algn="l" rtl="0">
              <a:lnSpc>
                <a:spcPct val="150000"/>
              </a:lnSpc>
              <a:spcBef>
                <a:spcPts val="0"/>
              </a:spcBef>
              <a:spcAft>
                <a:spcPts val="0"/>
              </a:spcAft>
              <a:buSzPts val="1400"/>
              <a:buAutoNum type="arabicPeriod"/>
            </a:pPr>
            <a:r>
              <a:rPr lang="en" sz="1400"/>
              <a:t>Compiled a list of concepts and use cases </a:t>
            </a:r>
            <a:endParaRPr sz="1400"/>
          </a:p>
          <a:p>
            <a:pPr marL="457200" lvl="0" indent="-317500" algn="l" rtl="0">
              <a:lnSpc>
                <a:spcPct val="150000"/>
              </a:lnSpc>
              <a:spcBef>
                <a:spcPts val="0"/>
              </a:spcBef>
              <a:spcAft>
                <a:spcPts val="0"/>
              </a:spcAft>
              <a:buSzPts val="1400"/>
              <a:buAutoNum type="arabicPeriod"/>
            </a:pPr>
            <a:r>
              <a:rPr lang="en" sz="1400"/>
              <a:t>Surveyed Science Committee and Extramural Program to Advance Research (EPAR) researchers for recommendations</a:t>
            </a:r>
            <a:endParaRPr sz="1400"/>
          </a:p>
          <a:p>
            <a:pPr marL="457200" lvl="0" indent="-317500" algn="l" rtl="0">
              <a:lnSpc>
                <a:spcPct val="150000"/>
              </a:lnSpc>
              <a:spcBef>
                <a:spcPts val="0"/>
              </a:spcBef>
              <a:spcAft>
                <a:spcPts val="0"/>
              </a:spcAft>
              <a:buSzPts val="1400"/>
              <a:buAutoNum type="arabicPeriod"/>
            </a:pPr>
            <a:r>
              <a:rPr lang="en" sz="1400"/>
              <a:t>Evaluated and prioritized data types </a:t>
            </a:r>
            <a:endParaRPr sz="1400"/>
          </a:p>
          <a:p>
            <a:pPr marL="457200" lvl="0" indent="-317500" algn="l" rtl="0">
              <a:lnSpc>
                <a:spcPct val="150000"/>
              </a:lnSpc>
              <a:spcBef>
                <a:spcPts val="0"/>
              </a:spcBef>
              <a:spcAft>
                <a:spcPts val="0"/>
              </a:spcAft>
              <a:buSzPts val="1400"/>
              <a:buAutoNum type="arabicPeriod"/>
            </a:pPr>
            <a:r>
              <a:rPr lang="en" sz="1400"/>
              <a:t>Formulated recommendations for workbench tools development priorities and derived/annotated datasets (which could be submitted for integration) </a:t>
            </a:r>
            <a:endParaRPr sz="1400"/>
          </a:p>
          <a:p>
            <a:pPr marL="457200" lvl="0" indent="-317500" algn="l" rtl="0">
              <a:lnSpc>
                <a:spcPct val="150000"/>
              </a:lnSpc>
              <a:spcBef>
                <a:spcPts val="0"/>
              </a:spcBef>
              <a:spcAft>
                <a:spcPts val="0"/>
              </a:spcAft>
              <a:buSzPts val="1400"/>
              <a:buAutoNum type="arabicPeriod"/>
            </a:pPr>
            <a:r>
              <a:rPr lang="en" sz="1400"/>
              <a:t>Presented recommendations to the Science Committee</a:t>
            </a:r>
            <a:endParaRPr sz="1500"/>
          </a:p>
        </p:txBody>
      </p:sp>
      <p:sp>
        <p:nvSpPr>
          <p:cNvPr id="839" name="Google Shape;839;p135"/>
          <p:cNvSpPr txBox="1">
            <a:spLocks noGrp="1"/>
          </p:cNvSpPr>
          <p:nvPr>
            <p:ph type="body" idx="1"/>
          </p:nvPr>
        </p:nvSpPr>
        <p:spPr>
          <a:xfrm>
            <a:off x="6856425" y="1500025"/>
            <a:ext cx="2075100" cy="2099700"/>
          </a:xfrm>
          <a:prstGeom prst="rect">
            <a:avLst/>
          </a:prstGeom>
          <a:solidFill>
            <a:srgbClr val="EFEFEF"/>
          </a:solidFill>
          <a:ln w="9525" cap="flat" cmpd="sng">
            <a:solidFill>
              <a:srgbClr val="BDBDBD"/>
            </a:solidFill>
            <a:prstDash val="solid"/>
            <a:round/>
            <a:headEnd type="none" w="sm" len="sm"/>
            <a:tailEnd type="none" w="sm" len="sm"/>
          </a:ln>
        </p:spPr>
        <p:txBody>
          <a:bodyPr spcFirstLastPara="1" wrap="square" lIns="34275" tIns="17125" rIns="34275" bIns="17125" anchor="t" anchorCtr="0">
            <a:normAutofit/>
          </a:bodyPr>
          <a:lstStyle/>
          <a:p>
            <a:pPr marL="0" lvl="0" indent="0" algn="ctr" rtl="0">
              <a:lnSpc>
                <a:spcPct val="115000"/>
              </a:lnSpc>
              <a:spcBef>
                <a:spcPts val="400"/>
              </a:spcBef>
              <a:spcAft>
                <a:spcPts val="0"/>
              </a:spcAft>
              <a:buNone/>
            </a:pPr>
            <a:r>
              <a:rPr lang="en" sz="1300" b="1"/>
              <a:t>Group Members:</a:t>
            </a:r>
            <a:endParaRPr sz="1300" b="1"/>
          </a:p>
          <a:p>
            <a:pPr marL="457200" lvl="0" indent="-311150" algn="l" rtl="0">
              <a:lnSpc>
                <a:spcPct val="115000"/>
              </a:lnSpc>
              <a:spcBef>
                <a:spcPts val="400"/>
              </a:spcBef>
              <a:spcAft>
                <a:spcPts val="0"/>
              </a:spcAft>
              <a:buClr>
                <a:schemeClr val="dk1"/>
              </a:buClr>
              <a:buSzPts val="1300"/>
              <a:buAutoNum type="arabicPeriod"/>
            </a:pPr>
            <a:r>
              <a:rPr lang="en" sz="1300"/>
              <a:t>Jordan Smoller </a:t>
            </a:r>
            <a:endParaRPr sz="1300"/>
          </a:p>
          <a:p>
            <a:pPr marL="457200" lvl="0" indent="-311150" algn="l" rtl="0">
              <a:lnSpc>
                <a:spcPct val="115000"/>
              </a:lnSpc>
              <a:spcBef>
                <a:spcPts val="0"/>
              </a:spcBef>
              <a:spcAft>
                <a:spcPts val="0"/>
              </a:spcAft>
              <a:buClr>
                <a:schemeClr val="dk1"/>
              </a:buClr>
              <a:buSzPts val="1300"/>
              <a:buAutoNum type="arabicPeriod"/>
            </a:pPr>
            <a:r>
              <a:rPr lang="en" sz="1300"/>
              <a:t>Dan Roden </a:t>
            </a:r>
            <a:endParaRPr sz="1300"/>
          </a:p>
          <a:p>
            <a:pPr marL="457200" lvl="0" indent="-311150" algn="l" rtl="0">
              <a:lnSpc>
                <a:spcPct val="115000"/>
              </a:lnSpc>
              <a:spcBef>
                <a:spcPts val="0"/>
              </a:spcBef>
              <a:spcAft>
                <a:spcPts val="0"/>
              </a:spcAft>
              <a:buClr>
                <a:schemeClr val="dk1"/>
              </a:buClr>
              <a:buSzPts val="1300"/>
              <a:buAutoNum type="arabicPeriod"/>
            </a:pPr>
            <a:r>
              <a:rPr lang="en" sz="1300"/>
              <a:t>Geoff Ginsburg </a:t>
            </a:r>
            <a:endParaRPr sz="1300"/>
          </a:p>
          <a:p>
            <a:pPr marL="457200" lvl="0" indent="-311150" algn="l" rtl="0">
              <a:lnSpc>
                <a:spcPct val="115000"/>
              </a:lnSpc>
              <a:spcBef>
                <a:spcPts val="0"/>
              </a:spcBef>
              <a:spcAft>
                <a:spcPts val="0"/>
              </a:spcAft>
              <a:buClr>
                <a:schemeClr val="dk1"/>
              </a:buClr>
              <a:buSzPts val="1300"/>
              <a:buAutoNum type="arabicPeriod"/>
            </a:pPr>
            <a:r>
              <a:rPr lang="en" sz="1300"/>
              <a:t>Chris Lunt </a:t>
            </a:r>
            <a:endParaRPr sz="1300"/>
          </a:p>
          <a:p>
            <a:pPr marL="457200" lvl="0" indent="-311150" algn="l" rtl="0">
              <a:lnSpc>
                <a:spcPct val="115000"/>
              </a:lnSpc>
              <a:spcBef>
                <a:spcPts val="0"/>
              </a:spcBef>
              <a:spcAft>
                <a:spcPts val="0"/>
              </a:spcAft>
              <a:buClr>
                <a:schemeClr val="dk1"/>
              </a:buClr>
              <a:buSzPts val="1300"/>
              <a:buAutoNum type="arabicPeriod"/>
            </a:pPr>
            <a:r>
              <a:rPr lang="en" sz="1300"/>
              <a:t>Andrea Ramirez</a:t>
            </a:r>
            <a:endParaRPr sz="1300"/>
          </a:p>
          <a:p>
            <a:pPr marL="457200" lvl="0" indent="-311150" algn="l" rtl="0">
              <a:lnSpc>
                <a:spcPct val="115000"/>
              </a:lnSpc>
              <a:spcBef>
                <a:spcPts val="0"/>
              </a:spcBef>
              <a:spcAft>
                <a:spcPts val="0"/>
              </a:spcAft>
              <a:buClr>
                <a:schemeClr val="dk1"/>
              </a:buClr>
              <a:buSzPts val="1300"/>
              <a:buAutoNum type="arabicPeriod"/>
            </a:pPr>
            <a:r>
              <a:rPr lang="en" sz="1300"/>
              <a:t>Anjene Musik </a:t>
            </a:r>
            <a:endParaRPr sz="1300"/>
          </a:p>
          <a:p>
            <a:pPr marL="457200" lvl="0" indent="-311150" algn="l" rtl="0">
              <a:lnSpc>
                <a:spcPct val="115000"/>
              </a:lnSpc>
              <a:spcBef>
                <a:spcPts val="0"/>
              </a:spcBef>
              <a:spcAft>
                <a:spcPts val="0"/>
              </a:spcAft>
              <a:buClr>
                <a:schemeClr val="dk1"/>
              </a:buClr>
              <a:buSzPts val="1300"/>
              <a:buAutoNum type="arabicPeriod"/>
            </a:pPr>
            <a:r>
              <a:rPr lang="en" sz="1300"/>
              <a:t>Elyse Kozlowski</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36"/>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Survey Responses from the Science Committee and EPAR Awardees* </a:t>
            </a:r>
            <a:endParaRPr/>
          </a:p>
        </p:txBody>
      </p:sp>
      <p:sp>
        <p:nvSpPr>
          <p:cNvPr id="845" name="Google Shape;845;p136"/>
          <p:cNvSpPr txBox="1">
            <a:spLocks noGrp="1"/>
          </p:cNvSpPr>
          <p:nvPr>
            <p:ph type="body" idx="1"/>
          </p:nvPr>
        </p:nvSpPr>
        <p:spPr>
          <a:xfrm>
            <a:off x="353200" y="1125850"/>
            <a:ext cx="8447100" cy="2700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b="1"/>
              <a:t>What derivative data or transformations of the data do you think would be most valuable to Workbench users to facilitate use of the </a:t>
            </a:r>
            <a:r>
              <a:rPr lang="en" sz="1400" b="1" i="1"/>
              <a:t>All of Us </a:t>
            </a:r>
            <a:r>
              <a:rPr lang="en" sz="1400" b="1"/>
              <a:t>dataset?</a:t>
            </a:r>
            <a:endParaRPr sz="1400"/>
          </a:p>
          <a:p>
            <a:pPr marL="457200" lvl="0" indent="-317500" algn="l" rtl="0">
              <a:lnSpc>
                <a:spcPct val="150000"/>
              </a:lnSpc>
              <a:spcBef>
                <a:spcPts val="1000"/>
              </a:spcBef>
              <a:spcAft>
                <a:spcPts val="0"/>
              </a:spcAft>
              <a:buSzPts val="1400"/>
              <a:buFont typeface="Arial"/>
              <a:buChar char="●"/>
            </a:pPr>
            <a:r>
              <a:rPr lang="en" sz="1400"/>
              <a:t>Identification of instances of clonal hematopoiesis in genomic data </a:t>
            </a:r>
            <a:endParaRPr sz="1400"/>
          </a:p>
          <a:p>
            <a:pPr marL="457200" lvl="0" indent="-317500" algn="l" rtl="0">
              <a:lnSpc>
                <a:spcPct val="150000"/>
              </a:lnSpc>
              <a:spcBef>
                <a:spcPts val="0"/>
              </a:spcBef>
              <a:spcAft>
                <a:spcPts val="0"/>
              </a:spcAft>
              <a:buSzPts val="1400"/>
              <a:buFont typeface="Arial"/>
              <a:buChar char="●"/>
            </a:pPr>
            <a:r>
              <a:rPr lang="en" sz="1400"/>
              <a:t>Studying Post-acute Sequelae of COVID-19 (PASC) to reveal underlying causes of symptom variability, including genetic and sociodemographic to inform responses to future pandemics </a:t>
            </a:r>
            <a:endParaRPr sz="1400"/>
          </a:p>
          <a:p>
            <a:pPr marL="457200" lvl="0" indent="-317500" algn="l" rtl="0">
              <a:lnSpc>
                <a:spcPct val="150000"/>
              </a:lnSpc>
              <a:spcBef>
                <a:spcPts val="0"/>
              </a:spcBef>
              <a:spcAft>
                <a:spcPts val="0"/>
              </a:spcAft>
              <a:buSzPts val="1400"/>
              <a:buFont typeface="Arial"/>
              <a:buChar char="●"/>
            </a:pPr>
            <a:r>
              <a:rPr lang="en" sz="1400"/>
              <a:t>Cross-cohort data analyses, particularly with correct weighting schemes for population-level examples such as NHANES </a:t>
            </a:r>
            <a:endParaRPr sz="1400"/>
          </a:p>
          <a:p>
            <a:pPr marL="457200" lvl="0" indent="-317500" algn="l" rtl="0">
              <a:lnSpc>
                <a:spcPct val="150000"/>
              </a:lnSpc>
              <a:spcBef>
                <a:spcPts val="0"/>
              </a:spcBef>
              <a:spcAft>
                <a:spcPts val="0"/>
              </a:spcAft>
              <a:buSzPts val="1400"/>
              <a:buFont typeface="Arial"/>
              <a:buChar char="●"/>
            </a:pPr>
            <a:r>
              <a:rPr lang="en" sz="1400"/>
              <a:t>Transformation of ICD codes to Phecodes </a:t>
            </a:r>
            <a:endParaRPr sz="1400"/>
          </a:p>
          <a:p>
            <a:pPr marL="457200" lvl="0" indent="-317500" algn="l" rtl="0">
              <a:lnSpc>
                <a:spcPct val="150000"/>
              </a:lnSpc>
              <a:spcBef>
                <a:spcPts val="0"/>
              </a:spcBef>
              <a:spcAft>
                <a:spcPts val="0"/>
              </a:spcAft>
              <a:buSzPts val="1400"/>
              <a:buFont typeface="Arial"/>
              <a:buChar char="●"/>
            </a:pPr>
            <a:r>
              <a:rPr lang="en" sz="1400"/>
              <a:t>Data adjusted for ascertainment bias </a:t>
            </a:r>
            <a:endParaRPr sz="1400"/>
          </a:p>
        </p:txBody>
      </p:sp>
      <p:sp>
        <p:nvSpPr>
          <p:cNvPr id="846" name="Google Shape;846;p136"/>
          <p:cNvSpPr txBox="1"/>
          <p:nvPr/>
        </p:nvSpPr>
        <p:spPr>
          <a:xfrm>
            <a:off x="97700" y="4554175"/>
            <a:ext cx="8568600" cy="600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n" sz="900" i="1">
                <a:solidFill>
                  <a:schemeClr val="dk1"/>
                </a:solidFill>
              </a:rPr>
              <a:t>*The Extramural Program to Advance Research (EPAR), in collaboration with </a:t>
            </a:r>
            <a:r>
              <a:rPr lang="en" sz="900">
                <a:solidFill>
                  <a:schemeClr val="dk1"/>
                </a:solidFill>
              </a:rPr>
              <a:t>All of Us</a:t>
            </a:r>
            <a:r>
              <a:rPr lang="en" sz="900" i="1">
                <a:solidFill>
                  <a:schemeClr val="dk1"/>
                </a:solidFill>
              </a:rPr>
              <a:t> and partner Institutes, Centers, and Officers, fund research teams to support novel analyses and tool development using </a:t>
            </a:r>
            <a:r>
              <a:rPr lang="en" sz="900">
                <a:solidFill>
                  <a:schemeClr val="dk1"/>
                </a:solidFill>
              </a:rPr>
              <a:t>All of Us </a:t>
            </a:r>
            <a:r>
              <a:rPr lang="en" sz="900" i="1">
                <a:solidFill>
                  <a:schemeClr val="dk1"/>
                </a:solidFill>
              </a:rPr>
              <a:t>data. EPAR awardees EPAR promotes a nationwide network of investigators to share best practices, solve problems, and collaborate on the Researcher Workbench, providing guidance to the program to enhance its scientific resources and tools.</a:t>
            </a:r>
            <a:endParaRPr sz="900" i="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850"/>
        <p:cNvGrpSpPr/>
        <p:nvPr/>
      </p:nvGrpSpPr>
      <p:grpSpPr>
        <a:xfrm>
          <a:off x="0" y="0"/>
          <a:ext cx="0" cy="0"/>
          <a:chOff x="0" y="0"/>
          <a:chExt cx="0" cy="0"/>
        </a:xfrm>
      </p:grpSpPr>
      <p:sp>
        <p:nvSpPr>
          <p:cNvPr id="851" name="Google Shape;851;p137"/>
          <p:cNvSpPr txBox="1">
            <a:spLocks noGrp="1"/>
          </p:cNvSpPr>
          <p:nvPr>
            <p:ph type="ctrTitle"/>
          </p:nvPr>
        </p:nvSpPr>
        <p:spPr>
          <a:xfrm>
            <a:off x="758772" y="1878300"/>
            <a:ext cx="7339500" cy="1386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300"/>
              <a:t>Recommendations</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38"/>
          <p:cNvSpPr txBox="1">
            <a:spLocks noGrp="1"/>
          </p:cNvSpPr>
          <p:nvPr>
            <p:ph type="title"/>
          </p:nvPr>
        </p:nvSpPr>
        <p:spPr>
          <a:xfrm>
            <a:off x="349404" y="151515"/>
            <a:ext cx="8447100" cy="5511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a:t>Evaluation Criteria</a:t>
            </a:r>
            <a:endParaRPr/>
          </a:p>
        </p:txBody>
      </p:sp>
      <p:graphicFrame>
        <p:nvGraphicFramePr>
          <p:cNvPr id="858" name="Google Shape;858;p138"/>
          <p:cNvGraphicFramePr/>
          <p:nvPr/>
        </p:nvGraphicFramePr>
        <p:xfrm>
          <a:off x="349409" y="1164009"/>
          <a:ext cx="8429700" cy="3520625"/>
        </p:xfrm>
        <a:graphic>
          <a:graphicData uri="http://schemas.openxmlformats.org/drawingml/2006/table">
            <a:tbl>
              <a:tblPr>
                <a:noFill/>
                <a:tableStyleId>{2768FA73-9C86-471B-9175-A2C1F541FD73}</a:tableStyleId>
              </a:tblPr>
              <a:tblGrid>
                <a:gridCol w="1993050">
                  <a:extLst>
                    <a:ext uri="{9D8B030D-6E8A-4147-A177-3AD203B41FA5}">
                      <a16:colId xmlns:a16="http://schemas.microsoft.com/office/drawing/2014/main" val="20000"/>
                    </a:ext>
                  </a:extLst>
                </a:gridCol>
                <a:gridCol w="6436650">
                  <a:extLst>
                    <a:ext uri="{9D8B030D-6E8A-4147-A177-3AD203B41FA5}">
                      <a16:colId xmlns:a16="http://schemas.microsoft.com/office/drawing/2014/main" val="20001"/>
                    </a:ext>
                  </a:extLst>
                </a:gridCol>
              </a:tblGrid>
              <a:tr h="283950">
                <a:tc>
                  <a:txBody>
                    <a:bodyPr/>
                    <a:lstStyle/>
                    <a:p>
                      <a:pPr marL="0" lvl="0" indent="0" algn="ctr" rtl="0">
                        <a:spcBef>
                          <a:spcPts val="0"/>
                        </a:spcBef>
                        <a:spcAft>
                          <a:spcPts val="0"/>
                        </a:spcAft>
                        <a:buNone/>
                      </a:pPr>
                      <a:r>
                        <a:rPr lang="en" sz="1100" b="1">
                          <a:solidFill>
                            <a:schemeClr val="lt1"/>
                          </a:solidFill>
                        </a:rPr>
                        <a:t>Criteria</a:t>
                      </a:r>
                      <a:endParaRPr sz="1100" b="1">
                        <a:solidFill>
                          <a:schemeClr val="lt1"/>
                        </a:solidFill>
                      </a:endParaRPr>
                    </a:p>
                  </a:txBody>
                  <a:tcPr marL="34275" marR="34275" marT="34275" marB="34275">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005A96"/>
                    </a:solidFill>
                  </a:tcPr>
                </a:tc>
                <a:tc>
                  <a:txBody>
                    <a:bodyPr/>
                    <a:lstStyle/>
                    <a:p>
                      <a:pPr marL="0" lvl="0" indent="0" algn="ctr" rtl="0">
                        <a:spcBef>
                          <a:spcPts val="0"/>
                        </a:spcBef>
                        <a:spcAft>
                          <a:spcPts val="0"/>
                        </a:spcAft>
                        <a:buNone/>
                      </a:pPr>
                      <a:r>
                        <a:rPr lang="en" sz="1100" b="1">
                          <a:solidFill>
                            <a:schemeClr val="lt1"/>
                          </a:solidFill>
                        </a:rPr>
                        <a:t>Description</a:t>
                      </a:r>
                      <a:endParaRPr sz="1100" b="1">
                        <a:solidFill>
                          <a:schemeClr val="lt1"/>
                        </a:solidFill>
                      </a:endParaRPr>
                    </a:p>
                  </a:txBody>
                  <a:tcPr marL="34275" marR="34275" marT="34275" marB="34275">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005A96"/>
                    </a:solidFill>
                  </a:tcPr>
                </a:tc>
                <a:extLst>
                  <a:ext uri="{0D108BD9-81ED-4DB2-BD59-A6C34878D82A}">
                    <a16:rowId xmlns:a16="http://schemas.microsoft.com/office/drawing/2014/main" val="10000"/>
                  </a:ext>
                </a:extLst>
              </a:tr>
              <a:tr h="221850">
                <a:tc>
                  <a:txBody>
                    <a:bodyPr/>
                    <a:lstStyle/>
                    <a:p>
                      <a:pPr marL="45720" lvl="0" indent="0" algn="l" rtl="0">
                        <a:lnSpc>
                          <a:spcPct val="150000"/>
                        </a:lnSpc>
                        <a:spcBef>
                          <a:spcPts val="0"/>
                        </a:spcBef>
                        <a:spcAft>
                          <a:spcPts val="0"/>
                        </a:spcAft>
                        <a:buNone/>
                      </a:pPr>
                      <a:r>
                        <a:rPr lang="en" sz="900" b="1"/>
                        <a:t>Unmet researcher need</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tc>
                  <a:txBody>
                    <a:bodyPr/>
                    <a:lstStyle/>
                    <a:p>
                      <a:pPr marL="45720" lvl="0" indent="0" algn="l" rtl="0">
                        <a:lnSpc>
                          <a:spcPct val="150000"/>
                        </a:lnSpc>
                        <a:spcBef>
                          <a:spcPts val="0"/>
                        </a:spcBef>
                        <a:spcAft>
                          <a:spcPts val="0"/>
                        </a:spcAft>
                        <a:buNone/>
                      </a:pPr>
                      <a:r>
                        <a:rPr lang="en" sz="900"/>
                        <a:t>Assesses how well the recommendation meets the specific requirements or challenges faced by researchers, ultimately ensuring that their needs are better served</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extLst>
                  <a:ext uri="{0D108BD9-81ED-4DB2-BD59-A6C34878D82A}">
                    <a16:rowId xmlns:a16="http://schemas.microsoft.com/office/drawing/2014/main" val="10001"/>
                  </a:ext>
                </a:extLst>
              </a:tr>
              <a:tr h="403750">
                <a:tc>
                  <a:txBody>
                    <a:bodyPr/>
                    <a:lstStyle/>
                    <a:p>
                      <a:pPr marL="45720" lvl="0" indent="0" algn="l" rtl="0">
                        <a:lnSpc>
                          <a:spcPct val="150000"/>
                        </a:lnSpc>
                        <a:spcBef>
                          <a:spcPts val="0"/>
                        </a:spcBef>
                        <a:spcAft>
                          <a:spcPts val="0"/>
                        </a:spcAft>
                        <a:buNone/>
                      </a:pPr>
                      <a:r>
                        <a:rPr lang="en" sz="900" b="1"/>
                        <a:t>Simplifies analysis </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tc>
                  <a:txBody>
                    <a:bodyPr/>
                    <a:lstStyle/>
                    <a:p>
                      <a:pPr marL="45720" lvl="0" indent="0" algn="l" rtl="0">
                        <a:lnSpc>
                          <a:spcPct val="150000"/>
                        </a:lnSpc>
                        <a:spcBef>
                          <a:spcPts val="0"/>
                        </a:spcBef>
                        <a:spcAft>
                          <a:spcPts val="0"/>
                        </a:spcAft>
                        <a:buNone/>
                      </a:pPr>
                      <a:r>
                        <a:rPr lang="en" sz="900"/>
                        <a:t>Evaluates the extent to which the recommendation streamlines complex analytical processes to makes data analysis more accessible and efficient for researchers</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21850">
                <a:tc>
                  <a:txBody>
                    <a:bodyPr/>
                    <a:lstStyle/>
                    <a:p>
                      <a:pPr marL="45720" lvl="0" indent="0" algn="l" rtl="0">
                        <a:lnSpc>
                          <a:spcPct val="150000"/>
                        </a:lnSpc>
                        <a:spcBef>
                          <a:spcPts val="0"/>
                        </a:spcBef>
                        <a:spcAft>
                          <a:spcPts val="0"/>
                        </a:spcAft>
                        <a:buNone/>
                      </a:pPr>
                      <a:r>
                        <a:rPr lang="en" sz="900" b="1"/>
                        <a:t>Standardizes/Harmonizes</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tc>
                  <a:txBody>
                    <a:bodyPr/>
                    <a:lstStyle/>
                    <a:p>
                      <a:pPr marL="45720" lvl="0" indent="0" algn="l" rtl="0">
                        <a:lnSpc>
                          <a:spcPct val="150000"/>
                        </a:lnSpc>
                        <a:spcBef>
                          <a:spcPts val="0"/>
                        </a:spcBef>
                        <a:spcAft>
                          <a:spcPts val="0"/>
                        </a:spcAft>
                        <a:buNone/>
                      </a:pPr>
                      <a:r>
                        <a:rPr lang="en" sz="900"/>
                        <a:t>Assesses the ability of the recommendation to promote standardization and harmonization across research practices or data types</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extLst>
                  <a:ext uri="{0D108BD9-81ED-4DB2-BD59-A6C34878D82A}">
                    <a16:rowId xmlns:a16="http://schemas.microsoft.com/office/drawing/2014/main" val="10003"/>
                  </a:ext>
                </a:extLst>
              </a:tr>
              <a:tr h="403750">
                <a:tc>
                  <a:txBody>
                    <a:bodyPr/>
                    <a:lstStyle/>
                    <a:p>
                      <a:pPr marL="45720" lvl="0" indent="0" algn="l" rtl="0">
                        <a:lnSpc>
                          <a:spcPct val="150000"/>
                        </a:lnSpc>
                        <a:spcBef>
                          <a:spcPts val="0"/>
                        </a:spcBef>
                        <a:spcAft>
                          <a:spcPts val="0"/>
                        </a:spcAft>
                        <a:buNone/>
                      </a:pPr>
                      <a:r>
                        <a:rPr lang="en" sz="900" b="1"/>
                        <a:t>Broad use of use cases </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tc>
                  <a:txBody>
                    <a:bodyPr/>
                    <a:lstStyle/>
                    <a:p>
                      <a:pPr marL="45720" lvl="0" indent="0" algn="l" rtl="0">
                        <a:lnSpc>
                          <a:spcPct val="150000"/>
                        </a:lnSpc>
                        <a:spcBef>
                          <a:spcPts val="0"/>
                        </a:spcBef>
                        <a:spcAft>
                          <a:spcPts val="0"/>
                        </a:spcAft>
                        <a:buNone/>
                      </a:pPr>
                      <a:r>
                        <a:rPr lang="en" sz="900"/>
                        <a:t>Considers the versatility of the recommendation in terms of application across various research scenarios</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03750">
                <a:tc>
                  <a:txBody>
                    <a:bodyPr/>
                    <a:lstStyle/>
                    <a:p>
                      <a:pPr marL="45720" lvl="0" indent="0" algn="l" rtl="0">
                        <a:lnSpc>
                          <a:spcPct val="150000"/>
                        </a:lnSpc>
                        <a:spcBef>
                          <a:spcPts val="0"/>
                        </a:spcBef>
                        <a:spcAft>
                          <a:spcPts val="0"/>
                        </a:spcAft>
                        <a:buNone/>
                      </a:pPr>
                      <a:r>
                        <a:rPr lang="en" sz="900" b="1"/>
                        <a:t>Scientific Roadmap Alignment</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tc>
                  <a:txBody>
                    <a:bodyPr/>
                    <a:lstStyle/>
                    <a:p>
                      <a:pPr marL="45720" lvl="0" indent="0" algn="l" rtl="0">
                        <a:lnSpc>
                          <a:spcPct val="150000"/>
                        </a:lnSpc>
                        <a:spcBef>
                          <a:spcPts val="0"/>
                        </a:spcBef>
                        <a:spcAft>
                          <a:spcPts val="0"/>
                        </a:spcAft>
                        <a:buNone/>
                      </a:pPr>
                      <a:r>
                        <a:rPr lang="en" sz="900"/>
                        <a:t>Examines how well the recommendation aligns with the overarching goals and priorities outlined in the program’s Scientific Roadmap to ensure that the recommendation supports and advances the strategic objectives of the program’s research initiative </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extLst>
                  <a:ext uri="{0D108BD9-81ED-4DB2-BD59-A6C34878D82A}">
                    <a16:rowId xmlns:a16="http://schemas.microsoft.com/office/drawing/2014/main" val="10005"/>
                  </a:ext>
                </a:extLst>
              </a:tr>
              <a:tr h="221850">
                <a:tc>
                  <a:txBody>
                    <a:bodyPr/>
                    <a:lstStyle/>
                    <a:p>
                      <a:pPr marL="45720" lvl="0" indent="0" algn="l" rtl="0">
                        <a:lnSpc>
                          <a:spcPct val="115000"/>
                        </a:lnSpc>
                        <a:spcBef>
                          <a:spcPts val="0"/>
                        </a:spcBef>
                        <a:spcAft>
                          <a:spcPts val="0"/>
                        </a:spcAft>
                        <a:buNone/>
                      </a:pPr>
                      <a:r>
                        <a:rPr lang="en" sz="900" b="1"/>
                        <a:t>Does the tool exist and simply need integration/evaluation</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tc>
                  <a:txBody>
                    <a:bodyPr/>
                    <a:lstStyle/>
                    <a:p>
                      <a:pPr marL="45720" lvl="0" indent="0" algn="l" rtl="0">
                        <a:lnSpc>
                          <a:spcPct val="150000"/>
                        </a:lnSpc>
                        <a:spcBef>
                          <a:spcPts val="0"/>
                        </a:spcBef>
                        <a:spcAft>
                          <a:spcPts val="0"/>
                        </a:spcAft>
                        <a:buNone/>
                      </a:pPr>
                      <a:r>
                        <a:rPr lang="en" sz="900"/>
                        <a:t>Focuses on the availability of existing tools or methodologies that can leverage current resources to integrate the recommendation without the need for new development </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21850">
                <a:tc>
                  <a:txBody>
                    <a:bodyPr/>
                    <a:lstStyle/>
                    <a:p>
                      <a:pPr marL="45720" lvl="0" indent="0" algn="l" rtl="0">
                        <a:lnSpc>
                          <a:spcPct val="150000"/>
                        </a:lnSpc>
                        <a:spcBef>
                          <a:spcPts val="0"/>
                        </a:spcBef>
                        <a:spcAft>
                          <a:spcPts val="0"/>
                        </a:spcAft>
                        <a:buNone/>
                      </a:pPr>
                      <a:r>
                        <a:rPr lang="en" sz="900" b="1"/>
                        <a:t>No new data collection required</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tc>
                  <a:txBody>
                    <a:bodyPr/>
                    <a:lstStyle/>
                    <a:p>
                      <a:pPr marL="45720" lvl="0" indent="0" algn="l" rtl="0">
                        <a:lnSpc>
                          <a:spcPct val="150000"/>
                        </a:lnSpc>
                        <a:spcBef>
                          <a:spcPts val="0"/>
                        </a:spcBef>
                        <a:spcAft>
                          <a:spcPts val="0"/>
                        </a:spcAft>
                        <a:buNone/>
                      </a:pPr>
                      <a:r>
                        <a:rPr lang="en" sz="900"/>
                        <a:t>Emphasizes that the recommendation can be implemented without necessitating additional data collection efforts or resources</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EBEFF1"/>
                    </a:solidFill>
                  </a:tcPr>
                </a:tc>
                <a:extLst>
                  <a:ext uri="{0D108BD9-81ED-4DB2-BD59-A6C34878D82A}">
                    <a16:rowId xmlns:a16="http://schemas.microsoft.com/office/drawing/2014/main" val="10007"/>
                  </a:ext>
                </a:extLst>
              </a:tr>
              <a:tr h="221850">
                <a:tc>
                  <a:txBody>
                    <a:bodyPr/>
                    <a:lstStyle/>
                    <a:p>
                      <a:pPr marL="45720" lvl="0" indent="0" algn="l" rtl="0">
                        <a:lnSpc>
                          <a:spcPct val="150000"/>
                        </a:lnSpc>
                        <a:spcBef>
                          <a:spcPts val="0"/>
                        </a:spcBef>
                        <a:spcAft>
                          <a:spcPts val="0"/>
                        </a:spcAft>
                        <a:buNone/>
                      </a:pPr>
                      <a:r>
                        <a:rPr lang="en" sz="900" b="1"/>
                        <a:t>Helps with data quality</a:t>
                      </a:r>
                      <a:endParaRPr sz="900" b="1"/>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tc>
                  <a:txBody>
                    <a:bodyPr/>
                    <a:lstStyle/>
                    <a:p>
                      <a:pPr marL="45720" lvl="0" indent="0" algn="l" rtl="0">
                        <a:lnSpc>
                          <a:spcPct val="150000"/>
                        </a:lnSpc>
                        <a:spcBef>
                          <a:spcPts val="0"/>
                        </a:spcBef>
                        <a:spcAft>
                          <a:spcPts val="0"/>
                        </a:spcAft>
                        <a:buNone/>
                      </a:pPr>
                      <a:r>
                        <a:rPr lang="en" sz="900"/>
                        <a:t>Evaluates the impact of the recommendation on data quality, specifically in terms of enhancing comparative validity and reliability</a:t>
                      </a:r>
                      <a:endParaRPr sz="900"/>
                    </a:p>
                  </a:txBody>
                  <a:tcPr marL="10725" marR="10725" marT="7150" marB="7150" anchor="ctr">
                    <a:lnL w="9525" cap="flat" cmpd="sng">
                      <a:solidFill>
                        <a:srgbClr val="BDBDBD"/>
                      </a:solidFill>
                      <a:prstDash val="solid"/>
                      <a:round/>
                      <a:headEnd type="none" w="sm" len="sm"/>
                      <a:tailEnd type="none" w="sm" len="sm"/>
                    </a:lnL>
                    <a:lnR w="9525" cap="flat" cmpd="sng">
                      <a:solidFill>
                        <a:srgbClr val="BDBDBD"/>
                      </a:solidFill>
                      <a:prstDash val="solid"/>
                      <a:round/>
                      <a:headEnd type="none" w="sm" len="sm"/>
                      <a:tailEnd type="none" w="sm" len="sm"/>
                    </a:lnR>
                    <a:lnT w="9525" cap="flat" cmpd="sng">
                      <a:solidFill>
                        <a:srgbClr val="BDBDBD"/>
                      </a:solidFill>
                      <a:prstDash val="solid"/>
                      <a:round/>
                      <a:headEnd type="none" w="sm" len="sm"/>
                      <a:tailEnd type="none" w="sm" len="sm"/>
                    </a:lnT>
                    <a:lnB w="9525" cap="flat" cmpd="sng">
                      <a:solidFill>
                        <a:srgbClr val="BDBDBD"/>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139"/>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Prioritized Derived Data Types and Tools</a:t>
            </a:r>
            <a:endParaRPr/>
          </a:p>
        </p:txBody>
      </p:sp>
      <p:sp>
        <p:nvSpPr>
          <p:cNvPr id="864" name="Google Shape;864;p139"/>
          <p:cNvSpPr txBox="1">
            <a:spLocks noGrp="1"/>
          </p:cNvSpPr>
          <p:nvPr>
            <p:ph type="body" idx="1"/>
          </p:nvPr>
        </p:nvSpPr>
        <p:spPr>
          <a:xfrm>
            <a:off x="368550" y="906975"/>
            <a:ext cx="8509200" cy="3789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b="1"/>
              <a:t>Using the criteria, the </a:t>
            </a:r>
            <a:r>
              <a:rPr lang="en" b="1" u="sng">
                <a:solidFill>
                  <a:schemeClr val="hlink"/>
                </a:solidFill>
                <a:hlinkClick r:id="rId3"/>
              </a:rPr>
              <a:t>concepts</a:t>
            </a:r>
            <a:r>
              <a:rPr lang="en" b="1"/>
              <a:t> were independently rated by all members of the small group.</a:t>
            </a:r>
            <a:endParaRPr b="1"/>
          </a:p>
        </p:txBody>
      </p:sp>
      <p:graphicFrame>
        <p:nvGraphicFramePr>
          <p:cNvPr id="865" name="Google Shape;865;p139"/>
          <p:cNvGraphicFramePr/>
          <p:nvPr/>
        </p:nvGraphicFramePr>
        <p:xfrm>
          <a:off x="349400" y="1192050"/>
          <a:ext cx="8528325" cy="3450920"/>
        </p:xfrm>
        <a:graphic>
          <a:graphicData uri="http://schemas.openxmlformats.org/drawingml/2006/table">
            <a:tbl>
              <a:tblPr>
                <a:noFill/>
                <a:tableStyleId>{0D2721B7-608E-48ED-B617-1216AA946DBD}</a:tableStyleId>
              </a:tblPr>
              <a:tblGrid>
                <a:gridCol w="2304900">
                  <a:extLst>
                    <a:ext uri="{9D8B030D-6E8A-4147-A177-3AD203B41FA5}">
                      <a16:colId xmlns:a16="http://schemas.microsoft.com/office/drawing/2014/main" val="20000"/>
                    </a:ext>
                  </a:extLst>
                </a:gridCol>
                <a:gridCol w="4853325">
                  <a:extLst>
                    <a:ext uri="{9D8B030D-6E8A-4147-A177-3AD203B41FA5}">
                      <a16:colId xmlns:a16="http://schemas.microsoft.com/office/drawing/2014/main" val="20001"/>
                    </a:ext>
                  </a:extLst>
                </a:gridCol>
                <a:gridCol w="1370100">
                  <a:extLst>
                    <a:ext uri="{9D8B030D-6E8A-4147-A177-3AD203B41FA5}">
                      <a16:colId xmlns:a16="http://schemas.microsoft.com/office/drawing/2014/main" val="20002"/>
                    </a:ext>
                  </a:extLst>
                </a:gridCol>
              </a:tblGrid>
              <a:tr h="176300">
                <a:tc>
                  <a:txBody>
                    <a:bodyPr/>
                    <a:lstStyle/>
                    <a:p>
                      <a:pPr marL="0" lvl="0" indent="0" algn="ctr" rtl="0">
                        <a:lnSpc>
                          <a:spcPct val="100000"/>
                        </a:lnSpc>
                        <a:spcBef>
                          <a:spcPts val="0"/>
                        </a:spcBef>
                        <a:spcAft>
                          <a:spcPts val="0"/>
                        </a:spcAft>
                        <a:buNone/>
                      </a:pPr>
                      <a:r>
                        <a:rPr lang="en" sz="1100" b="1">
                          <a:solidFill>
                            <a:schemeClr val="lt1"/>
                          </a:solidFill>
                        </a:rPr>
                        <a:t>Concept</a:t>
                      </a:r>
                      <a:endParaRPr sz="1100" b="1">
                        <a:solidFill>
                          <a:schemeClr val="lt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chemeClr val="dk1"/>
                    </a:solidFill>
                  </a:tcPr>
                </a:tc>
                <a:tc>
                  <a:txBody>
                    <a:bodyPr/>
                    <a:lstStyle/>
                    <a:p>
                      <a:pPr marL="0" lvl="0" indent="0" algn="ctr" rtl="0">
                        <a:lnSpc>
                          <a:spcPct val="100000"/>
                        </a:lnSpc>
                        <a:spcBef>
                          <a:spcPts val="0"/>
                        </a:spcBef>
                        <a:spcAft>
                          <a:spcPts val="0"/>
                        </a:spcAft>
                        <a:buNone/>
                      </a:pPr>
                      <a:r>
                        <a:rPr lang="en" sz="1100" b="1">
                          <a:solidFill>
                            <a:schemeClr val="lt1"/>
                          </a:solidFill>
                        </a:rPr>
                        <a:t>Description</a:t>
                      </a:r>
                      <a:endParaRPr sz="1100" b="1">
                        <a:solidFill>
                          <a:schemeClr val="lt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chemeClr val="dk1"/>
                    </a:solidFill>
                  </a:tcPr>
                </a:tc>
                <a:tc>
                  <a:txBody>
                    <a:bodyPr/>
                    <a:lstStyle/>
                    <a:p>
                      <a:pPr marL="0" lvl="0" indent="0" algn="ctr" rtl="0">
                        <a:lnSpc>
                          <a:spcPct val="100000"/>
                        </a:lnSpc>
                        <a:spcBef>
                          <a:spcPts val="0"/>
                        </a:spcBef>
                        <a:spcAft>
                          <a:spcPts val="0"/>
                        </a:spcAft>
                        <a:buNone/>
                      </a:pPr>
                      <a:r>
                        <a:rPr lang="en" sz="1100" b="1">
                          <a:solidFill>
                            <a:schemeClr val="lt1"/>
                          </a:solidFill>
                        </a:rPr>
                        <a:t>Mean (out of 4*)</a:t>
                      </a:r>
                      <a:endParaRPr sz="1100" b="1">
                        <a:solidFill>
                          <a:schemeClr val="lt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237700">
                <a:tc>
                  <a:txBody>
                    <a:bodyPr/>
                    <a:lstStyle/>
                    <a:p>
                      <a:pPr marL="0" lvl="0" indent="0" algn="l" rtl="0">
                        <a:lnSpc>
                          <a:spcPct val="100000"/>
                        </a:lnSpc>
                        <a:spcBef>
                          <a:spcPts val="0"/>
                        </a:spcBef>
                        <a:spcAft>
                          <a:spcPts val="0"/>
                        </a:spcAft>
                        <a:buNone/>
                      </a:pPr>
                      <a:r>
                        <a:rPr lang="en" sz="900" b="1">
                          <a:solidFill>
                            <a:schemeClr val="dk1"/>
                          </a:solidFill>
                        </a:rPr>
                        <a:t>Phewas x Gwas</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tc>
                  <a:txBody>
                    <a:bodyPr/>
                    <a:lstStyle/>
                    <a:p>
                      <a:pPr marL="0" lvl="0" indent="0" algn="l" rtl="0">
                        <a:lnSpc>
                          <a:spcPct val="100000"/>
                        </a:lnSpc>
                        <a:spcBef>
                          <a:spcPts val="0"/>
                        </a:spcBef>
                        <a:spcAft>
                          <a:spcPts val="0"/>
                        </a:spcAft>
                        <a:buNone/>
                      </a:pPr>
                      <a:r>
                        <a:rPr lang="en" sz="900">
                          <a:solidFill>
                            <a:schemeClr val="dk1"/>
                          </a:solidFill>
                        </a:rPr>
                        <a:t>Phenome-genome analysis with summary statistics and visualization</a:t>
                      </a:r>
                      <a:endParaRPr sz="900">
                        <a:solidFill>
                          <a:schemeClr val="dk1"/>
                        </a:solidFill>
                      </a:endParaRPr>
                    </a:p>
                    <a:p>
                      <a:pPr marL="0" lvl="0" indent="0" algn="l" rtl="0">
                        <a:lnSpc>
                          <a:spcPct val="100000"/>
                        </a:lnSpc>
                        <a:spcBef>
                          <a:spcPts val="0"/>
                        </a:spcBef>
                        <a:spcAft>
                          <a:spcPts val="0"/>
                        </a:spcAft>
                        <a:buNone/>
                      </a:pPr>
                      <a:r>
                        <a:rPr lang="en" sz="700">
                          <a:solidFill>
                            <a:schemeClr val="dk1"/>
                          </a:solidFill>
                        </a:rPr>
                        <a:t>Note: The program is addressing this need with the All by All initiative</a:t>
                      </a:r>
                      <a:endParaRPr sz="7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lvl="0" indent="0" algn="ctr" rtl="0">
                        <a:lnSpc>
                          <a:spcPct val="100000"/>
                        </a:lnSpc>
                        <a:spcBef>
                          <a:spcPts val="0"/>
                        </a:spcBef>
                        <a:spcAft>
                          <a:spcPts val="0"/>
                        </a:spcAft>
                        <a:buNone/>
                      </a:pPr>
                      <a:r>
                        <a:rPr lang="en" sz="900">
                          <a:solidFill>
                            <a:schemeClr val="dk1"/>
                          </a:solidFill>
                        </a:rPr>
                        <a:t>4.00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260775">
                <a:tc>
                  <a:txBody>
                    <a:bodyPr/>
                    <a:lstStyle/>
                    <a:p>
                      <a:pPr marL="0" lvl="0" indent="0" algn="l" rtl="0">
                        <a:lnSpc>
                          <a:spcPct val="100000"/>
                        </a:lnSpc>
                        <a:spcBef>
                          <a:spcPts val="0"/>
                        </a:spcBef>
                        <a:spcAft>
                          <a:spcPts val="0"/>
                        </a:spcAft>
                        <a:buNone/>
                      </a:pPr>
                      <a:r>
                        <a:rPr lang="en" sz="900" b="1">
                          <a:solidFill>
                            <a:schemeClr val="dk1"/>
                          </a:solidFill>
                        </a:rPr>
                        <a:t>Phecodes</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tc>
                  <a:txBody>
                    <a:bodyPr/>
                    <a:lstStyle/>
                    <a:p>
                      <a:pPr marL="0" lvl="0" indent="0" algn="l" rtl="0">
                        <a:lnSpc>
                          <a:spcPct val="100000"/>
                        </a:lnSpc>
                        <a:spcBef>
                          <a:spcPts val="0"/>
                        </a:spcBef>
                        <a:spcAft>
                          <a:spcPts val="0"/>
                        </a:spcAft>
                        <a:buNone/>
                      </a:pPr>
                      <a:r>
                        <a:rPr lang="en" sz="900">
                          <a:solidFill>
                            <a:schemeClr val="dk1"/>
                          </a:solidFill>
                        </a:rPr>
                        <a:t>Have been generated for v7 but needs to be updated for v8 and incorporated/integrated into workbench</a:t>
                      </a:r>
                      <a:endParaRPr sz="900">
                        <a:solidFill>
                          <a:schemeClr val="dk1"/>
                        </a:solidFill>
                      </a:endParaRPr>
                    </a:p>
                  </a:txBody>
                  <a:tcPr marL="10725" marR="10725" marT="7150" marB="71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lvl="0" indent="0" algn="ctr" rtl="0">
                        <a:lnSpc>
                          <a:spcPct val="100000"/>
                        </a:lnSpc>
                        <a:spcBef>
                          <a:spcPts val="0"/>
                        </a:spcBef>
                        <a:spcAft>
                          <a:spcPts val="0"/>
                        </a:spcAft>
                        <a:buNone/>
                      </a:pPr>
                      <a:r>
                        <a:rPr lang="en" sz="900">
                          <a:solidFill>
                            <a:schemeClr val="dk1"/>
                          </a:solidFill>
                        </a:rPr>
                        <a:t>3.80</a:t>
                      </a:r>
                      <a:endParaRPr sz="900">
                        <a:solidFill>
                          <a:schemeClr val="dk1"/>
                        </a:solidFill>
                      </a:endParaRPr>
                    </a:p>
                  </a:txBody>
                  <a:tcPr marL="28575" marR="28575" marT="19050" marB="19050" anchor="b">
                    <a:lnL w="9525"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279150">
                <a:tc>
                  <a:txBody>
                    <a:bodyPr/>
                    <a:lstStyle/>
                    <a:p>
                      <a:pPr marL="0" lvl="0" indent="0" algn="l" rtl="0">
                        <a:lnSpc>
                          <a:spcPct val="100000"/>
                        </a:lnSpc>
                        <a:spcBef>
                          <a:spcPts val="0"/>
                        </a:spcBef>
                        <a:spcAft>
                          <a:spcPts val="0"/>
                        </a:spcAft>
                        <a:buNone/>
                      </a:pPr>
                      <a:r>
                        <a:rPr lang="en" sz="900" b="1">
                          <a:solidFill>
                            <a:schemeClr val="dk1"/>
                          </a:solidFill>
                        </a:rPr>
                        <a:t>Repository of validated computational phenotypes (e.g. PheKB)</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tc>
                  <a:txBody>
                    <a:bodyPr/>
                    <a:lstStyle/>
                    <a:p>
                      <a:pPr marL="0" lvl="0" indent="0" algn="l" rtl="0">
                        <a:lnSpc>
                          <a:spcPct val="100000"/>
                        </a:lnSpc>
                        <a:spcBef>
                          <a:spcPts val="0"/>
                        </a:spcBef>
                        <a:spcAft>
                          <a:spcPts val="0"/>
                        </a:spcAft>
                        <a:buNone/>
                      </a:pPr>
                      <a:r>
                        <a:rPr lang="en" sz="900">
                          <a:solidFill>
                            <a:schemeClr val="dk1"/>
                          </a:solidFill>
                        </a:rPr>
                        <a:t>Computing validated phenotypes for participants based on eMERGE/PheKb/other validated phenotyping algorithms</a:t>
                      </a:r>
                      <a:endParaRPr sz="900">
                        <a:solidFill>
                          <a:schemeClr val="dk1"/>
                        </a:solidFill>
                      </a:endParaRPr>
                    </a:p>
                  </a:txBody>
                  <a:tcPr marL="10725" marR="10725" marT="7150" marB="71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D9EAD3"/>
                    </a:solidFill>
                  </a:tcPr>
                </a:tc>
                <a:tc>
                  <a:txBody>
                    <a:bodyPr/>
                    <a:lstStyle/>
                    <a:p>
                      <a:pPr marL="0" lvl="0" indent="0" algn="ctr" rtl="0">
                        <a:lnSpc>
                          <a:spcPct val="100000"/>
                        </a:lnSpc>
                        <a:spcBef>
                          <a:spcPts val="0"/>
                        </a:spcBef>
                        <a:spcAft>
                          <a:spcPts val="0"/>
                        </a:spcAft>
                        <a:buNone/>
                      </a:pPr>
                      <a:r>
                        <a:rPr lang="en" sz="900">
                          <a:solidFill>
                            <a:schemeClr val="dk1"/>
                          </a:solidFill>
                        </a:rPr>
                        <a:t>3.80</a:t>
                      </a:r>
                      <a:endParaRPr sz="900">
                        <a:solidFill>
                          <a:schemeClr val="dk1"/>
                        </a:solidFill>
                      </a:endParaRPr>
                    </a:p>
                  </a:txBody>
                  <a:tcPr marL="28575" marR="28575" marT="19050" marB="19050" anchor="b">
                    <a:lnL w="9525"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279150">
                <a:tc>
                  <a:txBody>
                    <a:bodyPr/>
                    <a:lstStyle/>
                    <a:p>
                      <a:pPr marL="0" lvl="0" indent="0" algn="l" rtl="0">
                        <a:lnSpc>
                          <a:spcPct val="100000"/>
                        </a:lnSpc>
                        <a:spcBef>
                          <a:spcPts val="0"/>
                        </a:spcBef>
                        <a:spcAft>
                          <a:spcPts val="0"/>
                        </a:spcAft>
                        <a:buNone/>
                      </a:pPr>
                      <a:r>
                        <a:rPr lang="en" sz="900" b="1">
                          <a:solidFill>
                            <a:schemeClr val="dk1"/>
                          </a:solidFill>
                        </a:rPr>
                        <a:t>NLP-derived phenotypes (from notes) CLAMP</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tc>
                  <a:txBody>
                    <a:bodyPr/>
                    <a:lstStyle/>
                    <a:p>
                      <a:pPr marL="0" lvl="0" indent="0" algn="l" rtl="0">
                        <a:lnSpc>
                          <a:spcPct val="100000"/>
                        </a:lnSpc>
                        <a:spcBef>
                          <a:spcPts val="0"/>
                        </a:spcBef>
                        <a:spcAft>
                          <a:spcPts val="0"/>
                        </a:spcAft>
                        <a:buNone/>
                      </a:pPr>
                      <a:r>
                        <a:rPr lang="en" sz="900">
                          <a:solidFill>
                            <a:schemeClr val="dk1"/>
                          </a:solidFill>
                        </a:rPr>
                        <a:t> Processing of notes (including radiology/pathology reports) to OMOP concept codes</a:t>
                      </a:r>
                      <a:endParaRPr sz="900">
                        <a:solidFill>
                          <a:schemeClr val="dk1"/>
                        </a:solidFill>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tc>
                  <a:txBody>
                    <a:bodyPr/>
                    <a:lstStyle/>
                    <a:p>
                      <a:pPr marL="0" lvl="0" indent="0" algn="ctr" rtl="0">
                        <a:lnSpc>
                          <a:spcPct val="100000"/>
                        </a:lnSpc>
                        <a:spcBef>
                          <a:spcPts val="0"/>
                        </a:spcBef>
                        <a:spcAft>
                          <a:spcPts val="0"/>
                        </a:spcAft>
                        <a:buNone/>
                      </a:pPr>
                      <a:r>
                        <a:rPr lang="en" sz="900">
                          <a:solidFill>
                            <a:schemeClr val="dk1"/>
                          </a:solidFill>
                        </a:rPr>
                        <a:t>3.40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r h="279150">
                <a:tc>
                  <a:txBody>
                    <a:bodyPr/>
                    <a:lstStyle/>
                    <a:p>
                      <a:pPr marL="0" lvl="0" indent="0" algn="l" rtl="0">
                        <a:lnSpc>
                          <a:spcPct val="100000"/>
                        </a:lnSpc>
                        <a:spcBef>
                          <a:spcPts val="0"/>
                        </a:spcBef>
                        <a:spcAft>
                          <a:spcPts val="0"/>
                        </a:spcAft>
                        <a:buNone/>
                      </a:pPr>
                      <a:r>
                        <a:rPr lang="en" sz="900" b="1">
                          <a:solidFill>
                            <a:schemeClr val="dk1"/>
                          </a:solidFill>
                        </a:rPr>
                        <a:t>Data adjusted for ascertainment</a:t>
                      </a:r>
                      <a:endParaRPr sz="900" b="1">
                        <a:solidFill>
                          <a:schemeClr val="dk1"/>
                        </a:solidFill>
                      </a:endParaRPr>
                    </a:p>
                  </a:txBody>
                  <a:tcPr marL="28575" marR="28575" marT="19050" marB="19050" anchor="ctr">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l" rtl="0">
                        <a:lnSpc>
                          <a:spcPct val="100000"/>
                        </a:lnSpc>
                        <a:spcBef>
                          <a:spcPts val="0"/>
                        </a:spcBef>
                        <a:spcAft>
                          <a:spcPts val="0"/>
                        </a:spcAft>
                        <a:buNone/>
                      </a:pPr>
                      <a:r>
                        <a:rPr lang="en" sz="900">
                          <a:solidFill>
                            <a:schemeClr val="dk1"/>
                          </a:solidFill>
                        </a:rPr>
                        <a:t>Deriving and applying weights (e.g. IPW) to variables adjusted based on e.g. external population-based reference or references</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ctr" rtl="0">
                        <a:lnSpc>
                          <a:spcPct val="100000"/>
                        </a:lnSpc>
                        <a:spcBef>
                          <a:spcPts val="0"/>
                        </a:spcBef>
                        <a:spcAft>
                          <a:spcPts val="0"/>
                        </a:spcAft>
                        <a:buNone/>
                      </a:pPr>
                      <a:r>
                        <a:rPr lang="en" sz="900">
                          <a:solidFill>
                            <a:schemeClr val="dk1"/>
                          </a:solidFill>
                        </a:rPr>
                        <a:t>3.00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extLst>
                  <a:ext uri="{0D108BD9-81ED-4DB2-BD59-A6C34878D82A}">
                    <a16:rowId xmlns:a16="http://schemas.microsoft.com/office/drawing/2014/main" val="10005"/>
                  </a:ext>
                </a:extLst>
              </a:tr>
              <a:tr h="279150">
                <a:tc>
                  <a:txBody>
                    <a:bodyPr/>
                    <a:lstStyle/>
                    <a:p>
                      <a:pPr marL="0" lvl="0" indent="0" algn="l" rtl="0">
                        <a:lnSpc>
                          <a:spcPct val="100000"/>
                        </a:lnSpc>
                        <a:spcBef>
                          <a:spcPts val="0"/>
                        </a:spcBef>
                        <a:spcAft>
                          <a:spcPts val="0"/>
                        </a:spcAft>
                        <a:buNone/>
                      </a:pPr>
                      <a:r>
                        <a:rPr lang="en" sz="900" b="1">
                          <a:solidFill>
                            <a:schemeClr val="dk1"/>
                          </a:solidFill>
                        </a:rPr>
                        <a:t>Enabling individual data analyses across AoU and a user-specified dataset</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00000"/>
                        </a:lnSpc>
                        <a:spcBef>
                          <a:spcPts val="0"/>
                        </a:spcBef>
                        <a:spcAft>
                          <a:spcPts val="0"/>
                        </a:spcAft>
                        <a:buNone/>
                      </a:pPr>
                      <a:r>
                        <a:rPr lang="en" sz="900">
                          <a:solidFill>
                            <a:schemeClr val="dk1"/>
                          </a:solidFill>
                        </a:rPr>
                        <a:t>Finding a solution to uploading and using individual level data from other large cohorts and biobanks</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ctr" rtl="0">
                        <a:lnSpc>
                          <a:spcPct val="100000"/>
                        </a:lnSpc>
                        <a:spcBef>
                          <a:spcPts val="0"/>
                        </a:spcBef>
                        <a:spcAft>
                          <a:spcPts val="0"/>
                        </a:spcAft>
                        <a:buNone/>
                      </a:pPr>
                      <a:r>
                        <a:rPr lang="en" sz="900">
                          <a:solidFill>
                            <a:schemeClr val="dk1"/>
                          </a:solidFill>
                        </a:rPr>
                        <a:t>3.00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79150">
                <a:tc>
                  <a:txBody>
                    <a:bodyPr/>
                    <a:lstStyle/>
                    <a:p>
                      <a:pPr marL="0" lvl="0" indent="0" algn="l" rtl="0">
                        <a:lnSpc>
                          <a:spcPct val="100000"/>
                        </a:lnSpc>
                        <a:spcBef>
                          <a:spcPts val="0"/>
                        </a:spcBef>
                        <a:spcAft>
                          <a:spcPts val="0"/>
                        </a:spcAft>
                        <a:buNone/>
                      </a:pPr>
                      <a:r>
                        <a:rPr lang="en" sz="900" b="1">
                          <a:solidFill>
                            <a:schemeClr val="dk1"/>
                          </a:solidFill>
                        </a:rPr>
                        <a:t>Evaluation of tools generated by the community</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l" rtl="0">
                        <a:lnSpc>
                          <a:spcPct val="100000"/>
                        </a:lnSpc>
                        <a:spcBef>
                          <a:spcPts val="0"/>
                        </a:spcBef>
                        <a:spcAft>
                          <a:spcPts val="0"/>
                        </a:spcAft>
                        <a:buNone/>
                      </a:pPr>
                      <a:r>
                        <a:rPr lang="en" sz="900">
                          <a:solidFill>
                            <a:schemeClr val="dk1"/>
                          </a:solidFill>
                        </a:rPr>
                        <a:t>Vetting/evaluating programs/code developed for analyses relevant to AoU data use</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ctr" rtl="0">
                        <a:lnSpc>
                          <a:spcPct val="100000"/>
                        </a:lnSpc>
                        <a:spcBef>
                          <a:spcPts val="0"/>
                        </a:spcBef>
                        <a:spcAft>
                          <a:spcPts val="0"/>
                        </a:spcAft>
                        <a:buNone/>
                      </a:pPr>
                      <a:r>
                        <a:rPr lang="en" sz="900">
                          <a:solidFill>
                            <a:schemeClr val="dk1"/>
                          </a:solidFill>
                        </a:rPr>
                        <a:t>2.80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extLst>
                  <a:ext uri="{0D108BD9-81ED-4DB2-BD59-A6C34878D82A}">
                    <a16:rowId xmlns:a16="http://schemas.microsoft.com/office/drawing/2014/main" val="10007"/>
                  </a:ext>
                </a:extLst>
              </a:tr>
              <a:tr h="279150">
                <a:tc>
                  <a:txBody>
                    <a:bodyPr/>
                    <a:lstStyle/>
                    <a:p>
                      <a:pPr marL="0" lvl="0" indent="0" algn="l" rtl="0">
                        <a:lnSpc>
                          <a:spcPct val="100000"/>
                        </a:lnSpc>
                        <a:spcBef>
                          <a:spcPts val="0"/>
                        </a:spcBef>
                        <a:spcAft>
                          <a:spcPts val="0"/>
                        </a:spcAft>
                        <a:buNone/>
                      </a:pPr>
                      <a:r>
                        <a:rPr lang="en" sz="900" b="1">
                          <a:solidFill>
                            <a:schemeClr val="dk1"/>
                          </a:solidFill>
                        </a:rPr>
                        <a:t>Cross cohort comparisons (e.g. NHANES, UKB, N3C, RECOVER)</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00000"/>
                        </a:lnSpc>
                        <a:spcBef>
                          <a:spcPts val="0"/>
                        </a:spcBef>
                        <a:spcAft>
                          <a:spcPts val="0"/>
                        </a:spcAft>
                        <a:buNone/>
                      </a:pPr>
                      <a:r>
                        <a:rPr lang="en" sz="900">
                          <a:solidFill>
                            <a:schemeClr val="dk1"/>
                          </a:solidFill>
                        </a:rPr>
                        <a:t>Side-by-side frequencies/counts, subgroups for AoU vs. other cohorts</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ctr" rtl="0">
                        <a:lnSpc>
                          <a:spcPct val="100000"/>
                        </a:lnSpc>
                        <a:spcBef>
                          <a:spcPts val="0"/>
                        </a:spcBef>
                        <a:spcAft>
                          <a:spcPts val="0"/>
                        </a:spcAft>
                        <a:buNone/>
                      </a:pPr>
                      <a:r>
                        <a:rPr lang="en" sz="900">
                          <a:solidFill>
                            <a:schemeClr val="dk1"/>
                          </a:solidFill>
                        </a:rPr>
                        <a:t>2.40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79150">
                <a:tc>
                  <a:txBody>
                    <a:bodyPr/>
                    <a:lstStyle/>
                    <a:p>
                      <a:pPr marL="0" lvl="0" indent="0" algn="l" rtl="0">
                        <a:lnSpc>
                          <a:spcPct val="100000"/>
                        </a:lnSpc>
                        <a:spcBef>
                          <a:spcPts val="0"/>
                        </a:spcBef>
                        <a:spcAft>
                          <a:spcPts val="0"/>
                        </a:spcAft>
                        <a:buNone/>
                      </a:pPr>
                      <a:r>
                        <a:rPr lang="en" sz="900" b="1">
                          <a:solidFill>
                            <a:schemeClr val="dk1"/>
                          </a:solidFill>
                        </a:rPr>
                        <a:t>Optical Computed Tomogrpahy (OCT) features</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l" rtl="0">
                        <a:lnSpc>
                          <a:spcPct val="100000"/>
                        </a:lnSpc>
                        <a:spcBef>
                          <a:spcPts val="0"/>
                        </a:spcBef>
                        <a:spcAft>
                          <a:spcPts val="0"/>
                        </a:spcAft>
                        <a:buNone/>
                      </a:pPr>
                      <a:r>
                        <a:rPr lang="en" sz="900">
                          <a:solidFill>
                            <a:schemeClr val="dk1"/>
                          </a:solidFill>
                        </a:rPr>
                        <a:t>OCT data from ancillary study (raw or processed images)</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ctr" rtl="0">
                        <a:lnSpc>
                          <a:spcPct val="100000"/>
                        </a:lnSpc>
                        <a:spcBef>
                          <a:spcPts val="0"/>
                        </a:spcBef>
                        <a:spcAft>
                          <a:spcPts val="0"/>
                        </a:spcAft>
                        <a:buNone/>
                      </a:pPr>
                      <a:r>
                        <a:rPr lang="en" sz="900">
                          <a:solidFill>
                            <a:schemeClr val="dk1"/>
                          </a:solidFill>
                        </a:rPr>
                        <a:t>2.25</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extLst>
                  <a:ext uri="{0D108BD9-81ED-4DB2-BD59-A6C34878D82A}">
                    <a16:rowId xmlns:a16="http://schemas.microsoft.com/office/drawing/2014/main" val="10009"/>
                  </a:ext>
                </a:extLst>
              </a:tr>
              <a:tr h="279150">
                <a:tc>
                  <a:txBody>
                    <a:bodyPr/>
                    <a:lstStyle/>
                    <a:p>
                      <a:pPr marL="0" lvl="0" indent="0" algn="l" rtl="0">
                        <a:lnSpc>
                          <a:spcPct val="100000"/>
                        </a:lnSpc>
                        <a:spcBef>
                          <a:spcPts val="0"/>
                        </a:spcBef>
                        <a:spcAft>
                          <a:spcPts val="0"/>
                        </a:spcAft>
                        <a:buNone/>
                      </a:pPr>
                      <a:r>
                        <a:rPr lang="en" sz="900" b="1">
                          <a:solidFill>
                            <a:schemeClr val="dk1"/>
                          </a:solidFill>
                        </a:rPr>
                        <a:t>Wearable "dates of basal change"</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l" rtl="0">
                        <a:lnSpc>
                          <a:spcPct val="100000"/>
                        </a:lnSpc>
                        <a:spcBef>
                          <a:spcPts val="0"/>
                        </a:spcBef>
                        <a:spcAft>
                          <a:spcPts val="0"/>
                        </a:spcAft>
                        <a:buNone/>
                      </a:pPr>
                      <a:r>
                        <a:rPr lang="en" sz="900">
                          <a:solidFill>
                            <a:schemeClr val="dk1"/>
                          </a:solidFill>
                        </a:rPr>
                        <a:t>Transformation of time series data from wearables to facilitate analyses and linkage to other data types</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tc>
                  <a:txBody>
                    <a:bodyPr/>
                    <a:lstStyle/>
                    <a:p>
                      <a:pPr marL="0" lvl="0" indent="0" algn="ctr" rtl="0">
                        <a:lnSpc>
                          <a:spcPct val="100000"/>
                        </a:lnSpc>
                        <a:spcBef>
                          <a:spcPts val="0"/>
                        </a:spcBef>
                        <a:spcAft>
                          <a:spcPts val="0"/>
                        </a:spcAft>
                        <a:buNone/>
                      </a:pPr>
                      <a:r>
                        <a:rPr lang="en" sz="900">
                          <a:solidFill>
                            <a:schemeClr val="dk1"/>
                          </a:solidFill>
                        </a:rPr>
                        <a:t>2.00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54275">
                <a:tc>
                  <a:txBody>
                    <a:bodyPr/>
                    <a:lstStyle/>
                    <a:p>
                      <a:pPr marL="0" lvl="0" indent="0" algn="l" rtl="0">
                        <a:lnSpc>
                          <a:spcPct val="100000"/>
                        </a:lnSpc>
                        <a:spcBef>
                          <a:spcPts val="0"/>
                        </a:spcBef>
                        <a:spcAft>
                          <a:spcPts val="0"/>
                        </a:spcAft>
                        <a:buNone/>
                      </a:pPr>
                      <a:r>
                        <a:rPr lang="en" sz="900" b="1">
                          <a:solidFill>
                            <a:schemeClr val="dk1"/>
                          </a:solidFill>
                        </a:rPr>
                        <a:t>PASC (Long-COVID)</a:t>
                      </a:r>
                      <a:endParaRPr sz="900" b="1">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l" rtl="0">
                        <a:lnSpc>
                          <a:spcPct val="100000"/>
                        </a:lnSpc>
                        <a:spcBef>
                          <a:spcPts val="0"/>
                        </a:spcBef>
                        <a:spcAft>
                          <a:spcPts val="0"/>
                        </a:spcAft>
                        <a:buNone/>
                      </a:pPr>
                      <a:r>
                        <a:rPr lang="en" sz="900">
                          <a:solidFill>
                            <a:schemeClr val="dk1"/>
                          </a:solidFill>
                        </a:rPr>
                        <a:t>Phenotyping of participants for Long-COVID</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tc>
                  <a:txBody>
                    <a:bodyPr/>
                    <a:lstStyle/>
                    <a:p>
                      <a:pPr marL="0" lvl="0" indent="0" algn="ctr" rtl="0">
                        <a:lnSpc>
                          <a:spcPct val="100000"/>
                        </a:lnSpc>
                        <a:spcBef>
                          <a:spcPts val="0"/>
                        </a:spcBef>
                        <a:spcAft>
                          <a:spcPts val="0"/>
                        </a:spcAft>
                        <a:buNone/>
                      </a:pPr>
                      <a:r>
                        <a:rPr lang="en" sz="900">
                          <a:solidFill>
                            <a:schemeClr val="dk1"/>
                          </a:solidFill>
                        </a:rPr>
                        <a:t>1.40</a:t>
                      </a:r>
                      <a:endParaRPr sz="900">
                        <a:solidFill>
                          <a:schemeClr val="dk1"/>
                        </a:solidFill>
                      </a:endParaRPr>
                    </a:p>
                  </a:txBody>
                  <a:tcPr marL="28575" marR="28575" marT="19050" marB="19050" anchor="b">
                    <a:lnL w="6350" cap="flat" cmpd="sng">
                      <a:solidFill>
                        <a:srgbClr val="CCCCCC"/>
                      </a:solidFill>
                      <a:prstDash val="solid"/>
                      <a:round/>
                      <a:headEnd type="none" w="sm" len="sm"/>
                      <a:tailEnd type="none" w="sm" len="sm"/>
                    </a:lnL>
                    <a:lnR w="6350" cap="flat" cmpd="sng">
                      <a:solidFill>
                        <a:srgbClr val="CCCCCC"/>
                      </a:solidFill>
                      <a:prstDash val="solid"/>
                      <a:round/>
                      <a:headEnd type="none" w="sm" len="sm"/>
                      <a:tailEnd type="none" w="sm" len="sm"/>
                    </a:lnR>
                    <a:lnT w="6350" cap="flat" cmpd="sng">
                      <a:solidFill>
                        <a:srgbClr val="CCCCCC"/>
                      </a:solidFill>
                      <a:prstDash val="solid"/>
                      <a:round/>
                      <a:headEnd type="none" w="sm" len="sm"/>
                      <a:tailEnd type="none" w="sm" len="sm"/>
                    </a:lnT>
                    <a:lnB w="6350" cap="flat" cmpd="sng">
                      <a:solidFill>
                        <a:srgbClr val="CCCCCC"/>
                      </a:solidFill>
                      <a:prstDash val="solid"/>
                      <a:round/>
                      <a:headEnd type="none" w="sm" len="sm"/>
                      <a:tailEnd type="none" w="sm" len="sm"/>
                    </a:lnB>
                    <a:solidFill>
                      <a:srgbClr val="EBEFF1"/>
                    </a:solidFill>
                  </a:tcPr>
                </a:tc>
                <a:extLst>
                  <a:ext uri="{0D108BD9-81ED-4DB2-BD59-A6C34878D82A}">
                    <a16:rowId xmlns:a16="http://schemas.microsoft.com/office/drawing/2014/main" val="10011"/>
                  </a:ext>
                </a:extLst>
              </a:tr>
            </a:tbl>
          </a:graphicData>
        </a:graphic>
      </p:graphicFrame>
      <p:sp>
        <p:nvSpPr>
          <p:cNvPr id="866" name="Google Shape;866;p139"/>
          <p:cNvSpPr txBox="1"/>
          <p:nvPr/>
        </p:nvSpPr>
        <p:spPr>
          <a:xfrm>
            <a:off x="235975" y="4726675"/>
            <a:ext cx="44358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b="1">
                <a:latin typeface="Lato"/>
                <a:ea typeface="Lato"/>
                <a:cs typeface="Lato"/>
                <a:sym typeface="Lato"/>
              </a:rPr>
              <a:t>*Rating scale: 4=High, absolutely; 3=Yes; 2=Maybe; 1=Low, no</a:t>
            </a:r>
            <a:endParaRPr sz="900" b="1">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Shape 870"/>
        <p:cNvGrpSpPr/>
        <p:nvPr/>
      </p:nvGrpSpPr>
      <p:grpSpPr>
        <a:xfrm>
          <a:off x="0" y="0"/>
          <a:ext cx="0" cy="0"/>
          <a:chOff x="0" y="0"/>
          <a:chExt cx="0" cy="0"/>
        </a:xfrm>
      </p:grpSpPr>
      <p:sp>
        <p:nvSpPr>
          <p:cNvPr id="871" name="Google Shape;871;p140"/>
          <p:cNvSpPr txBox="1">
            <a:spLocks noGrp="1"/>
          </p:cNvSpPr>
          <p:nvPr>
            <p:ph type="ctrTitle"/>
          </p:nvPr>
        </p:nvSpPr>
        <p:spPr>
          <a:xfrm>
            <a:off x="758772" y="1878300"/>
            <a:ext cx="7339500" cy="1386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300"/>
              <a:t>Discussion</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p141"/>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Discussion Questions</a:t>
            </a:r>
            <a:endParaRPr/>
          </a:p>
        </p:txBody>
      </p:sp>
      <p:sp>
        <p:nvSpPr>
          <p:cNvPr id="877" name="Google Shape;877;p141"/>
          <p:cNvSpPr txBox="1">
            <a:spLocks noGrp="1"/>
          </p:cNvSpPr>
          <p:nvPr>
            <p:ph type="body" idx="1"/>
          </p:nvPr>
        </p:nvSpPr>
        <p:spPr>
          <a:xfrm>
            <a:off x="353196" y="1194158"/>
            <a:ext cx="8406900" cy="3377700"/>
          </a:xfrm>
          <a:prstGeom prst="rect">
            <a:avLst/>
          </a:prstGeom>
        </p:spPr>
        <p:txBody>
          <a:bodyPr spcFirstLastPara="1" wrap="square" lIns="0" tIns="0" rIns="0" bIns="0" anchor="t" anchorCtr="0">
            <a:noAutofit/>
          </a:bodyPr>
          <a:lstStyle/>
          <a:p>
            <a:pPr marL="457200" lvl="0" indent="-336550" algn="l" rtl="0">
              <a:lnSpc>
                <a:spcPct val="150000"/>
              </a:lnSpc>
              <a:spcBef>
                <a:spcPts val="0"/>
              </a:spcBef>
              <a:spcAft>
                <a:spcPts val="0"/>
              </a:spcAft>
              <a:buSzPts val="1700"/>
              <a:buChar char="●"/>
            </a:pPr>
            <a:r>
              <a:rPr lang="en" sz="1400"/>
              <a:t>Is the committee satisfied with the prioritized list?</a:t>
            </a:r>
            <a:endParaRPr sz="1400"/>
          </a:p>
          <a:p>
            <a:pPr marL="457200" lvl="0" indent="-336550" algn="l" rtl="0">
              <a:lnSpc>
                <a:spcPct val="150000"/>
              </a:lnSpc>
              <a:spcBef>
                <a:spcPts val="0"/>
              </a:spcBef>
              <a:spcAft>
                <a:spcPts val="0"/>
              </a:spcAft>
              <a:buSzPts val="1700"/>
              <a:buChar char="●"/>
            </a:pPr>
            <a:r>
              <a:rPr lang="en" sz="1400"/>
              <a:t>Should we consider RFI to Workbench Users to get further input and user-generated requests?</a:t>
            </a:r>
            <a:endParaRPr sz="1400"/>
          </a:p>
          <a:p>
            <a:pPr marL="457200" lvl="0" indent="-336550" algn="l" rtl="0">
              <a:lnSpc>
                <a:spcPct val="150000"/>
              </a:lnSpc>
              <a:spcBef>
                <a:spcPts val="0"/>
              </a:spcBef>
              <a:spcAft>
                <a:spcPts val="0"/>
              </a:spcAft>
              <a:buSzPts val="1700"/>
              <a:buChar char="●"/>
            </a:pPr>
            <a:r>
              <a:rPr lang="en" sz="1400"/>
              <a:t>Should we consider a “hackathon”-type challenge to generate additional computed phenotypes (possibly with small amount of funding)?</a:t>
            </a:r>
            <a:endParaRPr sz="1400"/>
          </a:p>
          <a:p>
            <a:pPr marL="457200" lvl="0" indent="-336550" algn="l" rtl="0">
              <a:lnSpc>
                <a:spcPct val="150000"/>
              </a:lnSpc>
              <a:spcBef>
                <a:spcPts val="0"/>
              </a:spcBef>
              <a:spcAft>
                <a:spcPts val="0"/>
              </a:spcAft>
              <a:buSzPts val="1700"/>
              <a:buChar char="●"/>
            </a:pPr>
            <a:r>
              <a:rPr lang="en" sz="1400"/>
              <a:t>What are next steps for implementation of prioritized data transformations?</a:t>
            </a:r>
            <a:endParaRPr sz="1400" i="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42"/>
          <p:cNvSpPr/>
          <p:nvPr/>
        </p:nvSpPr>
        <p:spPr>
          <a:xfrm>
            <a:off x="0" y="0"/>
            <a:ext cx="9144000" cy="5143500"/>
          </a:xfrm>
          <a:prstGeom prst="rect">
            <a:avLst/>
          </a:prstGeom>
          <a:solidFill>
            <a:schemeClr val="accent1"/>
          </a:solidFill>
          <a:ln w="25400" cap="flat" cmpd="sng">
            <a:solidFill>
              <a:srgbClr val="1B1846"/>
            </a:solidFill>
            <a:prstDash val="solid"/>
            <a:round/>
            <a:headEnd type="none" w="sm" len="sm"/>
            <a:tailEnd type="none" w="sm" len="sm"/>
          </a:ln>
        </p:spPr>
        <p:txBody>
          <a:bodyPr spcFirstLastPara="1" wrap="square" lIns="34275" tIns="17150" rIns="34275" bIns="17150"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883" name="Google Shape;883;p142"/>
          <p:cNvSpPr txBox="1"/>
          <p:nvPr/>
        </p:nvSpPr>
        <p:spPr>
          <a:xfrm>
            <a:off x="4750125" y="3295983"/>
            <a:ext cx="22581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a:ea typeface="Arial"/>
                <a:cs typeface="Arial"/>
                <a:sym typeface="Arial"/>
              </a:rPr>
              <a:t> </a:t>
            </a:r>
            <a:r>
              <a:rPr lang="en" sz="1200" b="1" i="0" u="sng" strike="noStrike" cap="none">
                <a:solidFill>
                  <a:schemeClr val="lt1"/>
                </a:solidFill>
                <a:latin typeface="Arial"/>
                <a:ea typeface="Arial"/>
                <a:cs typeface="Arial"/>
                <a:sym typeface="Arial"/>
              </a:rPr>
              <a:t>AllofUs.nih.gov</a:t>
            </a:r>
            <a:endParaRPr sz="900" b="0" i="0" u="none" strike="noStrike" cap="none">
              <a:solidFill>
                <a:schemeClr val="lt1"/>
              </a:solidFill>
              <a:latin typeface="Arial"/>
              <a:ea typeface="Arial"/>
              <a:cs typeface="Arial"/>
              <a:sym typeface="Arial"/>
            </a:endParaRPr>
          </a:p>
        </p:txBody>
      </p:sp>
      <p:sp>
        <p:nvSpPr>
          <p:cNvPr id="884" name="Google Shape;884;p142"/>
          <p:cNvSpPr txBox="1"/>
          <p:nvPr/>
        </p:nvSpPr>
        <p:spPr>
          <a:xfrm>
            <a:off x="4565498" y="4214402"/>
            <a:ext cx="1696500" cy="438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a:ea typeface="Arial"/>
                <a:cs typeface="Arial"/>
                <a:sym typeface="Arial"/>
              </a:rPr>
              <a:t>@AllofUsResearch</a:t>
            </a:r>
            <a:endParaRPr sz="12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chemeClr val="lt1"/>
                </a:solidFill>
                <a:latin typeface="Arial"/>
                <a:ea typeface="Arial"/>
                <a:cs typeface="Arial"/>
                <a:sym typeface="Arial"/>
              </a:rPr>
              <a:t>#JoinAllofUs</a:t>
            </a:r>
            <a:endParaRPr sz="1200" b="1" i="0" u="none" strike="noStrike" cap="none">
              <a:solidFill>
                <a:schemeClr val="lt1"/>
              </a:solidFill>
              <a:latin typeface="Arial"/>
              <a:ea typeface="Arial"/>
              <a:cs typeface="Arial"/>
              <a:sym typeface="Arial"/>
            </a:endParaRPr>
          </a:p>
        </p:txBody>
      </p:sp>
      <p:sp>
        <p:nvSpPr>
          <p:cNvPr id="885" name="Google Shape;885;p142"/>
          <p:cNvSpPr txBox="1">
            <a:spLocks noGrp="1"/>
          </p:cNvSpPr>
          <p:nvPr>
            <p:ph type="subTitle" idx="1"/>
          </p:nvPr>
        </p:nvSpPr>
        <p:spPr>
          <a:xfrm>
            <a:off x="-10317" y="538562"/>
            <a:ext cx="9144000" cy="693600"/>
          </a:xfrm>
          <a:prstGeom prst="rect">
            <a:avLst/>
          </a:prstGeom>
          <a:noFill/>
          <a:ln>
            <a:noFill/>
          </a:ln>
        </p:spPr>
        <p:txBody>
          <a:bodyPr spcFirstLastPara="1" wrap="square" lIns="0" tIns="0" rIns="0" bIns="0" anchor="ctr" anchorCtr="0">
            <a:noAutofit/>
          </a:bodyPr>
          <a:lstStyle/>
          <a:p>
            <a:pPr marL="25400" lvl="0" indent="0" algn="ctr" rtl="0">
              <a:lnSpc>
                <a:spcPct val="114000"/>
              </a:lnSpc>
              <a:spcBef>
                <a:spcPts val="0"/>
              </a:spcBef>
              <a:spcAft>
                <a:spcPts val="0"/>
              </a:spcAft>
              <a:buSzPts val="1700"/>
              <a:buFont typeface="Arial"/>
              <a:buNone/>
            </a:pPr>
            <a:r>
              <a:rPr lang="en" b="1">
                <a:solidFill>
                  <a:schemeClr val="lt1"/>
                </a:solidFill>
              </a:rPr>
              <a:t>Discussion and Thank You!</a:t>
            </a:r>
            <a:endParaRPr/>
          </a:p>
        </p:txBody>
      </p:sp>
      <p:pic>
        <p:nvPicPr>
          <p:cNvPr id="886" name="Google Shape;886;p142"/>
          <p:cNvPicPr preferRelativeResize="0"/>
          <p:nvPr/>
        </p:nvPicPr>
        <p:blipFill rotWithShape="1">
          <a:blip r:embed="rId3">
            <a:alphaModFix/>
          </a:blip>
          <a:srcRect/>
          <a:stretch/>
        </p:blipFill>
        <p:spPr>
          <a:xfrm>
            <a:off x="5097741" y="1660371"/>
            <a:ext cx="1515561" cy="1339843"/>
          </a:xfrm>
          <a:prstGeom prst="rect">
            <a:avLst/>
          </a:prstGeom>
          <a:noFill/>
          <a:ln>
            <a:noFill/>
          </a:ln>
        </p:spPr>
      </p:pic>
      <p:pic>
        <p:nvPicPr>
          <p:cNvPr id="887" name="Google Shape;887;p142"/>
          <p:cNvPicPr preferRelativeResize="0"/>
          <p:nvPr/>
        </p:nvPicPr>
        <p:blipFill rotWithShape="1">
          <a:blip r:embed="rId4">
            <a:alphaModFix/>
          </a:blip>
          <a:srcRect/>
          <a:stretch/>
        </p:blipFill>
        <p:spPr>
          <a:xfrm>
            <a:off x="4291703" y="4229638"/>
            <a:ext cx="341944" cy="341944"/>
          </a:xfrm>
          <a:prstGeom prst="rect">
            <a:avLst/>
          </a:prstGeom>
          <a:noFill/>
          <a:ln>
            <a:noFill/>
          </a:ln>
        </p:spPr>
      </p:pic>
      <p:pic>
        <p:nvPicPr>
          <p:cNvPr id="888" name="Google Shape;888;p142" descr="Icon&#10;&#10;Description automatically generated"/>
          <p:cNvPicPr preferRelativeResize="0"/>
          <p:nvPr/>
        </p:nvPicPr>
        <p:blipFill rotWithShape="1">
          <a:blip r:embed="rId5">
            <a:alphaModFix/>
          </a:blip>
          <a:srcRect/>
          <a:stretch/>
        </p:blipFill>
        <p:spPr>
          <a:xfrm>
            <a:off x="3019240" y="4225454"/>
            <a:ext cx="350309" cy="350309"/>
          </a:xfrm>
          <a:prstGeom prst="rect">
            <a:avLst/>
          </a:prstGeom>
          <a:noFill/>
          <a:ln>
            <a:noFill/>
          </a:ln>
        </p:spPr>
      </p:pic>
      <p:pic>
        <p:nvPicPr>
          <p:cNvPr id="889" name="Google Shape;889;p142"/>
          <p:cNvPicPr preferRelativeResize="0"/>
          <p:nvPr/>
        </p:nvPicPr>
        <p:blipFill rotWithShape="1">
          <a:blip r:embed="rId6">
            <a:alphaModFix/>
          </a:blip>
          <a:srcRect/>
          <a:stretch/>
        </p:blipFill>
        <p:spPr>
          <a:xfrm>
            <a:off x="3444741" y="4222835"/>
            <a:ext cx="355550" cy="355550"/>
          </a:xfrm>
          <a:prstGeom prst="rect">
            <a:avLst/>
          </a:prstGeom>
          <a:noFill/>
          <a:ln>
            <a:noFill/>
          </a:ln>
        </p:spPr>
      </p:pic>
      <p:pic>
        <p:nvPicPr>
          <p:cNvPr id="890" name="Google Shape;890;p142"/>
          <p:cNvPicPr preferRelativeResize="0"/>
          <p:nvPr/>
        </p:nvPicPr>
        <p:blipFill rotWithShape="1">
          <a:blip r:embed="rId7">
            <a:alphaModFix/>
          </a:blip>
          <a:srcRect/>
          <a:stretch/>
        </p:blipFill>
        <p:spPr>
          <a:xfrm>
            <a:off x="3875480" y="4230094"/>
            <a:ext cx="341032" cy="341032"/>
          </a:xfrm>
          <a:prstGeom prst="rect">
            <a:avLst/>
          </a:prstGeom>
          <a:noFill/>
          <a:ln>
            <a:noFill/>
          </a:ln>
        </p:spPr>
      </p:pic>
      <p:pic>
        <p:nvPicPr>
          <p:cNvPr id="891" name="Google Shape;891;p142"/>
          <p:cNvPicPr preferRelativeResize="0"/>
          <p:nvPr/>
        </p:nvPicPr>
        <p:blipFill rotWithShape="1">
          <a:blip r:embed="rId8">
            <a:alphaModFix/>
          </a:blip>
          <a:srcRect/>
          <a:stretch/>
        </p:blipFill>
        <p:spPr>
          <a:xfrm>
            <a:off x="2319039" y="1511480"/>
            <a:ext cx="1613269" cy="15742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143"/>
          <p:cNvSpPr txBox="1">
            <a:spLocks noGrp="1"/>
          </p:cNvSpPr>
          <p:nvPr>
            <p:ph type="title"/>
          </p:nvPr>
        </p:nvSpPr>
        <p:spPr>
          <a:xfrm>
            <a:off x="349404" y="151515"/>
            <a:ext cx="8447100" cy="551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Links/Resources </a:t>
            </a:r>
            <a:endParaRPr/>
          </a:p>
        </p:txBody>
      </p:sp>
      <p:sp>
        <p:nvSpPr>
          <p:cNvPr id="897" name="Google Shape;897;p143"/>
          <p:cNvSpPr txBox="1">
            <a:spLocks noGrp="1"/>
          </p:cNvSpPr>
          <p:nvPr>
            <p:ph type="body" idx="1"/>
          </p:nvPr>
        </p:nvSpPr>
        <p:spPr>
          <a:xfrm>
            <a:off x="353196" y="1194158"/>
            <a:ext cx="8406900" cy="3377700"/>
          </a:xfrm>
          <a:prstGeom prst="rect">
            <a:avLst/>
          </a:prstGeom>
        </p:spPr>
        <p:txBody>
          <a:bodyPr spcFirstLastPara="1" wrap="square" lIns="0" tIns="0" rIns="0" bIns="0" anchor="t" anchorCtr="0">
            <a:noAutofit/>
          </a:bodyPr>
          <a:lstStyle/>
          <a:p>
            <a:pPr marL="457200" lvl="0" indent="-355600" algn="l" rtl="0">
              <a:spcBef>
                <a:spcPts val="0"/>
              </a:spcBef>
              <a:spcAft>
                <a:spcPts val="0"/>
              </a:spcAft>
              <a:buSzPts val="2000"/>
              <a:buChar char="●"/>
            </a:pPr>
            <a:r>
              <a:rPr lang="en" sz="1700" u="sng">
                <a:solidFill>
                  <a:schemeClr val="hlink"/>
                </a:solidFill>
                <a:hlinkClick r:id="rId3"/>
              </a:rPr>
              <a:t>Charter</a:t>
            </a:r>
            <a:endParaRPr sz="1700"/>
          </a:p>
          <a:p>
            <a:pPr marL="457200" lvl="0" indent="-355600" algn="l" rtl="0">
              <a:spcBef>
                <a:spcPts val="0"/>
              </a:spcBef>
              <a:spcAft>
                <a:spcPts val="0"/>
              </a:spcAft>
              <a:buSzPts val="2000"/>
              <a:buChar char="●"/>
            </a:pPr>
            <a:r>
              <a:rPr lang="en" sz="1700" u="sng">
                <a:solidFill>
                  <a:schemeClr val="hlink"/>
                </a:solidFill>
                <a:hlinkClick r:id="rId4"/>
              </a:rPr>
              <a:t>Google drive </a:t>
            </a:r>
            <a:endParaRPr sz="1700"/>
          </a:p>
          <a:p>
            <a:pPr marL="457200" lvl="0" indent="-355600" algn="l" rtl="0">
              <a:spcBef>
                <a:spcPts val="0"/>
              </a:spcBef>
              <a:spcAft>
                <a:spcPts val="0"/>
              </a:spcAft>
              <a:buSzPts val="2000"/>
              <a:buChar char="●"/>
            </a:pPr>
            <a:r>
              <a:rPr lang="en" sz="1700" u="sng">
                <a:solidFill>
                  <a:schemeClr val="hlink"/>
                </a:solidFill>
                <a:hlinkClick r:id="rId5"/>
              </a:rPr>
              <a:t>Meeting Notes</a:t>
            </a:r>
            <a:endParaRPr sz="1700"/>
          </a:p>
          <a:p>
            <a:pPr marL="457200" lvl="0" indent="-355600" algn="l" rtl="0">
              <a:spcBef>
                <a:spcPts val="0"/>
              </a:spcBef>
              <a:spcAft>
                <a:spcPts val="0"/>
              </a:spcAft>
              <a:buSzPts val="2000"/>
              <a:buChar char="●"/>
            </a:pPr>
            <a:r>
              <a:rPr lang="en" sz="1700" u="sng">
                <a:solidFill>
                  <a:schemeClr val="hlink"/>
                </a:solidFill>
                <a:hlinkClick r:id="rId6"/>
              </a:rPr>
              <a:t>Spreadsheet </a:t>
            </a:r>
            <a:endParaRPr sz="17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ll of Us Deck Template 120516">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 Section">
  <a:themeElements>
    <a:clrScheme name="All of Us">
      <a:dk1>
        <a:srgbClr val="262261"/>
      </a:dk1>
      <a:lt1>
        <a:srgbClr val="FFFFFF"/>
      </a:lt1>
      <a:dk2>
        <a:srgbClr val="5EAEE1"/>
      </a:dk2>
      <a:lt2>
        <a:srgbClr val="F1F2F2"/>
      </a:lt2>
      <a:accent1>
        <a:srgbClr val="79C799"/>
      </a:accent1>
      <a:accent2>
        <a:srgbClr val="F68D76"/>
      </a:accent2>
      <a:accent3>
        <a:srgbClr val="FFDD7F"/>
      </a:accent3>
      <a:accent4>
        <a:srgbClr val="F2718C"/>
      </a:accent4>
      <a:accent5>
        <a:srgbClr val="A27DB7"/>
      </a:accent5>
      <a:accent6>
        <a:srgbClr val="206FB3"/>
      </a:accent6>
      <a:hlink>
        <a:srgbClr val="206FB4"/>
      </a:hlink>
      <a:folHlink>
        <a:srgbClr val="26226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Section 01 (yellow)">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ection 01 (yellow)">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1324</Words>
  <Application>Microsoft Macintosh PowerPoint</Application>
  <PresentationFormat>On-screen Show (16:9)</PresentationFormat>
  <Paragraphs>149</Paragraphs>
  <Slides>14</Slides>
  <Notes>14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Calibri</vt:lpstr>
      <vt:lpstr>Noto Sans Symbols</vt:lpstr>
      <vt:lpstr>Courier New</vt:lpstr>
      <vt:lpstr>Verdana</vt:lpstr>
      <vt:lpstr>Arial</vt:lpstr>
      <vt:lpstr>Lato</vt:lpstr>
      <vt:lpstr>Noto Sans</vt:lpstr>
      <vt:lpstr>Open Sans</vt:lpstr>
      <vt:lpstr>Simple Light</vt:lpstr>
      <vt:lpstr>All of Us Deck Template 120516</vt:lpstr>
      <vt:lpstr>Title Section</vt:lpstr>
      <vt:lpstr>11_Section 01 (yellow)</vt:lpstr>
      <vt:lpstr>11_Section 01 (yellow)</vt:lpstr>
      <vt:lpstr>PowerPoint Presentation</vt:lpstr>
      <vt:lpstr>Subgroup Charge</vt:lpstr>
      <vt:lpstr>2024 Topics for Science Committee Evaluation </vt:lpstr>
      <vt:lpstr>Overview</vt:lpstr>
      <vt:lpstr>Process</vt:lpstr>
      <vt:lpstr>Process</vt:lpstr>
      <vt:lpstr>Survey Responses from the Science Committee and EPAR Awardees* </vt:lpstr>
      <vt:lpstr>Recommendations</vt:lpstr>
      <vt:lpstr>Evaluation Criteria</vt:lpstr>
      <vt:lpstr>Prioritized Derived Data Types and Tools</vt:lpstr>
      <vt:lpstr>Discussion</vt:lpstr>
      <vt:lpstr>Discussion Questions</vt:lpstr>
      <vt:lpstr>PowerPoint Presentation</vt:lpstr>
      <vt:lpstr>Links/Resources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Smoller, Jordan W.,MD</cp:lastModifiedBy>
  <cp:revision>1</cp:revision>
  <dcterms:modified xsi:type="dcterms:W3CDTF">2024-11-05T20:26:43Z</dcterms:modified>
</cp:coreProperties>
</file>