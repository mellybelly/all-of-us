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33" r:id="rId4"/>
    <p:sldMasterId id="2147483734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e3993beb02_0_6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e3993beb02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2">
  <p:cSld name="Section 01 (yellow) layout 0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3196" y="1194157"/>
            <a:ext cx="84108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1pPr>
            <a:lvl2pPr indent="-27305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▪"/>
              <a:defRPr/>
            </a:lvl2pPr>
            <a:lvl3pPr indent="-27305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o"/>
              <a:defRPr/>
            </a:lvl3pPr>
            <a:lvl4pPr indent="-2730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05 (blue)_divder page">
  <p:cSld name="5_Section 05 (blue)_divder page">
    <p:bg>
      <p:bgPr>
        <a:solidFill>
          <a:srgbClr val="5EAEE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5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_01 (yellow)_divder page">
  <p:cSld name="1_Section_01 (yellow)_divder page">
    <p:bg>
      <p:bgPr>
        <a:solidFill>
          <a:srgbClr val="FFDD7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5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_01 (yellow)_layout 02">
  <p:cSld name="1_Section_01 (yellow)_layout 0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75" name="Google Shape;75;p1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261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_02 (green)_divder page">
  <p:cSld name="2_Section_02 (green)_divder page">
    <p:bg>
      <p:bgPr>
        <a:solidFill>
          <a:srgbClr val="7AC79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81" name="Google Shape;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531" cy="114904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62100" y="0"/>
            <a:ext cx="601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738656" y="4630341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_01 (yellow) layout 02">
  <p:cSld name="1_Section_01 (yellow) layout 0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2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93" name="Google Shape;93;p20"/>
          <p:cNvSpPr/>
          <p:nvPr/>
        </p:nvSpPr>
        <p:spPr>
          <a:xfrm>
            <a:off x="8660526" y="4704907"/>
            <a:ext cx="4920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53196" y="1194158"/>
            <a:ext cx="8407200" cy="3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_divder page">
  <p:cSld name="Section 01 (yellow)_divder page">
    <p:bg>
      <p:bgPr>
        <a:solidFill>
          <a:srgbClr val="FFDD7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99" name="Google Shape;9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5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-1895788" y="144555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628568" y="273844"/>
            <a:ext cx="788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705" y="4767263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2"/>
          <p:cNvSpPr txBox="1"/>
          <p:nvPr/>
        </p:nvSpPr>
        <p:spPr>
          <a:xfrm>
            <a:off x="349404" y="713232"/>
            <a:ext cx="85374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_02 (green)_layout 02">
  <p:cSld name="2_Section_02 (green)_layout 0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11" name="Google Shape;111;p2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261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03 (orange)_layout 02">
  <p:cSld name="3_Section 03 (orange)_layout 0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/>
          <p:nvPr/>
        </p:nvSpPr>
        <p:spPr>
          <a:xfrm>
            <a:off x="0" y="326174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4"/>
          <p:cNvSpPr/>
          <p:nvPr/>
        </p:nvSpPr>
        <p:spPr>
          <a:xfrm>
            <a:off x="0" y="-336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2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0" name="Google Shape;120;p24"/>
          <p:cNvSpPr/>
          <p:nvPr/>
        </p:nvSpPr>
        <p:spPr>
          <a:xfrm>
            <a:off x="8660527" y="4704908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8729097" y="4704908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" sz="8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261"/>
              </a:buClr>
              <a:buSzPts val="3200"/>
              <a:buFont typeface="Arial"/>
              <a:buNone/>
              <a:defRPr sz="1200"/>
            </a:lvl1pPr>
            <a:lvl2pPr indent="-431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3200"/>
              <a:buChar char="•"/>
              <a:defRPr sz="1200"/>
            </a:lvl2pPr>
            <a:lvl3pPr indent="-431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3200"/>
              <a:buChar char="•"/>
              <a:defRPr sz="1200"/>
            </a:lvl3pPr>
            <a:lvl4pPr indent="-431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3200"/>
              <a:buChar char="•"/>
              <a:defRPr sz="1200"/>
            </a:lvl4pPr>
            <a:lvl5pPr indent="-431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3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idx="1" type="subTitle"/>
          </p:nvPr>
        </p:nvSpPr>
        <p:spPr>
          <a:xfrm>
            <a:off x="820163" y="820215"/>
            <a:ext cx="73614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700">
                <a:solidFill>
                  <a:srgbClr val="262261"/>
                </a:solidFill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/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_divder page">
  <p:cSld name="Section 07 (light green)_divder page">
    <p:bg>
      <p:bgPr>
        <a:solidFill>
          <a:srgbClr val="7AC79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129" name="Google Shape;12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4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01">
  <p:cSld name="Section 07 (light green) layout 0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2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2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36" name="Google Shape;136;p2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02">
  <p:cSld name="Section 07 (light green) layout 0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28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28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48" name="Google Shape;148;p28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03">
  <p:cSld name="Section 07 (light green) layout 0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29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9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57" name="Google Shape;157;p2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04">
  <p:cSld name="Section 07 (light green) layout 0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3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3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68" name="Google Shape;168;p3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b="1" sz="13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71" name="Google Shape;171;p30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72" name="Google Shape;172;p30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05">
  <p:cSld name="Section 07 (light green) layout 05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31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1" name="Google Shape;181;p31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82" name="Google Shape;182;p31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6" name="Google Shape;186;p31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06">
  <p:cSld name="Section 07 (light green) 06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32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32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194" name="Google Shape;194;p32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97" name="Google Shape;197;p32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7 (light green) layout blank">
  <p:cSld name="Section 07 (light green) layout 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3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02" name="Google Shape;202;p3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7149789" y="4704907"/>
            <a:ext cx="17964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Title Page">
    <p:bg>
      <p:bgPr>
        <a:solidFill>
          <a:srgbClr val="26226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6339470" y="3692171"/>
            <a:ext cx="25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100"/>
            </a:lvl2pPr>
            <a:lvl3pPr indent="-228600" lvl="2" marL="13716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/>
            </a:lvl3pPr>
            <a:lvl4pPr indent="-228600" lvl="3" marL="18288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1100"/>
            </a:lvl4pPr>
            <a:lvl5pPr indent="-228600" lvl="4" marL="22860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sz="1100"/>
            </a:lvl5pPr>
            <a:lvl6pPr indent="-2730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2" type="subTitle"/>
          </p:nvPr>
        </p:nvSpPr>
        <p:spPr>
          <a:xfrm>
            <a:off x="585579" y="0"/>
            <a:ext cx="64881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700">
                <a:solidFill>
                  <a:schemeClr val="lt1"/>
                </a:solidFill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100"/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/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pic>
        <p:nvPicPr>
          <p:cNvPr descr="A group of people posing for a photo&#10;&#10;Description automatically generated" id="208" name="Google Shape;20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622502"/>
            <a:ext cx="6342609" cy="352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4205" y="4451399"/>
            <a:ext cx="2287623" cy="44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2367" y="0"/>
            <a:ext cx="1290462" cy="1259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1">
  <p:cSld name="Section 01 (yellow) layout 0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5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35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35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17" name="Google Shape;217;p35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5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5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2 1">
  <p:cSld name="Section 01 (yellow) layout 02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36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36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28" name="Google Shape;228;p36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53196" y="1194157"/>
            <a:ext cx="8410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1pPr>
            <a:lvl2pPr indent="-27305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▪"/>
              <a:defRPr/>
            </a:lvl2pPr>
            <a:lvl3pPr indent="-27305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o"/>
              <a:defRPr/>
            </a:lvl3pPr>
            <a:lvl4pPr indent="-2730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4pPr>
            <a:lvl5pPr indent="-2730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3">
  <p:cSld name="Section 01 (yellow) layout 03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3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p3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37" name="Google Shape;237;p3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5">
  <p:cSld name="Section 01 (yellow) layout 05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38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38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48" name="Google Shape;248;p38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51" name="Google Shape;251;p38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52" name="Google Shape;252;p38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6 1">
  <p:cSld name="Section 01 (yellow) layout 06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9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39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39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60" name="Google Shape;260;p3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63" name="Google Shape;263;p39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4">
  <p:cSld name="Section 01 (yellow) layout 04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4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p4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70" name="Google Shape;270;p4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0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b="1" sz="13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73" name="Google Shape;273;p40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74" name="Google Shape;274;p40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0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78" name="Google Shape;27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1 (yellow) layout 06">
  <p:cSld name="Section 01 (yellow) layout 06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41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41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84" name="Google Shape;284;p41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FDD7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87" name="Google Shape;287;p41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_divder page">
  <p:cSld name="Section 03 (salmon)_divder page">
    <p:bg>
      <p:bgPr>
        <a:solidFill>
          <a:srgbClr val="F58D7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291" name="Google Shape;29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4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1">
  <p:cSld name="Section 03 (salmon) layout 0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4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7" name="Google Shape;297;p4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298" name="Google Shape;298;p4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03" name="Google Shape;303;p43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2">
  <p:cSld name="Section 03 (salmon) layout 02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4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4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09" name="Google Shape;309;p44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3">
  <p:cSld name="Section 03 (salmon) layout 03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45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" name="Google Shape;317;p45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18" name="Google Shape;318;p45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5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5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5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23" name="Google Shape;32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4">
  <p:cSld name="Section 03 (salmon) layout 04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6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46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p46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29" name="Google Shape;329;p46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6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b="1" sz="13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2" name="Google Shape;332;p46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3" name="Google Shape;333;p46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6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6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37" name="Google Shape;337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5">
  <p:cSld name="Section 03 (salmon) layout 05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4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2" name="Google Shape;342;p4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43" name="Google Shape;343;p4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7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6" name="Google Shape;346;p47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47" name="Google Shape;347;p47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7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06">
  <p:cSld name="Section 03 (salmon) layout 06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8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48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4" name="Google Shape;354;p48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55" name="Google Shape;355;p48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8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8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58" name="Google Shape;358;p48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3 (salmon) layout blank">
  <p:cSld name="Section 03 (salmon) layout blank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9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49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63" name="Google Shape;363;p4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9"/>
          <p:cNvSpPr txBox="1"/>
          <p:nvPr/>
        </p:nvSpPr>
        <p:spPr>
          <a:xfrm>
            <a:off x="7149789" y="4704907"/>
            <a:ext cx="17964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/>
          <p:nvPr/>
        </p:nvSpPr>
        <p:spPr>
          <a:xfrm>
            <a:off x="3424847" y="279835"/>
            <a:ext cx="5719200" cy="4883100"/>
          </a:xfrm>
          <a:prstGeom prst="rect">
            <a:avLst/>
          </a:prstGeom>
          <a:solidFill>
            <a:srgbClr val="262261"/>
          </a:solidFill>
          <a:ln>
            <a:noFill/>
          </a:ln>
        </p:spPr>
        <p:txBody>
          <a:bodyPr anchorCtr="0" anchor="t" bIns="34250" lIns="274300" spcFirstLastPara="1" rIns="68550" wrap="square" tIns="3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0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50"/>
          <p:cNvSpPr txBox="1"/>
          <p:nvPr>
            <p:ph type="title"/>
          </p:nvPr>
        </p:nvSpPr>
        <p:spPr>
          <a:xfrm>
            <a:off x="341042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70" name="Google Shape;370;p5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58D77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 txBox="1"/>
          <p:nvPr/>
        </p:nvSpPr>
        <p:spPr>
          <a:xfrm>
            <a:off x="8643801" y="4704907"/>
            <a:ext cx="3024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0"/>
          <p:cNvSpPr/>
          <p:nvPr/>
        </p:nvSpPr>
        <p:spPr>
          <a:xfrm>
            <a:off x="0" y="-335"/>
            <a:ext cx="9144000" cy="280200"/>
          </a:xfrm>
          <a:prstGeom prst="rect">
            <a:avLst/>
          </a:prstGeom>
          <a:solidFill>
            <a:srgbClr val="26226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_divder page">
  <p:cSld name="Section 04 (pink)_divder page">
    <p:bg>
      <p:bgPr>
        <a:solidFill>
          <a:srgbClr val="F2728C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376" name="Google Shape;37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4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1">
  <p:cSld name="Section 04 (pink) layout 0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2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52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" name="Google Shape;382;p52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83" name="Google Shape;383;p52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8" name="Google Shape;388;p52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9" name="Google Shape;38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2">
  <p:cSld name="Section 04 (pink) layout 02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3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5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4" name="Google Shape;394;p5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395" name="Google Shape;395;p5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3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sz="1200"/>
            </a:lvl1pPr>
            <a:lvl2pPr indent="-2921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▪"/>
              <a:defRPr sz="1000"/>
            </a:lvl2pPr>
            <a:lvl3pPr indent="-28575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Char char="o"/>
              <a:defRPr sz="900"/>
            </a:lvl3pPr>
            <a:lvl4pPr indent="-2730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Char char="•"/>
              <a:defRPr sz="7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98" name="Google Shape;39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3">
  <p:cSld name="Section 04 (pink) layout 03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4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5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5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04" name="Google Shape;404;p54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4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4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4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08" name="Google Shape;408;p54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09" name="Google Shape;409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4">
  <p:cSld name="Section 04 (pink) layout 04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5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55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55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15" name="Google Shape;415;p55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5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5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b="1" sz="13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18" name="Google Shape;418;p55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19" name="Google Shape;419;p55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5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5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5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23" name="Google Shape;423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5">
  <p:cSld name="Section 04 (pink) layout 05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6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56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8" name="Google Shape;428;p56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29" name="Google Shape;429;p56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6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2" name="Google Shape;432;p56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3" name="Google Shape;433;p56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6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4 (pink) layout 06">
  <p:cSld name="Section 04 (pink) layout 06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5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0" name="Google Shape;440;p5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41" name="Google Shape;441;p5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44" name="Google Shape;444;p57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_divder page">
  <p:cSld name="Section 05 (blue)_divder page">
    <p:bg>
      <p:bgPr>
        <a:solidFill>
          <a:srgbClr val="5EAEE0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448" name="Google Shape;44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4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1">
  <p:cSld name="Section 05 (blue) layout 0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9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59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p59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55" name="Google Shape;455;p5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9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9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9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9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9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2">
  <p:cSld name="Section 05 (blue) layout 0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6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6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67" name="Google Shape;467;p6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0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3">
  <p:cSld name="Section 05 (blue) layout 03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61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5" name="Google Shape;475;p61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76" name="Google Shape;476;p61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1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1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0" name="Google Shape;480;p61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1" name="Google Shape;481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4">
  <p:cSld name="Section 05 (blue) layout 04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2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2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62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6" name="Google Shape;486;p62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487" name="Google Shape;487;p62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2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2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3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0" name="Google Shape;490;p62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1" name="Google Shape;491;p62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62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62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62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5" name="Google Shape;495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5">
  <p:cSld name="Section 05 (blue) layout 05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3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6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0" name="Google Shape;500;p6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01" name="Google Shape;501;p6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3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3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4" name="Google Shape;504;p63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5" name="Google Shape;505;p63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3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5 (blue) layout 06">
  <p:cSld name="Section 05 (blue) layout 06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4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4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6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2" name="Google Shape;512;p6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13" name="Google Shape;513;p64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4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4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6" name="Google Shape;516;p64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_divder page">
  <p:cSld name="Section 06 (purple)_divder page">
    <p:bg>
      <p:bgPr>
        <a:solidFill>
          <a:srgbClr val="ECF7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5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520" name="Google Shape;52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4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1">
  <p:cSld name="Section 06 (purple) layout 0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6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66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66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27" name="Google Shape;527;p66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6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6"/>
          <p:cNvSpPr/>
          <p:nvPr/>
        </p:nvSpPr>
        <p:spPr>
          <a:xfrm>
            <a:off x="383800" y="1763410"/>
            <a:ext cx="3969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6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6"/>
          <p:cNvSpPr txBox="1"/>
          <p:nvPr>
            <p:ph idx="1" type="body"/>
          </p:nvPr>
        </p:nvSpPr>
        <p:spPr>
          <a:xfrm>
            <a:off x="353196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32" name="Google Shape;532;p66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33" name="Google Shape;533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2">
  <p:cSld name="Section 06 (purple) layout 02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7" name="Google Shape;537;p6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6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39" name="Google Shape;539;p6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7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42" name="Google Shape;542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3">
  <p:cSld name="Section 06 (purple) layout 03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8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8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6" name="Google Shape;546;p68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7" name="Google Shape;547;p68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48" name="Google Shape;548;p68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68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68"/>
          <p:cNvSpPr/>
          <p:nvPr/>
        </p:nvSpPr>
        <p:spPr>
          <a:xfrm>
            <a:off x="4790745" y="1763411"/>
            <a:ext cx="40056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68"/>
          <p:cNvSpPr txBox="1"/>
          <p:nvPr>
            <p:ph idx="1" type="body"/>
          </p:nvPr>
        </p:nvSpPr>
        <p:spPr>
          <a:xfrm>
            <a:off x="353196" y="1763411"/>
            <a:ext cx="39696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52" name="Google Shape;552;p68"/>
          <p:cNvSpPr txBox="1"/>
          <p:nvPr>
            <p:ph idx="2" type="body"/>
          </p:nvPr>
        </p:nvSpPr>
        <p:spPr>
          <a:xfrm>
            <a:off x="4790745" y="1194157"/>
            <a:ext cx="3969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53" name="Google Shape;553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4">
  <p:cSld name="Section 06 (purple) layout 04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9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9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69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69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59" name="Google Shape;559;p6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69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9"/>
          <p:cNvSpPr txBox="1"/>
          <p:nvPr>
            <p:ph idx="1" type="body"/>
          </p:nvPr>
        </p:nvSpPr>
        <p:spPr>
          <a:xfrm>
            <a:off x="605392" y="1323527"/>
            <a:ext cx="3969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b="1" sz="13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62" name="Google Shape;562;p69"/>
          <p:cNvSpPr txBox="1"/>
          <p:nvPr>
            <p:ph idx="2" type="body"/>
          </p:nvPr>
        </p:nvSpPr>
        <p:spPr>
          <a:xfrm>
            <a:off x="4790746" y="1323527"/>
            <a:ext cx="13119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63" name="Google Shape;563;p69"/>
          <p:cNvSpPr/>
          <p:nvPr/>
        </p:nvSpPr>
        <p:spPr>
          <a:xfrm>
            <a:off x="6225958" y="2990403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9"/>
          <p:cNvSpPr/>
          <p:nvPr/>
        </p:nvSpPr>
        <p:spPr>
          <a:xfrm>
            <a:off x="605393" y="1850011"/>
            <a:ext cx="3969600" cy="2835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69"/>
          <p:cNvSpPr/>
          <p:nvPr/>
        </p:nvSpPr>
        <p:spPr>
          <a:xfrm>
            <a:off x="6225958" y="1323528"/>
            <a:ext cx="2507100" cy="151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9"/>
          <p:cNvSpPr txBox="1"/>
          <p:nvPr>
            <p:ph idx="3" type="body"/>
          </p:nvPr>
        </p:nvSpPr>
        <p:spPr>
          <a:xfrm>
            <a:off x="4790451" y="2990255"/>
            <a:ext cx="13125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67" name="Google Shape;567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5">
  <p:cSld name="Section 06 (purple) layout 05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7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7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73" name="Google Shape;573;p7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0"/>
          <p:cNvSpPr txBox="1"/>
          <p:nvPr>
            <p:ph idx="1" type="body"/>
          </p:nvPr>
        </p:nvSpPr>
        <p:spPr>
          <a:xfrm>
            <a:off x="353196" y="1194157"/>
            <a:ext cx="3476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76" name="Google Shape;576;p70"/>
          <p:cNvSpPr txBox="1"/>
          <p:nvPr>
            <p:ph idx="2" type="body"/>
          </p:nvPr>
        </p:nvSpPr>
        <p:spPr>
          <a:xfrm>
            <a:off x="4206250" y="1194157"/>
            <a:ext cx="4590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77" name="Google Shape;577;p70"/>
          <p:cNvSpPr/>
          <p:nvPr/>
        </p:nvSpPr>
        <p:spPr>
          <a:xfrm>
            <a:off x="383800" y="1780248"/>
            <a:ext cx="34461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0"/>
          <p:cNvSpPr/>
          <p:nvPr/>
        </p:nvSpPr>
        <p:spPr>
          <a:xfrm>
            <a:off x="4206250" y="1780249"/>
            <a:ext cx="4590000" cy="274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6 (purple) layout 06">
  <p:cSld name="Section 06 (purple) layout 06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1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1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71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4" name="Google Shape;584;p71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85" name="Google Shape;585;p71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71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71"/>
          <p:cNvSpPr txBox="1"/>
          <p:nvPr>
            <p:ph idx="1" type="body"/>
          </p:nvPr>
        </p:nvSpPr>
        <p:spPr>
          <a:xfrm>
            <a:off x="1212863" y="1194157"/>
            <a:ext cx="65172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o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88" name="Google Shape;588;p71"/>
          <p:cNvSpPr/>
          <p:nvPr/>
        </p:nvSpPr>
        <p:spPr>
          <a:xfrm>
            <a:off x="1212863" y="1653739"/>
            <a:ext cx="6517200" cy="3038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rotWithShape="0" algn="ctr" dir="2700000" dist="139700">
              <a:srgbClr val="000000">
                <a:alpha val="20000"/>
              </a:srgbClr>
            </a:outerShdw>
          </a:effectLst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Column Bullets">
  <p:cSld name="2_Full Column Bullet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3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2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3" name="Google Shape;593;p72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72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595" name="Google Shape;595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Column Numbers">
  <p:cSld name="Full Column Numbers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3"/>
          <p:cNvSpPr txBox="1"/>
          <p:nvPr>
            <p:ph type="title"/>
          </p:nvPr>
        </p:nvSpPr>
        <p:spPr>
          <a:xfrm>
            <a:off x="349404" y="285655"/>
            <a:ext cx="84471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98" name="Google Shape;598;p73"/>
          <p:cNvSpPr txBox="1"/>
          <p:nvPr>
            <p:ph idx="12" type="sldNum"/>
          </p:nvPr>
        </p:nvSpPr>
        <p:spPr>
          <a:xfrm>
            <a:off x="6738654" y="4630341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73"/>
          <p:cNvSpPr txBox="1"/>
          <p:nvPr>
            <p:ph idx="1" type="body"/>
          </p:nvPr>
        </p:nvSpPr>
        <p:spPr>
          <a:xfrm>
            <a:off x="358612" y="915065"/>
            <a:ext cx="8437800" cy="3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/>
            </a:lvl1pPr>
            <a:lvl2pPr indent="-3238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UcPeriod"/>
              <a:defRPr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romanLcPeriod"/>
              <a:defRPr/>
            </a:lvl3pPr>
            <a:lvl4pPr indent="-3238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  <a:defRPr/>
            </a:lvl4pPr>
            <a:lvl5pPr indent="-3238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LcPeriod"/>
              <a:defRPr/>
            </a:lvl5pPr>
            <a:lvl6pPr indent="-3111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600" name="Google Shape;600;p73"/>
          <p:cNvSpPr txBox="1"/>
          <p:nvPr>
            <p:ph idx="2" type="body"/>
          </p:nvPr>
        </p:nvSpPr>
        <p:spPr>
          <a:xfrm>
            <a:off x="0" y="4214159"/>
            <a:ext cx="9144000" cy="92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42900" lIns="685800" spcFirstLastPara="1" rIns="685800" wrap="square" tIns="342900">
            <a:noAutofit/>
          </a:bodyPr>
          <a:lstStyle>
            <a:lvl1pPr indent="-228600" lvl="0" marL="4572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13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o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⦿"/>
              <a:defRPr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5pPr>
            <a:lvl6pPr indent="-3111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cxnSp>
        <p:nvCxnSpPr>
          <p:cNvPr id="601" name="Google Shape;601;p7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Column Bullets 1">
  <p:cSld name="Full Column Bullets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4"/>
          <p:cNvSpPr txBox="1"/>
          <p:nvPr>
            <p:ph idx="1" type="body"/>
          </p:nvPr>
        </p:nvSpPr>
        <p:spPr>
          <a:xfrm>
            <a:off x="339879" y="744736"/>
            <a:ext cx="8460300" cy="3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"/>
              <a:buChar char="⦿"/>
              <a:defRPr sz="1600"/>
            </a:lvl1pPr>
            <a:lvl2pPr indent="-27940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2pPr>
            <a:lvl3pPr indent="-2730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5400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Char char="•"/>
              <a:defRPr/>
            </a:lvl4pPr>
            <a:lvl5pPr indent="-27940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30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cxnSp>
        <p:nvCxnSpPr>
          <p:cNvPr id="604" name="Google Shape;604;p74"/>
          <p:cNvCxnSpPr/>
          <p:nvPr/>
        </p:nvCxnSpPr>
        <p:spPr>
          <a:xfrm>
            <a:off x="339879" y="571500"/>
            <a:ext cx="8457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5" name="Google Shape;605;p74"/>
          <p:cNvSpPr txBox="1"/>
          <p:nvPr>
            <p:ph idx="12" type="sldNum"/>
          </p:nvPr>
        </p:nvSpPr>
        <p:spPr>
          <a:xfrm>
            <a:off x="6738654" y="4630341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74"/>
          <p:cNvSpPr txBox="1"/>
          <p:nvPr>
            <p:ph type="title"/>
          </p:nvPr>
        </p:nvSpPr>
        <p:spPr>
          <a:xfrm>
            <a:off x="349404" y="285655"/>
            <a:ext cx="84471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7" name="Google Shape;607;p74"/>
          <p:cNvSpPr txBox="1"/>
          <p:nvPr>
            <p:ph idx="2" type="body"/>
          </p:nvPr>
        </p:nvSpPr>
        <p:spPr>
          <a:xfrm>
            <a:off x="0" y="4589502"/>
            <a:ext cx="91440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71425" lIns="342875" spcFirstLastPara="1" rIns="342875" wrap="square" tIns="171425">
            <a:noAutofit/>
          </a:bodyPr>
          <a:lstStyle>
            <a:lvl1pPr indent="-228600" lvl="0" marL="4572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13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5pPr>
            <a:lvl6pPr indent="-2730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/>
          <p:nvPr>
            <p:ph type="title"/>
          </p:nvPr>
        </p:nvSpPr>
        <p:spPr>
          <a:xfrm>
            <a:off x="685800" y="521208"/>
            <a:ext cx="7772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2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b="0" sz="2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2" name="Google Shape;612;p76"/>
          <p:cNvCxnSpPr/>
          <p:nvPr/>
        </p:nvCxnSpPr>
        <p:spPr>
          <a:xfrm>
            <a:off x="339879" y="571500"/>
            <a:ext cx="8457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3" name="Google Shape;613;p76"/>
          <p:cNvSpPr txBox="1"/>
          <p:nvPr>
            <p:ph idx="12" type="sldNum"/>
          </p:nvPr>
        </p:nvSpPr>
        <p:spPr>
          <a:xfrm>
            <a:off x="6738655" y="4630341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p76"/>
          <p:cNvSpPr txBox="1"/>
          <p:nvPr>
            <p:ph type="title"/>
          </p:nvPr>
        </p:nvSpPr>
        <p:spPr>
          <a:xfrm>
            <a:off x="349404" y="285655"/>
            <a:ext cx="84471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15" name="Google Shape;615;p76"/>
          <p:cNvSpPr txBox="1"/>
          <p:nvPr>
            <p:ph idx="1" type="body"/>
          </p:nvPr>
        </p:nvSpPr>
        <p:spPr>
          <a:xfrm>
            <a:off x="0" y="4589502"/>
            <a:ext cx="91440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71425" lIns="342875" spcFirstLastPara="1" rIns="342875" wrap="square" tIns="171425">
            <a:spAutoFit/>
          </a:bodyPr>
          <a:lstStyle>
            <a:lvl1pPr indent="-228600" lvl="0" marL="4572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13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o"/>
              <a:defRPr>
                <a:solidFill>
                  <a:schemeClr val="lt1"/>
                </a:solidFill>
              </a:defRPr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⦿"/>
              <a:defRPr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>
                <a:solidFill>
                  <a:schemeClr val="lt1"/>
                </a:solidFill>
              </a:defRPr>
            </a:lvl5pPr>
            <a:lvl6pPr indent="-2730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05 (blue) layout 02">
  <p:cSld name="5_Section 05 (blue) layout 02">
    <p:bg>
      <p:bgPr>
        <a:solidFill>
          <a:srgbClr val="5EAEE0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9" name="Google Shape;619;p7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0" name="Google Shape;620;p7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21" name="Google Shape;621;p7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7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24" name="Google Shape;624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I.A. Outline">
  <p:cSld name="Content - I.A. Outline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8"/>
          <p:cNvSpPr txBox="1"/>
          <p:nvPr/>
        </p:nvSpPr>
        <p:spPr>
          <a:xfrm>
            <a:off x="4559300" y="4983956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8"/>
          <p:cNvSpPr txBox="1"/>
          <p:nvPr>
            <p:ph idx="1" type="body"/>
          </p:nvPr>
        </p:nvSpPr>
        <p:spPr>
          <a:xfrm>
            <a:off x="328613" y="212776"/>
            <a:ext cx="85848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398E"/>
              </a:buClr>
              <a:buSzPts val="2500"/>
              <a:buFont typeface="Noto Sans"/>
              <a:buNone/>
              <a:defRPr b="1" i="0" sz="3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8" name="Google Shape;628;p78"/>
          <p:cNvSpPr txBox="1"/>
          <p:nvPr>
            <p:ph idx="2" type="body"/>
          </p:nvPr>
        </p:nvSpPr>
        <p:spPr>
          <a:xfrm>
            <a:off x="328613" y="991960"/>
            <a:ext cx="8585100" cy="3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40005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romanUcPeriod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005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lphaUcPeriod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005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romanLcPeriod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9" name="Google Shape;62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2E39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umn Numbers">
  <p:cSld name="1_Half Column Numbers 5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9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9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3" name="Google Shape;633;p79"/>
          <p:cNvSpPr txBox="1"/>
          <p:nvPr>
            <p:ph type="title"/>
          </p:nvPr>
        </p:nvSpPr>
        <p:spPr>
          <a:xfrm>
            <a:off x="341042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34" name="Google Shape;634;p79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>
              <a:alpha val="45100"/>
            </a:srgbClr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9"/>
          <p:cNvSpPr txBox="1"/>
          <p:nvPr/>
        </p:nvSpPr>
        <p:spPr>
          <a:xfrm>
            <a:off x="8660526" y="4704907"/>
            <a:ext cx="2856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02 (green) layout 02">
  <p:cSld name="Section 02 (green) layout 02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0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80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80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1" name="Google Shape;641;p80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42" name="Google Shape;642;p80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7AC79B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0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80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indent="-336550" lvl="1" marL="9144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2pPr>
            <a:lvl3pPr indent="-323850" lvl="2" marL="1371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Char char="o"/>
              <a:defRPr sz="1200"/>
            </a:lvl3pPr>
            <a:lvl4pPr indent="-285750" lvl="3" marL="18288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900"/>
              <a:buChar char="⦿"/>
              <a:defRPr sz="1200"/>
            </a:lvl4pPr>
            <a:lvl5pPr indent="-336550" lvl="4" marL="22860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645" name="Google Shape;645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05 (ice blue)_divder page">
  <p:cSld name="6_Section 05 (ice blue)_divder page">
    <p:bg>
      <p:bgPr>
        <a:solidFill>
          <a:srgbClr val="ECF7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81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648" name="Google Shape;648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5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umn Numbers 1">
  <p:cSld name="1_Half Column Numbers 4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2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2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82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54" name="Google Shape;654;p82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82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56" name="Google Shape;656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05 (ice blue)_layout 02">
  <p:cSld name="6_Section 05 (ice blue)_layout 02">
    <p:bg>
      <p:bgPr>
        <a:solidFill>
          <a:srgbClr val="5EAEE0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3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83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83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1" name="Google Shape;661;p83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62" name="Google Shape;662;p83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83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83"/>
          <p:cNvSpPr txBox="1"/>
          <p:nvPr>
            <p:ph idx="1" type="body"/>
          </p:nvPr>
        </p:nvSpPr>
        <p:spPr>
          <a:xfrm>
            <a:off x="353196" y="1194157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261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65" name="Google Shape;665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umn Numbers 1 1">
  <p:cSld name="Half Column Numbers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4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4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4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70" name="Google Shape;670;p84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1" name="Google Shape;671;p84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72" name="Google Shape;672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umn Numbers 2">
  <p:cSld name="1_Half Column Numbers 6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5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5"/>
          <p:cNvSpPr txBox="1"/>
          <p:nvPr>
            <p:ph idx="1" type="body"/>
          </p:nvPr>
        </p:nvSpPr>
        <p:spPr>
          <a:xfrm>
            <a:off x="339880" y="956930"/>
            <a:ext cx="84603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0350" lvl="0" marL="4572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Noto Sans"/>
              <a:buChar char="⦿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ourier New"/>
              <a:buChar char="o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54000" lvl="3" marL="18288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Noto Sans"/>
              <a:buChar char="⦿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03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035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035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6" name="Google Shape;676;p85"/>
          <p:cNvSpPr txBox="1"/>
          <p:nvPr>
            <p:ph type="title"/>
          </p:nvPr>
        </p:nvSpPr>
        <p:spPr>
          <a:xfrm>
            <a:off x="341042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77" name="Google Shape;677;p85"/>
          <p:cNvSpPr/>
          <p:nvPr/>
        </p:nvSpPr>
        <p:spPr>
          <a:xfrm>
            <a:off x="8660526" y="4704907"/>
            <a:ext cx="483600" cy="19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5"/>
          <p:cNvSpPr txBox="1"/>
          <p:nvPr/>
        </p:nvSpPr>
        <p:spPr>
          <a:xfrm>
            <a:off x="8660526" y="4704907"/>
            <a:ext cx="2856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5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5EAEE0">
              <a:alpha val="45100"/>
            </a:srgbClr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05 (magenta)_divder page">
  <p:cSld name="4_Section 05 (magenta)_divder page">
    <p:bg>
      <p:bgPr>
        <a:solidFill>
          <a:srgbClr val="F2728C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6"/>
          <p:cNvSpPr txBox="1"/>
          <p:nvPr>
            <p:ph type="title"/>
          </p:nvPr>
        </p:nvSpPr>
        <p:spPr>
          <a:xfrm>
            <a:off x="658110" y="1931069"/>
            <a:ext cx="79722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i="0" sz="2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pic>
        <p:nvPicPr>
          <p:cNvPr id="683" name="Google Shape;683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2565" y="0"/>
            <a:ext cx="1177685" cy="1149192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05 (magenta)_layout 02">
  <p:cSld name="4_Section 05 (magenta)_layout 02">
    <p:bg>
      <p:bgPr>
        <a:solidFill>
          <a:srgbClr val="F2728C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7"/>
          <p:cNvSpPr/>
          <p:nvPr/>
        </p:nvSpPr>
        <p:spPr>
          <a:xfrm>
            <a:off x="0" y="326173"/>
            <a:ext cx="9152400" cy="4817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7"/>
          <p:cNvSpPr/>
          <p:nvPr/>
        </p:nvSpPr>
        <p:spPr>
          <a:xfrm>
            <a:off x="0" y="-335"/>
            <a:ext cx="9144000" cy="870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p87"/>
          <p:cNvCxnSpPr/>
          <p:nvPr/>
        </p:nvCxnSpPr>
        <p:spPr>
          <a:xfrm>
            <a:off x="339879" y="571500"/>
            <a:ext cx="845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9" name="Google Shape;689;p87"/>
          <p:cNvSpPr txBox="1"/>
          <p:nvPr>
            <p:ph type="title"/>
          </p:nvPr>
        </p:nvSpPr>
        <p:spPr>
          <a:xfrm>
            <a:off x="349404" y="151515"/>
            <a:ext cx="844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300"/>
            </a:lvl9pPr>
          </a:lstStyle>
          <a:p/>
        </p:txBody>
      </p:sp>
      <p:sp>
        <p:nvSpPr>
          <p:cNvPr id="690" name="Google Shape;690;p87"/>
          <p:cNvSpPr/>
          <p:nvPr/>
        </p:nvSpPr>
        <p:spPr>
          <a:xfrm>
            <a:off x="8660526" y="4704907"/>
            <a:ext cx="491700" cy="191400"/>
          </a:xfrm>
          <a:prstGeom prst="rect">
            <a:avLst/>
          </a:prstGeom>
          <a:solidFill>
            <a:srgbClr val="F2728C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87"/>
          <p:cNvSpPr txBox="1"/>
          <p:nvPr/>
        </p:nvSpPr>
        <p:spPr>
          <a:xfrm>
            <a:off x="8729097" y="4704907"/>
            <a:ext cx="216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201F4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700" u="none" cap="none" strike="noStrike">
              <a:solidFill>
                <a:srgbClr val="201F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87"/>
          <p:cNvSpPr txBox="1"/>
          <p:nvPr>
            <p:ph idx="1" type="body"/>
          </p:nvPr>
        </p:nvSpPr>
        <p:spPr>
          <a:xfrm>
            <a:off x="353196" y="1194158"/>
            <a:ext cx="84069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261"/>
              </a:buClr>
              <a:buSzPts val="1200"/>
              <a:buFont typeface="Arial"/>
              <a:buNone/>
              <a:defRPr sz="1200"/>
            </a:lvl1pPr>
            <a:lvl2pPr indent="-3048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262261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93" name="Google Shape;693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9404" y="285655"/>
            <a:ext cx="8447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6738657" y="4630341"/>
            <a:ext cx="205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8568" y="1369219"/>
            <a:ext cx="7887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norm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Char char="▪"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3050" lvl="3" marL="1828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72">
          <p15:clr>
            <a:srgbClr val="F26B43"/>
          </p15:clr>
        </p15:guide>
        <p15:guide id="2" pos="576">
          <p15:clr>
            <a:srgbClr val="F26B43"/>
          </p15:clr>
        </p15:guide>
        <p15:guide id="3" pos="1403">
          <p15:clr>
            <a:srgbClr val="F26B43"/>
          </p15:clr>
        </p15:guide>
        <p15:guide id="4" pos="1785">
          <p15:clr>
            <a:srgbClr val="F26B43"/>
          </p15:clr>
        </p15:guide>
        <p15:guide id="5" pos="2625">
          <p15:clr>
            <a:srgbClr val="F26B43"/>
          </p15:clr>
        </p15:guide>
        <p15:guide id="6" pos="3003">
          <p15:clr>
            <a:srgbClr val="F26B43"/>
          </p15:clr>
        </p15:guide>
        <p15:guide id="7" pos="3834">
          <p15:clr>
            <a:srgbClr val="F26B43"/>
          </p15:clr>
        </p15:guide>
        <p15:guide id="8" pos="4221">
          <p15:clr>
            <a:srgbClr val="F26B43"/>
          </p15:clr>
        </p15:guide>
        <p15:guide id="9" pos="5052">
          <p15:clr>
            <a:srgbClr val="F26B43"/>
          </p15:clr>
        </p15:guide>
        <p15:guide id="10" pos="5439">
          <p15:clr>
            <a:srgbClr val="F26B43"/>
          </p15:clr>
        </p15:guide>
        <p15:guide id="11" pos="6270">
          <p15:clr>
            <a:srgbClr val="F26B43"/>
          </p15:clr>
        </p15:guide>
        <p15:guide id="12" pos="6657">
          <p15:clr>
            <a:srgbClr val="F26B43"/>
          </p15:clr>
        </p15:guide>
        <p15:guide id="13" pos="7479">
          <p15:clr>
            <a:srgbClr val="F26B43"/>
          </p15:clr>
        </p15:guide>
        <p15:guide id="14" pos="7866">
          <p15:clr>
            <a:srgbClr val="F26B43"/>
          </p15:clr>
        </p15:guide>
        <p15:guide id="15" pos="9084">
          <p15:clr>
            <a:srgbClr val="F26B43"/>
          </p15:clr>
        </p15:guide>
        <p15:guide id="16" pos="9915">
          <p15:clr>
            <a:srgbClr val="F26B43"/>
          </p15:clr>
        </p15:guide>
        <p15:guide id="17" pos="11133">
          <p15:clr>
            <a:srgbClr val="F26B43"/>
          </p15:clr>
        </p15:guide>
        <p15:guide id="18" pos="11520">
          <p15:clr>
            <a:srgbClr val="F26B43"/>
          </p15:clr>
        </p15:guide>
        <p15:guide id="19" pos="12728">
          <p15:clr>
            <a:srgbClr val="F26B43"/>
          </p15:clr>
        </p15:guide>
        <p15:guide id="20" pos="13565">
          <p15:clr>
            <a:srgbClr val="F26B43"/>
          </p15:clr>
        </p15:guide>
        <p15:guide id="21" pos="13947">
          <p15:clr>
            <a:srgbClr val="F26B43"/>
          </p15:clr>
        </p15:guide>
        <p15:guide id="22" pos="14778">
          <p15:clr>
            <a:srgbClr val="F26B43"/>
          </p15:clr>
        </p15:guide>
        <p15:guide id="23" pos="10302">
          <p15:clr>
            <a:srgbClr val="F26B43"/>
          </p15:clr>
        </p15:guide>
        <p15:guide id="24" pos="8697">
          <p15:clr>
            <a:srgbClr val="F26B43"/>
          </p15:clr>
        </p15:guide>
        <p15:guide id="25" pos="12351">
          <p15:clr>
            <a:srgbClr val="F26B43"/>
          </p15:clr>
        </p15:guide>
        <p15:guide id="26" orient="horz" pos="765">
          <p15:clr>
            <a:srgbClr val="F26B43"/>
          </p15:clr>
        </p15:guide>
        <p15:guide id="27" orient="horz" pos="960">
          <p15:clr>
            <a:srgbClr val="F26B43"/>
          </p15:clr>
        </p15:guide>
        <p15:guide id="28" orient="horz" pos="1625">
          <p15:clr>
            <a:srgbClr val="F26B43"/>
          </p15:clr>
        </p15:guide>
        <p15:guide id="29" orient="horz" pos="1920">
          <p15:clr>
            <a:srgbClr val="F26B43"/>
          </p15:clr>
        </p15:guide>
        <p15:guide id="30" orient="horz" pos="2105">
          <p15:clr>
            <a:srgbClr val="F26B43"/>
          </p15:clr>
        </p15:guide>
        <p15:guide id="31" orient="horz" pos="2308">
          <p15:clr>
            <a:srgbClr val="F26B43"/>
          </p15:clr>
        </p15:guide>
        <p15:guide id="32" orient="horz" pos="2776">
          <p15:clr>
            <a:srgbClr val="F26B43"/>
          </p15:clr>
        </p15:guide>
        <p15:guide id="33" orient="horz" pos="3258">
          <p15:clr>
            <a:srgbClr val="F26B43"/>
          </p15:clr>
        </p15:guide>
        <p15:guide id="34" orient="horz" pos="3447">
          <p15:clr>
            <a:srgbClr val="F26B43"/>
          </p15:clr>
        </p15:guide>
        <p15:guide id="35" orient="horz" pos="3645">
          <p15:clr>
            <a:srgbClr val="F26B43"/>
          </p15:clr>
        </p15:guide>
        <p15:guide id="36" orient="horz" pos="4597">
          <p15:clr>
            <a:srgbClr val="F26B43"/>
          </p15:clr>
        </p15:guide>
        <p15:guide id="37" orient="horz" pos="4797">
          <p15:clr>
            <a:srgbClr val="F26B43"/>
          </p15:clr>
        </p15:guide>
        <p15:guide id="38" orient="horz" pos="4985">
          <p15:clr>
            <a:srgbClr val="F26B43"/>
          </p15:clr>
        </p15:guide>
        <p15:guide id="39" orient="horz" pos="5949">
          <p15:clr>
            <a:srgbClr val="F26B43"/>
          </p15:clr>
        </p15:guide>
        <p15:guide id="40" orient="horz" pos="6138">
          <p15:clr>
            <a:srgbClr val="F26B43"/>
          </p15:clr>
        </p15:guide>
        <p15:guide id="41" orient="horz" pos="6327">
          <p15:clr>
            <a:srgbClr val="F26B43"/>
          </p15:clr>
        </p15:guide>
        <p15:guide id="42" orient="horz" pos="7385">
          <p15:clr>
            <a:srgbClr val="F26B43"/>
          </p15:clr>
        </p15:guide>
        <p15:guide id="43" orient="horz" pos="7582">
          <p15:clr>
            <a:srgbClr val="F26B43"/>
          </p15:clr>
        </p15:guide>
        <p15:guide id="44" orient="horz" pos="7865">
          <p15:clr>
            <a:srgbClr val="F26B43"/>
          </p15:clr>
        </p15:guide>
        <p15:guide id="45" orient="horz" pos="7195">
          <p15:clr>
            <a:srgbClr val="F26B43"/>
          </p15:clr>
        </p15:guide>
        <p15:guide id="46" orient="horz" pos="8055">
          <p15:clr>
            <a:srgbClr val="F26B43"/>
          </p15:clr>
        </p15:guide>
        <p15:guide id="47" orient="horz" pos="83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8"/>
          <p:cNvSpPr/>
          <p:nvPr/>
        </p:nvSpPr>
        <p:spPr>
          <a:xfrm>
            <a:off x="1021794" y="1722903"/>
            <a:ext cx="1649700" cy="951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PREVALENT COMMON AND RARE HEALTH CONDITIONS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88"/>
          <p:cNvSpPr/>
          <p:nvPr/>
        </p:nvSpPr>
        <p:spPr>
          <a:xfrm>
            <a:off x="4295794" y="1728078"/>
            <a:ext cx="1621800" cy="941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HEALTHY AGING AND RESILIENCE ACROSS THE LIFESPAN</a:t>
            </a:r>
            <a:endParaRPr b="1" i="0" sz="900" u="none" cap="none" strike="noStrike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88"/>
          <p:cNvSpPr/>
          <p:nvPr/>
        </p:nvSpPr>
        <p:spPr>
          <a:xfrm>
            <a:off x="5904894" y="1731228"/>
            <a:ext cx="1602300" cy="935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OF RESULTS IMPACT ON INDIVIDUAL AND POPULATION HEALTH 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88"/>
          <p:cNvGrpSpPr/>
          <p:nvPr/>
        </p:nvGrpSpPr>
        <p:grpSpPr>
          <a:xfrm>
            <a:off x="1021794" y="2870043"/>
            <a:ext cx="6485350" cy="798300"/>
            <a:chOff x="1362392" y="3826724"/>
            <a:chExt cx="8647133" cy="1064400"/>
          </a:xfrm>
        </p:grpSpPr>
        <p:sp>
          <p:nvSpPr>
            <p:cNvPr id="702" name="Google Shape;702;p88"/>
            <p:cNvSpPr/>
            <p:nvPr/>
          </p:nvSpPr>
          <p:spPr>
            <a:xfrm>
              <a:off x="3536592" y="3837825"/>
              <a:ext cx="2199600" cy="1035300"/>
            </a:xfrm>
            <a:prstGeom prst="rect">
              <a:avLst/>
            </a:prstGeom>
            <a:gradFill>
              <a:gsLst>
                <a:gs pos="0">
                  <a:srgbClr val="F1C232"/>
                </a:gs>
                <a:gs pos="33000">
                  <a:srgbClr val="FFF2CC"/>
                </a:gs>
                <a:gs pos="67000">
                  <a:srgbClr val="FFF2CC"/>
                </a:gs>
                <a:gs pos="100000">
                  <a:srgbClr val="F1C23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261"/>
                </a:buClr>
                <a:buSzPts val="900"/>
                <a:buFont typeface="Calibri"/>
                <a:buNone/>
              </a:pP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ENVIRONMENT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88"/>
            <p:cNvSpPr/>
            <p:nvPr/>
          </p:nvSpPr>
          <p:spPr>
            <a:xfrm>
              <a:off x="1362392" y="3826724"/>
              <a:ext cx="2199600" cy="1046400"/>
            </a:xfrm>
            <a:prstGeom prst="rect">
              <a:avLst/>
            </a:prstGeom>
            <a:gradFill>
              <a:gsLst>
                <a:gs pos="0">
                  <a:srgbClr val="F1C232"/>
                </a:gs>
                <a:gs pos="33000">
                  <a:srgbClr val="FFF2CC"/>
                </a:gs>
                <a:gs pos="67000">
                  <a:srgbClr val="FFF2CC"/>
                </a:gs>
                <a:gs pos="100000">
                  <a:srgbClr val="F1C23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LIFESTYLE, SUBSTANCE USE,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261"/>
                </a:buClr>
                <a:buSzPts val="900"/>
                <a:buFont typeface="Calibri"/>
                <a:buNone/>
              </a:pP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BEHAVIORAL HEALTH  </a:t>
              </a:r>
              <a:endParaRPr b="1" i="0" sz="9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88"/>
            <p:cNvSpPr/>
            <p:nvPr/>
          </p:nvSpPr>
          <p:spPr>
            <a:xfrm>
              <a:off x="5693523" y="3837824"/>
              <a:ext cx="2148900" cy="1053300"/>
            </a:xfrm>
            <a:prstGeom prst="rect">
              <a:avLst/>
            </a:prstGeom>
            <a:gradFill>
              <a:gsLst>
                <a:gs pos="0">
                  <a:srgbClr val="F1C232"/>
                </a:gs>
                <a:gs pos="33000">
                  <a:srgbClr val="FFF2CC"/>
                </a:gs>
                <a:gs pos="67000">
                  <a:srgbClr val="FFF2CC"/>
                </a:gs>
                <a:gs pos="100000">
                  <a:srgbClr val="F1C23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 INEQUITY</a:t>
              </a:r>
              <a:endParaRPr b="1" i="0" sz="9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88"/>
            <p:cNvSpPr/>
            <p:nvPr/>
          </p:nvSpPr>
          <p:spPr>
            <a:xfrm>
              <a:off x="7809925" y="3837825"/>
              <a:ext cx="2199600" cy="1035300"/>
            </a:xfrm>
            <a:prstGeom prst="rect">
              <a:avLst/>
            </a:prstGeom>
            <a:gradFill>
              <a:gsLst>
                <a:gs pos="0">
                  <a:srgbClr val="F1C232"/>
                </a:gs>
                <a:gs pos="33000">
                  <a:srgbClr val="FFF2CC"/>
                </a:gs>
                <a:gs pos="67000">
                  <a:srgbClr val="FFF2CC"/>
                </a:gs>
                <a:gs pos="100000">
                  <a:srgbClr val="F1C23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261"/>
                </a:buClr>
                <a:buSzPts val="900"/>
                <a:buFont typeface="Calibri"/>
                <a:buNone/>
              </a:pP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GENETICS AND</a:t>
              </a:r>
              <a:b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BIOLOGY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6" name="Google Shape;706;p88"/>
          <p:cNvSpPr/>
          <p:nvPr/>
        </p:nvSpPr>
        <p:spPr>
          <a:xfrm>
            <a:off x="1021800" y="3616256"/>
            <a:ext cx="6485400" cy="638700"/>
          </a:xfrm>
          <a:prstGeom prst="rect">
            <a:avLst/>
          </a:prstGeom>
          <a:solidFill>
            <a:srgbClr val="99CFE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METHODS TOOLBOX AND PHENOTYPE EXPANSION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88"/>
          <p:cNvSpPr/>
          <p:nvPr/>
        </p:nvSpPr>
        <p:spPr>
          <a:xfrm>
            <a:off x="2652450" y="1733981"/>
            <a:ext cx="1649700" cy="935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26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MATERNAL AND CHILD  HEALTH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88"/>
          <p:cNvSpPr txBox="1"/>
          <p:nvPr/>
        </p:nvSpPr>
        <p:spPr>
          <a:xfrm>
            <a:off x="1021800" y="1238718"/>
            <a:ext cx="6485400" cy="230700"/>
          </a:xfrm>
          <a:prstGeom prst="rect">
            <a:avLst/>
          </a:prstGeom>
          <a:solidFill>
            <a:srgbClr val="F0718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ADVANCING PRECISION HEALTH, MEDICINE, AND EQUITY:  RISK ASSESSMENT, DIAGNOSIS, AND TREATMENT FOR EVERYONE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88"/>
          <p:cNvSpPr txBox="1"/>
          <p:nvPr/>
        </p:nvSpPr>
        <p:spPr>
          <a:xfrm>
            <a:off x="1021794" y="2650218"/>
            <a:ext cx="6485400" cy="246300"/>
          </a:xfrm>
          <a:prstGeom prst="rect">
            <a:avLst/>
          </a:prstGeom>
          <a:gradFill>
            <a:gsLst>
              <a:gs pos="0">
                <a:srgbClr val="D9EAD3"/>
              </a:gs>
              <a:gs pos="20000">
                <a:srgbClr val="D9EAD3"/>
              </a:gs>
              <a:gs pos="72000">
                <a:srgbClr val="FFF2CC"/>
              </a:gs>
              <a:gs pos="100000">
                <a:srgbClr val="FCE5CD"/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MODIFIERS:  MENTAL HEALTH, SOCIAL DETERMINANTS, GENETICS, DISPARITIES STRESSORS, AND OTHERS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8"/>
          <p:cNvSpPr txBox="1"/>
          <p:nvPr/>
        </p:nvSpPr>
        <p:spPr>
          <a:xfrm>
            <a:off x="1021800" y="1495350"/>
            <a:ext cx="6485400" cy="2463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TRANSLATION:  GOVERNMENT, INDUSTRY, HEALTH SYSTEMS, PAYERS, POLICY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88"/>
          <p:cNvSpPr txBox="1"/>
          <p:nvPr/>
        </p:nvSpPr>
        <p:spPr>
          <a:xfrm>
            <a:off x="1022823" y="4257440"/>
            <a:ext cx="6484500" cy="40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DATA: ELECTRONIC HEALTH RECORDS, SURVEYS, PHYSICAL MEASURES, DIGITAL HEALTH TECHNOLOGIES, GENOMES, ASSAYS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88"/>
          <p:cNvSpPr txBox="1"/>
          <p:nvPr/>
        </p:nvSpPr>
        <p:spPr>
          <a:xfrm>
            <a:off x="-114300" y="3163481"/>
            <a:ext cx="13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EXPOSURES &amp;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DRIVERS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88"/>
          <p:cNvSpPr txBox="1"/>
          <p:nvPr/>
        </p:nvSpPr>
        <p:spPr>
          <a:xfrm>
            <a:off x="-114300" y="2148806"/>
            <a:ext cx="1313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CAUSALITY &amp;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88"/>
          <p:cNvSpPr txBox="1"/>
          <p:nvPr/>
        </p:nvSpPr>
        <p:spPr>
          <a:xfrm>
            <a:off x="-135506" y="4115513"/>
            <a:ext cx="12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WORKBENCH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DATA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88"/>
          <p:cNvSpPr txBox="1"/>
          <p:nvPr/>
        </p:nvSpPr>
        <p:spPr>
          <a:xfrm>
            <a:off x="-114300" y="1158019"/>
            <a:ext cx="131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88"/>
          <p:cNvSpPr/>
          <p:nvPr/>
        </p:nvSpPr>
        <p:spPr>
          <a:xfrm>
            <a:off x="393577" y="3684593"/>
            <a:ext cx="189300" cy="394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88"/>
          <p:cNvSpPr/>
          <p:nvPr/>
        </p:nvSpPr>
        <p:spPr>
          <a:xfrm>
            <a:off x="393573" y="1691734"/>
            <a:ext cx="189300" cy="394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88"/>
          <p:cNvSpPr/>
          <p:nvPr/>
        </p:nvSpPr>
        <p:spPr>
          <a:xfrm>
            <a:off x="393573" y="2688171"/>
            <a:ext cx="189300" cy="394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88"/>
          <p:cNvSpPr txBox="1"/>
          <p:nvPr/>
        </p:nvSpPr>
        <p:spPr>
          <a:xfrm>
            <a:off x="149477" y="214475"/>
            <a:ext cx="849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Scientific Priorities Roadmap for </a:t>
            </a:r>
            <a:r>
              <a:rPr b="1" i="1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of Us</a:t>
            </a:r>
            <a:endParaRPr b="1" i="1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0" name="Google Shape;72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9228" y="3805088"/>
            <a:ext cx="3495952" cy="412444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88"/>
          <p:cNvSpPr txBox="1"/>
          <p:nvPr/>
        </p:nvSpPr>
        <p:spPr>
          <a:xfrm>
            <a:off x="7566319" y="2816944"/>
            <a:ext cx="13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DATA &amp; INSIGHTS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8"/>
          <p:cNvSpPr/>
          <p:nvPr/>
        </p:nvSpPr>
        <p:spPr>
          <a:xfrm rot="10800000">
            <a:off x="8089775" y="1398644"/>
            <a:ext cx="189300" cy="1350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88"/>
          <p:cNvSpPr/>
          <p:nvPr/>
        </p:nvSpPr>
        <p:spPr>
          <a:xfrm rot="10800000">
            <a:off x="8089775" y="3315896"/>
            <a:ext cx="189300" cy="1183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1B1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7_Section 07 (light green)">
  <a:themeElements>
    <a:clrScheme name="All of Us 082516">
      <a:dk1>
        <a:srgbClr val="262261"/>
      </a:dk1>
      <a:lt1>
        <a:srgbClr val="FFFFFF"/>
      </a:lt1>
      <a:dk2>
        <a:srgbClr val="3E8EDE"/>
      </a:dk2>
      <a:lt2>
        <a:srgbClr val="F1F2F2"/>
      </a:lt2>
      <a:accent1>
        <a:srgbClr val="262261"/>
      </a:accent1>
      <a:accent2>
        <a:srgbClr val="3E8EDE"/>
      </a:accent2>
      <a:accent3>
        <a:srgbClr val="BFBFBF"/>
      </a:accent3>
      <a:accent4>
        <a:srgbClr val="ED2024"/>
      </a:accent4>
      <a:accent5>
        <a:srgbClr val="919191"/>
      </a:accent5>
      <a:accent6>
        <a:srgbClr val="441114"/>
      </a:accent6>
      <a:hlink>
        <a:srgbClr val="262261"/>
      </a:hlink>
      <a:folHlink>
        <a:srgbClr val="4411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